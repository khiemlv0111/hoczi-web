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2.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4.xml" ContentType="application/vnd.openxmlformats-officedocument.presentationml.notesSlide+xml"/>
  <Override PartName="/ppt/tags/tag188.xml" ContentType="application/vnd.openxmlformats-officedocument.presentationml.tags+xml"/>
  <Override PartName="/ppt/notesSlides/notesSlide5.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6.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notesSlides/notesSlide7.xml" ContentType="application/vnd.openxmlformats-officedocument.presentationml.notesSlide+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notesSlides/notesSlide8.xml" ContentType="application/vnd.openxmlformats-officedocument.presentationml.notesSlide+xml"/>
  <Override PartName="/ppt/tags/tag314.xml" ContentType="application/vnd.openxmlformats-officedocument.presentationml.tags+xml"/>
  <Override PartName="/ppt/notesSlides/notesSlide9.xml" ContentType="application/vnd.openxmlformats-officedocument.presentationml.notesSlide+xml"/>
  <Override PartName="/ppt/comments/comment1.xml" ContentType="application/vnd.openxmlformats-officedocument.presentationml.comments+xml"/>
  <Override PartName="/ppt/tags/tag315.xml" ContentType="application/vnd.openxmlformats-officedocument.presentationml.tags+xml"/>
  <Override PartName="/ppt/notesSlides/notesSlide10.xml" ContentType="application/vnd.openxmlformats-officedocument.presentationml.notesSlide+xml"/>
  <Override PartName="/ppt/tags/tag316.xml" ContentType="application/vnd.openxmlformats-officedocument.presentationml.tags+xml"/>
  <Override PartName="/ppt/ink/ink1.xml" ContentType="application/inkml+xml"/>
  <Override PartName="/ppt/tags/tag317.xml" ContentType="application/vnd.openxmlformats-officedocument.presentationml.tags+xml"/>
  <Override PartName="/ppt/tags/tag31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4"/>
  </p:notesMasterIdLst>
  <p:sldIdLst>
    <p:sldId id="259" r:id="rId2"/>
    <p:sldId id="260" r:id="rId3"/>
    <p:sldId id="261" r:id="rId4"/>
    <p:sldId id="262" r:id="rId5"/>
    <p:sldId id="263" r:id="rId6"/>
    <p:sldId id="264" r:id="rId7"/>
    <p:sldId id="265" r:id="rId8"/>
    <p:sldId id="324" r:id="rId9"/>
    <p:sldId id="266" r:id="rId10"/>
    <p:sldId id="267" r:id="rId11"/>
    <p:sldId id="325" r:id="rId12"/>
    <p:sldId id="268" r:id="rId13"/>
    <p:sldId id="269" r:id="rId14"/>
    <p:sldId id="326" r:id="rId15"/>
    <p:sldId id="270" r:id="rId16"/>
    <p:sldId id="271" r:id="rId17"/>
    <p:sldId id="272" r:id="rId18"/>
    <p:sldId id="273" r:id="rId19"/>
    <p:sldId id="274" r:id="rId20"/>
    <p:sldId id="275" r:id="rId21"/>
    <p:sldId id="276" r:id="rId22"/>
    <p:sldId id="277" r:id="rId23"/>
    <p:sldId id="32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328" r:id="rId40"/>
    <p:sldId id="293" r:id="rId41"/>
    <p:sldId id="329" r:id="rId42"/>
    <p:sldId id="294" r:id="rId43"/>
    <p:sldId id="295" r:id="rId44"/>
    <p:sldId id="296" r:id="rId45"/>
    <p:sldId id="330"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x="12192000" cy="6858000"/>
  <p:notesSz cx="6858000" cy="9144000"/>
  <p:custDataLst>
    <p:tags r:id="rId7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张 泽元" initials="张" lastIdx="1" clrIdx="0"/>
  <p:cmAuthor id="7" name="Taylor Hartwell" initials="TH [6]" lastIdx="1" clrIdx="6"/>
  <p:cmAuthor id="1" name="陈宣霖" initials="陈" lastIdx="1" clrIdx="0"/>
  <p:cmAuthor id="2" name="作者" initials="A" lastIdx="1" clrIdx="1"/>
  <p:cmAuthor id="1416867937" name="WPS_1665318443" initials="W" lastIdx="1" clrIdx="6"/>
  <p:cmAuthor id="4" name="DTY" initials="D" lastIdx="1" clrIdx="7"/>
  <p:cmAuthor id="5" name="未知用户11" initials="未知用户11" lastIdx="1"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82" d="100"/>
          <a:sy n="82" d="100"/>
        </p:scale>
        <p:origin x="773" y="72"/>
      </p:cViewPr>
      <p:guideLst>
        <p:guide orient="horz" pos="2160"/>
        <p:guide pos="384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omments/comment1.xml><?xml version="1.0" encoding="utf-8"?>
<p:cmLst xmlns:a="http://schemas.openxmlformats.org/drawingml/2006/main" xmlns:r="http://schemas.openxmlformats.org/officeDocument/2006/relationships" xmlns:p="http://schemas.openxmlformats.org/presentationml/2006/main">
  <p:cm authorId="1416867937" dt="2025-02-27T20:49:45.549" idx="1">
    <p:pos x="4894" y="170"/>
    <p:text/>
  </p:cm>
</p:cmLst>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8-08T13:49:56"/>
    </inkml:context>
    <inkml:brush xml:id="br0">
      <inkml:brushProperty name="width" value="0.05292" units="cm"/>
      <inkml:brushProperty name="height" value="0.05292" units="cm"/>
      <inkml:brushProperty name="color" value="#FF0000"/>
    </inkml:brush>
  </inkml:definitions>
  <inkml:trace contextRef="#ctx0" brushRef="#br0">13617 2205 0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2025/6/21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sp>
        <p:nvSpPr>
          <p:cNvPr id="4" name="灯片编号占位符 3"/>
          <p:cNvSpPr>
            <a:spLocks noGrp="1"/>
          </p:cNvSpPr>
          <p:nvPr>
            <p:ph type="sldNum" sz="quarter" idx="10"/>
          </p:nvPr>
        </p:nvSpPr>
        <p:spPr/>
        <p:txBody>
          <a:bodyPr/>
          <a:lstStyle/>
          <a:p>
            <a:fld id="{A6837353-30EB-4A48-80EB-173D804AEFBD}" type="slidenum">
              <a:rPr lang="zh-CN" altLang="en-US" smtClean="0"/>
              <a:t>8</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24</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44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6506A-62AA-4D5F-AD58-31AF7D2E6C97}" type="slidenum">
              <a:rPr lang="zh-CN" altLang="en-US" smtClean="0"/>
              <a:t>50</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6506A-62AA-4D5F-AD58-31AF7D2E6C97}" type="slidenum">
              <a:rPr lang="zh-CN" altLang="en-US" smtClean="0"/>
              <a:t>51</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6506A-62AA-4D5F-AD58-31AF7D2E6C97}" type="slidenum">
              <a:rPr lang="zh-CN" altLang="en-US" smtClean="0"/>
              <a:t>52</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6506A-62AA-4D5F-AD58-31AF7D2E6C97}" type="slidenum">
              <a:rPr lang="zh-CN" altLang="en-US" smtClean="0"/>
              <a:t>53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2025/6/21</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2025/6/21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2025/6/21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2025/6/21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2025/6/21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2025/6/21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2025/6/21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2025/6/21</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2025/6/21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2025/6/21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2025/6/21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bg2"/>
            </a:gs>
            <a:gs pos="100000">
              <a:schemeClr val="bg2">
                <a:lumMod val="85000"/>
              </a:schemeClr>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2025/6/21</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7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7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7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7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6" Type="http://schemas.openxmlformats.org/officeDocument/2006/relationships/tags" Target="../tags/tag89.xml"/><Relationship Id="rId117" Type="http://schemas.openxmlformats.org/officeDocument/2006/relationships/slideLayout" Target="../slideLayouts/slideLayout1.xml"/><Relationship Id="rId21" Type="http://schemas.openxmlformats.org/officeDocument/2006/relationships/tags" Target="../tags/tag84.xml"/><Relationship Id="rId42" Type="http://schemas.openxmlformats.org/officeDocument/2006/relationships/tags" Target="../tags/tag105.xml"/><Relationship Id="rId47" Type="http://schemas.openxmlformats.org/officeDocument/2006/relationships/tags" Target="../tags/tag110.xml"/><Relationship Id="rId63" Type="http://schemas.openxmlformats.org/officeDocument/2006/relationships/tags" Target="../tags/tag126.xml"/><Relationship Id="rId68" Type="http://schemas.openxmlformats.org/officeDocument/2006/relationships/tags" Target="../tags/tag131.xml"/><Relationship Id="rId84" Type="http://schemas.openxmlformats.org/officeDocument/2006/relationships/tags" Target="../tags/tag147.xml"/><Relationship Id="rId89" Type="http://schemas.openxmlformats.org/officeDocument/2006/relationships/tags" Target="../tags/tag152.xml"/><Relationship Id="rId112" Type="http://schemas.openxmlformats.org/officeDocument/2006/relationships/tags" Target="../tags/tag175.xml"/><Relationship Id="rId16" Type="http://schemas.openxmlformats.org/officeDocument/2006/relationships/tags" Target="../tags/tag79.xml"/><Relationship Id="rId107" Type="http://schemas.openxmlformats.org/officeDocument/2006/relationships/tags" Target="../tags/tag170.xml"/><Relationship Id="rId11" Type="http://schemas.openxmlformats.org/officeDocument/2006/relationships/tags" Target="../tags/tag74.xml"/><Relationship Id="rId32" Type="http://schemas.openxmlformats.org/officeDocument/2006/relationships/tags" Target="../tags/tag95.xml"/><Relationship Id="rId37" Type="http://schemas.openxmlformats.org/officeDocument/2006/relationships/tags" Target="../tags/tag100.xml"/><Relationship Id="rId53" Type="http://schemas.openxmlformats.org/officeDocument/2006/relationships/tags" Target="../tags/tag116.xml"/><Relationship Id="rId58" Type="http://schemas.openxmlformats.org/officeDocument/2006/relationships/tags" Target="../tags/tag121.xml"/><Relationship Id="rId74" Type="http://schemas.openxmlformats.org/officeDocument/2006/relationships/tags" Target="../tags/tag137.xml"/><Relationship Id="rId79" Type="http://schemas.openxmlformats.org/officeDocument/2006/relationships/tags" Target="../tags/tag142.xml"/><Relationship Id="rId102" Type="http://schemas.openxmlformats.org/officeDocument/2006/relationships/tags" Target="../tags/tag165.xml"/><Relationship Id="rId5" Type="http://schemas.openxmlformats.org/officeDocument/2006/relationships/tags" Target="../tags/tag68.xml"/><Relationship Id="rId90" Type="http://schemas.openxmlformats.org/officeDocument/2006/relationships/tags" Target="../tags/tag153.xml"/><Relationship Id="rId95" Type="http://schemas.openxmlformats.org/officeDocument/2006/relationships/tags" Target="../tags/tag158.xml"/><Relationship Id="rId22" Type="http://schemas.openxmlformats.org/officeDocument/2006/relationships/tags" Target="../tags/tag85.xml"/><Relationship Id="rId27" Type="http://schemas.openxmlformats.org/officeDocument/2006/relationships/tags" Target="../tags/tag90.xml"/><Relationship Id="rId43" Type="http://schemas.openxmlformats.org/officeDocument/2006/relationships/tags" Target="../tags/tag106.xml"/><Relationship Id="rId48" Type="http://schemas.openxmlformats.org/officeDocument/2006/relationships/tags" Target="../tags/tag111.xml"/><Relationship Id="rId64" Type="http://schemas.openxmlformats.org/officeDocument/2006/relationships/tags" Target="../tags/tag127.xml"/><Relationship Id="rId69" Type="http://schemas.openxmlformats.org/officeDocument/2006/relationships/tags" Target="../tags/tag132.xml"/><Relationship Id="rId113" Type="http://schemas.openxmlformats.org/officeDocument/2006/relationships/tags" Target="../tags/tag176.xml"/><Relationship Id="rId118" Type="http://schemas.openxmlformats.org/officeDocument/2006/relationships/image" Target="../media/image5.jpeg"/><Relationship Id="rId80" Type="http://schemas.openxmlformats.org/officeDocument/2006/relationships/tags" Target="../tags/tag143.xml"/><Relationship Id="rId85" Type="http://schemas.openxmlformats.org/officeDocument/2006/relationships/tags" Target="../tags/tag148.xml"/><Relationship Id="rId12" Type="http://schemas.openxmlformats.org/officeDocument/2006/relationships/tags" Target="../tags/tag75.xml"/><Relationship Id="rId17" Type="http://schemas.openxmlformats.org/officeDocument/2006/relationships/tags" Target="../tags/tag80.xml"/><Relationship Id="rId33" Type="http://schemas.openxmlformats.org/officeDocument/2006/relationships/tags" Target="../tags/tag96.xml"/><Relationship Id="rId38" Type="http://schemas.openxmlformats.org/officeDocument/2006/relationships/tags" Target="../tags/tag101.xml"/><Relationship Id="rId59" Type="http://schemas.openxmlformats.org/officeDocument/2006/relationships/tags" Target="../tags/tag122.xml"/><Relationship Id="rId103" Type="http://schemas.openxmlformats.org/officeDocument/2006/relationships/tags" Target="../tags/tag166.xml"/><Relationship Id="rId108" Type="http://schemas.openxmlformats.org/officeDocument/2006/relationships/tags" Target="../tags/tag171.xml"/><Relationship Id="rId54" Type="http://schemas.openxmlformats.org/officeDocument/2006/relationships/tags" Target="../tags/tag117.xml"/><Relationship Id="rId70" Type="http://schemas.openxmlformats.org/officeDocument/2006/relationships/tags" Target="../tags/tag133.xml"/><Relationship Id="rId75" Type="http://schemas.openxmlformats.org/officeDocument/2006/relationships/tags" Target="../tags/tag138.xml"/><Relationship Id="rId91" Type="http://schemas.openxmlformats.org/officeDocument/2006/relationships/tags" Target="../tags/tag154.xml"/><Relationship Id="rId96" Type="http://schemas.openxmlformats.org/officeDocument/2006/relationships/tags" Target="../tags/tag159.xml"/><Relationship Id="rId1" Type="http://schemas.openxmlformats.org/officeDocument/2006/relationships/tags" Target="../tags/tag64.xml"/><Relationship Id="rId6" Type="http://schemas.openxmlformats.org/officeDocument/2006/relationships/tags" Target="../tags/tag69.xml"/><Relationship Id="rId23" Type="http://schemas.openxmlformats.org/officeDocument/2006/relationships/tags" Target="../tags/tag86.xml"/><Relationship Id="rId28" Type="http://schemas.openxmlformats.org/officeDocument/2006/relationships/tags" Target="../tags/tag91.xml"/><Relationship Id="rId49" Type="http://schemas.openxmlformats.org/officeDocument/2006/relationships/tags" Target="../tags/tag112.xml"/><Relationship Id="rId114" Type="http://schemas.openxmlformats.org/officeDocument/2006/relationships/tags" Target="../tags/tag177.xml"/><Relationship Id="rId119" Type="http://schemas.openxmlformats.org/officeDocument/2006/relationships/image" Target="../media/image6.png"/><Relationship Id="rId10" Type="http://schemas.openxmlformats.org/officeDocument/2006/relationships/tags" Target="../tags/tag73.xml"/><Relationship Id="rId31" Type="http://schemas.openxmlformats.org/officeDocument/2006/relationships/tags" Target="../tags/tag94.xml"/><Relationship Id="rId44" Type="http://schemas.openxmlformats.org/officeDocument/2006/relationships/tags" Target="../tags/tag107.xml"/><Relationship Id="rId52" Type="http://schemas.openxmlformats.org/officeDocument/2006/relationships/tags" Target="../tags/tag115.xml"/><Relationship Id="rId60" Type="http://schemas.openxmlformats.org/officeDocument/2006/relationships/tags" Target="../tags/tag123.xml"/><Relationship Id="rId65" Type="http://schemas.openxmlformats.org/officeDocument/2006/relationships/tags" Target="../tags/tag128.xml"/><Relationship Id="rId73" Type="http://schemas.openxmlformats.org/officeDocument/2006/relationships/tags" Target="../tags/tag136.xml"/><Relationship Id="rId78" Type="http://schemas.openxmlformats.org/officeDocument/2006/relationships/tags" Target="../tags/tag141.xml"/><Relationship Id="rId81" Type="http://schemas.openxmlformats.org/officeDocument/2006/relationships/tags" Target="../tags/tag144.xml"/><Relationship Id="rId86" Type="http://schemas.openxmlformats.org/officeDocument/2006/relationships/tags" Target="../tags/tag149.xml"/><Relationship Id="rId94" Type="http://schemas.openxmlformats.org/officeDocument/2006/relationships/tags" Target="../tags/tag157.xml"/><Relationship Id="rId99" Type="http://schemas.openxmlformats.org/officeDocument/2006/relationships/tags" Target="../tags/tag162.xml"/><Relationship Id="rId101" Type="http://schemas.openxmlformats.org/officeDocument/2006/relationships/tags" Target="../tags/tag164.xml"/><Relationship Id="rId4" Type="http://schemas.openxmlformats.org/officeDocument/2006/relationships/tags" Target="../tags/tag67.xml"/><Relationship Id="rId9" Type="http://schemas.openxmlformats.org/officeDocument/2006/relationships/tags" Target="../tags/tag72.xml"/><Relationship Id="rId13" Type="http://schemas.openxmlformats.org/officeDocument/2006/relationships/tags" Target="../tags/tag76.xml"/><Relationship Id="rId18" Type="http://schemas.openxmlformats.org/officeDocument/2006/relationships/tags" Target="../tags/tag81.xml"/><Relationship Id="rId39" Type="http://schemas.openxmlformats.org/officeDocument/2006/relationships/tags" Target="../tags/tag102.xml"/><Relationship Id="rId109" Type="http://schemas.openxmlformats.org/officeDocument/2006/relationships/tags" Target="../tags/tag172.xml"/><Relationship Id="rId34" Type="http://schemas.openxmlformats.org/officeDocument/2006/relationships/tags" Target="../tags/tag97.xml"/><Relationship Id="rId50" Type="http://schemas.openxmlformats.org/officeDocument/2006/relationships/tags" Target="../tags/tag113.xml"/><Relationship Id="rId55" Type="http://schemas.openxmlformats.org/officeDocument/2006/relationships/tags" Target="../tags/tag118.xml"/><Relationship Id="rId76" Type="http://schemas.openxmlformats.org/officeDocument/2006/relationships/tags" Target="../tags/tag139.xml"/><Relationship Id="rId97" Type="http://schemas.openxmlformats.org/officeDocument/2006/relationships/tags" Target="../tags/tag160.xml"/><Relationship Id="rId104" Type="http://schemas.openxmlformats.org/officeDocument/2006/relationships/tags" Target="../tags/tag167.xml"/><Relationship Id="rId7" Type="http://schemas.openxmlformats.org/officeDocument/2006/relationships/tags" Target="../tags/tag70.xml"/><Relationship Id="rId71" Type="http://schemas.openxmlformats.org/officeDocument/2006/relationships/tags" Target="../tags/tag134.xml"/><Relationship Id="rId92" Type="http://schemas.openxmlformats.org/officeDocument/2006/relationships/tags" Target="../tags/tag155.xml"/><Relationship Id="rId2" Type="http://schemas.openxmlformats.org/officeDocument/2006/relationships/tags" Target="../tags/tag65.xml"/><Relationship Id="rId29" Type="http://schemas.openxmlformats.org/officeDocument/2006/relationships/tags" Target="../tags/tag92.xml"/><Relationship Id="rId24" Type="http://schemas.openxmlformats.org/officeDocument/2006/relationships/tags" Target="../tags/tag87.xml"/><Relationship Id="rId40" Type="http://schemas.openxmlformats.org/officeDocument/2006/relationships/tags" Target="../tags/tag103.xml"/><Relationship Id="rId45" Type="http://schemas.openxmlformats.org/officeDocument/2006/relationships/tags" Target="../tags/tag108.xml"/><Relationship Id="rId66" Type="http://schemas.openxmlformats.org/officeDocument/2006/relationships/tags" Target="../tags/tag129.xml"/><Relationship Id="rId87" Type="http://schemas.openxmlformats.org/officeDocument/2006/relationships/tags" Target="../tags/tag150.xml"/><Relationship Id="rId110" Type="http://schemas.openxmlformats.org/officeDocument/2006/relationships/tags" Target="../tags/tag173.xml"/><Relationship Id="rId115" Type="http://schemas.openxmlformats.org/officeDocument/2006/relationships/tags" Target="../tags/tag178.xml"/><Relationship Id="rId61" Type="http://schemas.openxmlformats.org/officeDocument/2006/relationships/tags" Target="../tags/tag124.xml"/><Relationship Id="rId82" Type="http://schemas.openxmlformats.org/officeDocument/2006/relationships/tags" Target="../tags/tag145.xml"/><Relationship Id="rId19" Type="http://schemas.openxmlformats.org/officeDocument/2006/relationships/tags" Target="../tags/tag82.xml"/><Relationship Id="rId14" Type="http://schemas.openxmlformats.org/officeDocument/2006/relationships/tags" Target="../tags/tag77.xml"/><Relationship Id="rId30" Type="http://schemas.openxmlformats.org/officeDocument/2006/relationships/tags" Target="../tags/tag93.xml"/><Relationship Id="rId35" Type="http://schemas.openxmlformats.org/officeDocument/2006/relationships/tags" Target="../tags/tag98.xml"/><Relationship Id="rId56" Type="http://schemas.openxmlformats.org/officeDocument/2006/relationships/tags" Target="../tags/tag119.xml"/><Relationship Id="rId77" Type="http://schemas.openxmlformats.org/officeDocument/2006/relationships/tags" Target="../tags/tag140.xml"/><Relationship Id="rId100" Type="http://schemas.openxmlformats.org/officeDocument/2006/relationships/tags" Target="../tags/tag163.xml"/><Relationship Id="rId105" Type="http://schemas.openxmlformats.org/officeDocument/2006/relationships/tags" Target="../tags/tag168.xml"/><Relationship Id="rId8" Type="http://schemas.openxmlformats.org/officeDocument/2006/relationships/tags" Target="../tags/tag71.xml"/><Relationship Id="rId51" Type="http://schemas.openxmlformats.org/officeDocument/2006/relationships/tags" Target="../tags/tag114.xml"/><Relationship Id="rId72" Type="http://schemas.openxmlformats.org/officeDocument/2006/relationships/tags" Target="../tags/tag135.xml"/><Relationship Id="rId93" Type="http://schemas.openxmlformats.org/officeDocument/2006/relationships/tags" Target="../tags/tag156.xml"/><Relationship Id="rId98" Type="http://schemas.openxmlformats.org/officeDocument/2006/relationships/tags" Target="../tags/tag161.xml"/><Relationship Id="rId3" Type="http://schemas.openxmlformats.org/officeDocument/2006/relationships/tags" Target="../tags/tag66.xml"/><Relationship Id="rId25" Type="http://schemas.openxmlformats.org/officeDocument/2006/relationships/tags" Target="../tags/tag88.xml"/><Relationship Id="rId46" Type="http://schemas.openxmlformats.org/officeDocument/2006/relationships/tags" Target="../tags/tag109.xml"/><Relationship Id="rId67" Type="http://schemas.openxmlformats.org/officeDocument/2006/relationships/tags" Target="../tags/tag130.xml"/><Relationship Id="rId116" Type="http://schemas.openxmlformats.org/officeDocument/2006/relationships/tags" Target="../tags/tag179.xml"/><Relationship Id="rId20" Type="http://schemas.openxmlformats.org/officeDocument/2006/relationships/tags" Target="../tags/tag83.xml"/><Relationship Id="rId41" Type="http://schemas.openxmlformats.org/officeDocument/2006/relationships/tags" Target="../tags/tag104.xml"/><Relationship Id="rId62" Type="http://schemas.openxmlformats.org/officeDocument/2006/relationships/tags" Target="../tags/tag125.xml"/><Relationship Id="rId83" Type="http://schemas.openxmlformats.org/officeDocument/2006/relationships/tags" Target="../tags/tag146.xml"/><Relationship Id="rId88" Type="http://schemas.openxmlformats.org/officeDocument/2006/relationships/tags" Target="../tags/tag151.xml"/><Relationship Id="rId111" Type="http://schemas.openxmlformats.org/officeDocument/2006/relationships/tags" Target="../tags/tag174.xml"/><Relationship Id="rId15" Type="http://schemas.openxmlformats.org/officeDocument/2006/relationships/tags" Target="../tags/tag78.xml"/><Relationship Id="rId36" Type="http://schemas.openxmlformats.org/officeDocument/2006/relationships/tags" Target="../tags/tag99.xml"/><Relationship Id="rId57" Type="http://schemas.openxmlformats.org/officeDocument/2006/relationships/tags" Target="../tags/tag120.xml"/><Relationship Id="rId106" Type="http://schemas.openxmlformats.org/officeDocument/2006/relationships/tags" Target="../tags/tag16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0.xml"/><Relationship Id="rId5" Type="http://schemas.openxmlformats.org/officeDocument/2006/relationships/image" Target="../media/image1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3.png"/><Relationship Id="rId12" Type="http://schemas.microsoft.com/office/2007/relationships/hdphoto" Target="../media/hdphoto1.wdp"/><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0.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6.png"/><Relationship Id="rId2" Type="http://schemas.openxmlformats.org/officeDocument/2006/relationships/image" Target="../media/image19.jpeg"/><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18.jpe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6.png"/><Relationship Id="rId2" Type="http://schemas.openxmlformats.org/officeDocument/2006/relationships/image" Target="../media/image20.jpeg"/><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image" Target="../media/image19.jpe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0.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9.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6.png"/><Relationship Id="rId2" Type="http://schemas.openxmlformats.org/officeDocument/2006/relationships/image" Target="../media/image22.jpeg"/><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20.jpe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6.png"/><Relationship Id="rId2" Type="http://schemas.openxmlformats.org/officeDocument/2006/relationships/image" Target="../media/image21.jpeg"/><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22.jpeg"/><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2.jpe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183.xml"/><Relationship Id="rId7" Type="http://schemas.openxmlformats.org/officeDocument/2006/relationships/image" Target="../media/image24.png"/><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image" Target="../media/image23.png"/><Relationship Id="rId11" Type="http://schemas.openxmlformats.org/officeDocument/2006/relationships/image" Target="../media/image1.png"/><Relationship Id="rId5" Type="http://schemas.openxmlformats.org/officeDocument/2006/relationships/audio" Target="../media/audio2.wav"/><Relationship Id="rId10" Type="http://schemas.openxmlformats.org/officeDocument/2006/relationships/image" Target="../media/image26.png"/><Relationship Id="rId4" Type="http://schemas.openxmlformats.org/officeDocument/2006/relationships/slideLayout" Target="../slideLayouts/slideLayout1.xml"/><Relationship Id="rId9" Type="http://schemas.openxmlformats.org/officeDocument/2006/relationships/image" Target="../media/image25.jpeg"/></Relationships>
</file>

<file path=ppt/slides/_rels/slide1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186.xml"/><Relationship Id="rId7" Type="http://schemas.openxmlformats.org/officeDocument/2006/relationships/image" Target="../media/image24.png"/><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image" Target="../media/image23.png"/><Relationship Id="rId11" Type="http://schemas.openxmlformats.org/officeDocument/2006/relationships/image" Target="../media/image1.png"/><Relationship Id="rId5" Type="http://schemas.openxmlformats.org/officeDocument/2006/relationships/audio" Target="../media/audio2.wav"/><Relationship Id="rId10" Type="http://schemas.openxmlformats.org/officeDocument/2006/relationships/image" Target="../media/image26.png"/><Relationship Id="rId4" Type="http://schemas.openxmlformats.org/officeDocument/2006/relationships/slideLayout" Target="../slideLayouts/slideLayout1.xml"/><Relationship Id="rId9"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87.xml"/><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audio" Target="../media/audio1.wav"/></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33.png"/><Relationship Id="rId2" Type="http://schemas.openxmlformats.org/officeDocument/2006/relationships/slideLayout" Target="../slideLayouts/slideLayout1.xml"/><Relationship Id="rId1" Type="http://schemas.openxmlformats.org/officeDocument/2006/relationships/tags" Target="../tags/tag18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audio" Target="../media/audio1.wav"/></Relationships>
</file>

<file path=ppt/slides/_rels/slide21.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audio" Target="../media/audio1.wav"/><Relationship Id="rId7" Type="http://schemas.openxmlformats.org/officeDocument/2006/relationships/image" Target="../media/image35.png"/><Relationship Id="rId2" Type="http://schemas.openxmlformats.org/officeDocument/2006/relationships/slideLayout" Target="../slideLayouts/slideLayout1.xml"/><Relationship Id="rId1" Type="http://schemas.openxmlformats.org/officeDocument/2006/relationships/tags" Target="../tags/tag189.xml"/><Relationship Id="rId6" Type="http://schemas.microsoft.com/office/2007/relationships/hdphoto" Target="../media/hdphoto3.wdp"/><Relationship Id="rId5" Type="http://schemas.openxmlformats.org/officeDocument/2006/relationships/image" Target="../media/image34.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90.xml"/><Relationship Id="rId5" Type="http://schemas.openxmlformats.org/officeDocument/2006/relationships/image" Target="../media/image36.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1.xml"/><Relationship Id="rId1" Type="http://schemas.openxmlformats.org/officeDocument/2006/relationships/tags" Target="../tags/tag191.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26.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2.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41.jpeg"/></Relationships>
</file>

<file path=ppt/slides/_rels/slide27.xml.rels><?xml version="1.0" encoding="UTF-8" standalone="yes"?>
<Relationships xmlns="http://schemas.openxmlformats.org/package/2006/relationships"><Relationship Id="rId3" Type="http://schemas.openxmlformats.org/officeDocument/2006/relationships/image" Target="../media/image43.jpeg"/><Relationship Id="rId7" Type="http://schemas.openxmlformats.org/officeDocument/2006/relationships/image" Target="../media/image46.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5.jpeg"/><Relationship Id="rId5" Type="http://schemas.openxmlformats.org/officeDocument/2006/relationships/image" Target="../media/image39.jpeg"/><Relationship Id="rId4" Type="http://schemas.openxmlformats.org/officeDocument/2006/relationships/image" Target="../media/image44.jpeg"/></Relationships>
</file>

<file path=ppt/slides/_rels/slide28.xml.rels><?xml version="1.0" encoding="UTF-8" standalone="yes"?>
<Relationships xmlns="http://schemas.openxmlformats.org/package/2006/relationships"><Relationship Id="rId3" Type="http://schemas.openxmlformats.org/officeDocument/2006/relationships/image" Target="../media/image44.jpeg"/><Relationship Id="rId7" Type="http://schemas.openxmlformats.org/officeDocument/2006/relationships/image" Target="../media/image49.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39.jpeg"/><Relationship Id="rId5" Type="http://schemas.openxmlformats.org/officeDocument/2006/relationships/image" Target="../media/image48.jpeg"/><Relationship Id="rId4" Type="http://schemas.openxmlformats.org/officeDocument/2006/relationships/image" Target="../media/image47.jpeg"/></Relationships>
</file>

<file path=ppt/slides/_rels/slide29.xml.rels><?xml version="1.0" encoding="UTF-8" standalone="yes"?>
<Relationships xmlns="http://schemas.openxmlformats.org/package/2006/relationships"><Relationship Id="rId3" Type="http://schemas.openxmlformats.org/officeDocument/2006/relationships/image" Target="../media/image47.jpeg"/><Relationship Id="rId7" Type="http://schemas.openxmlformats.org/officeDocument/2006/relationships/image" Target="../media/image38.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51.jpeg"/><Relationship Id="rId5" Type="http://schemas.openxmlformats.org/officeDocument/2006/relationships/image" Target="../media/image44.jpeg"/><Relationship Id="rId4" Type="http://schemas.openxmlformats.org/officeDocument/2006/relationships/image" Target="../media/image50.jpeg"/></Relationships>
</file>

<file path=ppt/slides/_rels/slide30.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37.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2.jpeg"/><Relationship Id="rId5" Type="http://schemas.openxmlformats.org/officeDocument/2006/relationships/image" Target="../media/image47.jpeg"/><Relationship Id="rId4" Type="http://schemas.openxmlformats.org/officeDocument/2006/relationships/image" Target="../media/image38.jpeg"/></Relationships>
</file>

<file path=ppt/slides/_rels/slide31.xml.rels><?xml version="1.0" encoding="UTF-8" standalone="yes"?>
<Relationships xmlns="http://schemas.openxmlformats.org/package/2006/relationships"><Relationship Id="rId3" Type="http://schemas.openxmlformats.org/officeDocument/2006/relationships/image" Target="../media/image38.jpeg"/><Relationship Id="rId7" Type="http://schemas.openxmlformats.org/officeDocument/2006/relationships/image" Target="../media/image39.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37.jpeg"/></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9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93.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26" Type="http://schemas.openxmlformats.org/officeDocument/2006/relationships/tags" Target="../tags/tag219.xml"/><Relationship Id="rId117" Type="http://schemas.openxmlformats.org/officeDocument/2006/relationships/slideLayout" Target="../slideLayouts/slideLayout1.xml"/><Relationship Id="rId21" Type="http://schemas.openxmlformats.org/officeDocument/2006/relationships/tags" Target="../tags/tag214.xml"/><Relationship Id="rId42" Type="http://schemas.openxmlformats.org/officeDocument/2006/relationships/tags" Target="../tags/tag235.xml"/><Relationship Id="rId47" Type="http://schemas.openxmlformats.org/officeDocument/2006/relationships/tags" Target="../tags/tag240.xml"/><Relationship Id="rId63" Type="http://schemas.openxmlformats.org/officeDocument/2006/relationships/tags" Target="../tags/tag256.xml"/><Relationship Id="rId68" Type="http://schemas.openxmlformats.org/officeDocument/2006/relationships/tags" Target="../tags/tag261.xml"/><Relationship Id="rId84" Type="http://schemas.openxmlformats.org/officeDocument/2006/relationships/tags" Target="../tags/tag277.xml"/><Relationship Id="rId89" Type="http://schemas.openxmlformats.org/officeDocument/2006/relationships/tags" Target="../tags/tag282.xml"/><Relationship Id="rId112" Type="http://schemas.openxmlformats.org/officeDocument/2006/relationships/tags" Target="../tags/tag305.xml"/><Relationship Id="rId16" Type="http://schemas.openxmlformats.org/officeDocument/2006/relationships/tags" Target="../tags/tag209.xml"/><Relationship Id="rId107" Type="http://schemas.openxmlformats.org/officeDocument/2006/relationships/tags" Target="../tags/tag300.xml"/><Relationship Id="rId11" Type="http://schemas.openxmlformats.org/officeDocument/2006/relationships/tags" Target="../tags/tag204.xml"/><Relationship Id="rId32" Type="http://schemas.openxmlformats.org/officeDocument/2006/relationships/tags" Target="../tags/tag225.xml"/><Relationship Id="rId37" Type="http://schemas.openxmlformats.org/officeDocument/2006/relationships/tags" Target="../tags/tag230.xml"/><Relationship Id="rId53" Type="http://schemas.openxmlformats.org/officeDocument/2006/relationships/tags" Target="../tags/tag246.xml"/><Relationship Id="rId58" Type="http://schemas.openxmlformats.org/officeDocument/2006/relationships/tags" Target="../tags/tag251.xml"/><Relationship Id="rId74" Type="http://schemas.openxmlformats.org/officeDocument/2006/relationships/tags" Target="../tags/tag267.xml"/><Relationship Id="rId79" Type="http://schemas.openxmlformats.org/officeDocument/2006/relationships/tags" Target="../tags/tag272.xml"/><Relationship Id="rId102" Type="http://schemas.openxmlformats.org/officeDocument/2006/relationships/tags" Target="../tags/tag295.xml"/><Relationship Id="rId5" Type="http://schemas.openxmlformats.org/officeDocument/2006/relationships/tags" Target="../tags/tag198.xml"/><Relationship Id="rId90" Type="http://schemas.openxmlformats.org/officeDocument/2006/relationships/tags" Target="../tags/tag283.xml"/><Relationship Id="rId95" Type="http://schemas.openxmlformats.org/officeDocument/2006/relationships/tags" Target="../tags/tag288.xml"/><Relationship Id="rId22" Type="http://schemas.openxmlformats.org/officeDocument/2006/relationships/tags" Target="../tags/tag215.xml"/><Relationship Id="rId27" Type="http://schemas.openxmlformats.org/officeDocument/2006/relationships/tags" Target="../tags/tag220.xml"/><Relationship Id="rId43" Type="http://schemas.openxmlformats.org/officeDocument/2006/relationships/tags" Target="../tags/tag236.xml"/><Relationship Id="rId48" Type="http://schemas.openxmlformats.org/officeDocument/2006/relationships/tags" Target="../tags/tag241.xml"/><Relationship Id="rId64" Type="http://schemas.openxmlformats.org/officeDocument/2006/relationships/tags" Target="../tags/tag257.xml"/><Relationship Id="rId69" Type="http://schemas.openxmlformats.org/officeDocument/2006/relationships/tags" Target="../tags/tag262.xml"/><Relationship Id="rId113" Type="http://schemas.openxmlformats.org/officeDocument/2006/relationships/tags" Target="../tags/tag306.xml"/><Relationship Id="rId118" Type="http://schemas.openxmlformats.org/officeDocument/2006/relationships/image" Target="../media/image5.jpeg"/><Relationship Id="rId80" Type="http://schemas.openxmlformats.org/officeDocument/2006/relationships/tags" Target="../tags/tag273.xml"/><Relationship Id="rId85" Type="http://schemas.openxmlformats.org/officeDocument/2006/relationships/tags" Target="../tags/tag278.xml"/><Relationship Id="rId12" Type="http://schemas.openxmlformats.org/officeDocument/2006/relationships/tags" Target="../tags/tag205.xml"/><Relationship Id="rId17" Type="http://schemas.openxmlformats.org/officeDocument/2006/relationships/tags" Target="../tags/tag210.xml"/><Relationship Id="rId33" Type="http://schemas.openxmlformats.org/officeDocument/2006/relationships/tags" Target="../tags/tag226.xml"/><Relationship Id="rId38" Type="http://schemas.openxmlformats.org/officeDocument/2006/relationships/tags" Target="../tags/tag231.xml"/><Relationship Id="rId59" Type="http://schemas.openxmlformats.org/officeDocument/2006/relationships/tags" Target="../tags/tag252.xml"/><Relationship Id="rId103" Type="http://schemas.openxmlformats.org/officeDocument/2006/relationships/tags" Target="../tags/tag296.xml"/><Relationship Id="rId108" Type="http://schemas.openxmlformats.org/officeDocument/2006/relationships/tags" Target="../tags/tag301.xml"/><Relationship Id="rId54" Type="http://schemas.openxmlformats.org/officeDocument/2006/relationships/tags" Target="../tags/tag247.xml"/><Relationship Id="rId70" Type="http://schemas.openxmlformats.org/officeDocument/2006/relationships/tags" Target="../tags/tag263.xml"/><Relationship Id="rId75" Type="http://schemas.openxmlformats.org/officeDocument/2006/relationships/tags" Target="../tags/tag268.xml"/><Relationship Id="rId91" Type="http://schemas.openxmlformats.org/officeDocument/2006/relationships/tags" Target="../tags/tag284.xml"/><Relationship Id="rId96" Type="http://schemas.openxmlformats.org/officeDocument/2006/relationships/tags" Target="../tags/tag289.xml"/><Relationship Id="rId1" Type="http://schemas.openxmlformats.org/officeDocument/2006/relationships/tags" Target="../tags/tag194.xml"/><Relationship Id="rId6" Type="http://schemas.openxmlformats.org/officeDocument/2006/relationships/tags" Target="../tags/tag199.xml"/><Relationship Id="rId23" Type="http://schemas.openxmlformats.org/officeDocument/2006/relationships/tags" Target="../tags/tag216.xml"/><Relationship Id="rId28" Type="http://schemas.openxmlformats.org/officeDocument/2006/relationships/tags" Target="../tags/tag221.xml"/><Relationship Id="rId49" Type="http://schemas.openxmlformats.org/officeDocument/2006/relationships/tags" Target="../tags/tag242.xml"/><Relationship Id="rId114" Type="http://schemas.openxmlformats.org/officeDocument/2006/relationships/tags" Target="../tags/tag307.xml"/><Relationship Id="rId119" Type="http://schemas.openxmlformats.org/officeDocument/2006/relationships/image" Target="../media/image6.png"/><Relationship Id="rId10" Type="http://schemas.openxmlformats.org/officeDocument/2006/relationships/tags" Target="../tags/tag203.xml"/><Relationship Id="rId31" Type="http://schemas.openxmlformats.org/officeDocument/2006/relationships/tags" Target="../tags/tag224.xml"/><Relationship Id="rId44" Type="http://schemas.openxmlformats.org/officeDocument/2006/relationships/tags" Target="../tags/tag237.xml"/><Relationship Id="rId52" Type="http://schemas.openxmlformats.org/officeDocument/2006/relationships/tags" Target="../tags/tag245.xml"/><Relationship Id="rId60" Type="http://schemas.openxmlformats.org/officeDocument/2006/relationships/tags" Target="../tags/tag253.xml"/><Relationship Id="rId65" Type="http://schemas.openxmlformats.org/officeDocument/2006/relationships/tags" Target="../tags/tag258.xml"/><Relationship Id="rId73" Type="http://schemas.openxmlformats.org/officeDocument/2006/relationships/tags" Target="../tags/tag266.xml"/><Relationship Id="rId78" Type="http://schemas.openxmlformats.org/officeDocument/2006/relationships/tags" Target="../tags/tag271.xml"/><Relationship Id="rId81" Type="http://schemas.openxmlformats.org/officeDocument/2006/relationships/tags" Target="../tags/tag274.xml"/><Relationship Id="rId86" Type="http://schemas.openxmlformats.org/officeDocument/2006/relationships/tags" Target="../tags/tag279.xml"/><Relationship Id="rId94" Type="http://schemas.openxmlformats.org/officeDocument/2006/relationships/tags" Target="../tags/tag287.xml"/><Relationship Id="rId99" Type="http://schemas.openxmlformats.org/officeDocument/2006/relationships/tags" Target="../tags/tag292.xml"/><Relationship Id="rId101" Type="http://schemas.openxmlformats.org/officeDocument/2006/relationships/tags" Target="../tags/tag294.xml"/><Relationship Id="rId4" Type="http://schemas.openxmlformats.org/officeDocument/2006/relationships/tags" Target="../tags/tag197.xml"/><Relationship Id="rId9" Type="http://schemas.openxmlformats.org/officeDocument/2006/relationships/tags" Target="../tags/tag202.xml"/><Relationship Id="rId13" Type="http://schemas.openxmlformats.org/officeDocument/2006/relationships/tags" Target="../tags/tag206.xml"/><Relationship Id="rId18" Type="http://schemas.openxmlformats.org/officeDocument/2006/relationships/tags" Target="../tags/tag211.xml"/><Relationship Id="rId39" Type="http://schemas.openxmlformats.org/officeDocument/2006/relationships/tags" Target="../tags/tag232.xml"/><Relationship Id="rId109" Type="http://schemas.openxmlformats.org/officeDocument/2006/relationships/tags" Target="../tags/tag302.xml"/><Relationship Id="rId34" Type="http://schemas.openxmlformats.org/officeDocument/2006/relationships/tags" Target="../tags/tag227.xml"/><Relationship Id="rId50" Type="http://schemas.openxmlformats.org/officeDocument/2006/relationships/tags" Target="../tags/tag243.xml"/><Relationship Id="rId55" Type="http://schemas.openxmlformats.org/officeDocument/2006/relationships/tags" Target="../tags/tag248.xml"/><Relationship Id="rId76" Type="http://schemas.openxmlformats.org/officeDocument/2006/relationships/tags" Target="../tags/tag269.xml"/><Relationship Id="rId97" Type="http://schemas.openxmlformats.org/officeDocument/2006/relationships/tags" Target="../tags/tag290.xml"/><Relationship Id="rId104" Type="http://schemas.openxmlformats.org/officeDocument/2006/relationships/tags" Target="../tags/tag297.xml"/><Relationship Id="rId7" Type="http://schemas.openxmlformats.org/officeDocument/2006/relationships/tags" Target="../tags/tag200.xml"/><Relationship Id="rId71" Type="http://schemas.openxmlformats.org/officeDocument/2006/relationships/tags" Target="../tags/tag264.xml"/><Relationship Id="rId92" Type="http://schemas.openxmlformats.org/officeDocument/2006/relationships/tags" Target="../tags/tag285.xml"/><Relationship Id="rId2" Type="http://schemas.openxmlformats.org/officeDocument/2006/relationships/tags" Target="../tags/tag195.xml"/><Relationship Id="rId29" Type="http://schemas.openxmlformats.org/officeDocument/2006/relationships/tags" Target="../tags/tag222.xml"/><Relationship Id="rId24" Type="http://schemas.openxmlformats.org/officeDocument/2006/relationships/tags" Target="../tags/tag217.xml"/><Relationship Id="rId40" Type="http://schemas.openxmlformats.org/officeDocument/2006/relationships/tags" Target="../tags/tag233.xml"/><Relationship Id="rId45" Type="http://schemas.openxmlformats.org/officeDocument/2006/relationships/tags" Target="../tags/tag238.xml"/><Relationship Id="rId66" Type="http://schemas.openxmlformats.org/officeDocument/2006/relationships/tags" Target="../tags/tag259.xml"/><Relationship Id="rId87" Type="http://schemas.openxmlformats.org/officeDocument/2006/relationships/tags" Target="../tags/tag280.xml"/><Relationship Id="rId110" Type="http://schemas.openxmlformats.org/officeDocument/2006/relationships/tags" Target="../tags/tag303.xml"/><Relationship Id="rId115" Type="http://schemas.openxmlformats.org/officeDocument/2006/relationships/tags" Target="../tags/tag308.xml"/><Relationship Id="rId61" Type="http://schemas.openxmlformats.org/officeDocument/2006/relationships/tags" Target="../tags/tag254.xml"/><Relationship Id="rId82" Type="http://schemas.openxmlformats.org/officeDocument/2006/relationships/tags" Target="../tags/tag275.xml"/><Relationship Id="rId19" Type="http://schemas.openxmlformats.org/officeDocument/2006/relationships/tags" Target="../tags/tag212.xml"/><Relationship Id="rId14" Type="http://schemas.openxmlformats.org/officeDocument/2006/relationships/tags" Target="../tags/tag207.xml"/><Relationship Id="rId30" Type="http://schemas.openxmlformats.org/officeDocument/2006/relationships/tags" Target="../tags/tag223.xml"/><Relationship Id="rId35" Type="http://schemas.openxmlformats.org/officeDocument/2006/relationships/tags" Target="../tags/tag228.xml"/><Relationship Id="rId56" Type="http://schemas.openxmlformats.org/officeDocument/2006/relationships/tags" Target="../tags/tag249.xml"/><Relationship Id="rId77" Type="http://schemas.openxmlformats.org/officeDocument/2006/relationships/tags" Target="../tags/tag270.xml"/><Relationship Id="rId100" Type="http://schemas.openxmlformats.org/officeDocument/2006/relationships/tags" Target="../tags/tag293.xml"/><Relationship Id="rId105" Type="http://schemas.openxmlformats.org/officeDocument/2006/relationships/tags" Target="../tags/tag298.xml"/><Relationship Id="rId8" Type="http://schemas.openxmlformats.org/officeDocument/2006/relationships/tags" Target="../tags/tag201.xml"/><Relationship Id="rId51" Type="http://schemas.openxmlformats.org/officeDocument/2006/relationships/tags" Target="../tags/tag244.xml"/><Relationship Id="rId72" Type="http://schemas.openxmlformats.org/officeDocument/2006/relationships/tags" Target="../tags/tag265.xml"/><Relationship Id="rId93" Type="http://schemas.openxmlformats.org/officeDocument/2006/relationships/tags" Target="../tags/tag286.xml"/><Relationship Id="rId98" Type="http://schemas.openxmlformats.org/officeDocument/2006/relationships/tags" Target="../tags/tag291.xml"/><Relationship Id="rId3" Type="http://schemas.openxmlformats.org/officeDocument/2006/relationships/tags" Target="../tags/tag196.xml"/><Relationship Id="rId25" Type="http://schemas.openxmlformats.org/officeDocument/2006/relationships/tags" Target="../tags/tag218.xml"/><Relationship Id="rId46" Type="http://schemas.openxmlformats.org/officeDocument/2006/relationships/tags" Target="../tags/tag239.xml"/><Relationship Id="rId67" Type="http://schemas.openxmlformats.org/officeDocument/2006/relationships/tags" Target="../tags/tag260.xml"/><Relationship Id="rId116" Type="http://schemas.openxmlformats.org/officeDocument/2006/relationships/tags" Target="../tags/tag309.xml"/><Relationship Id="rId20" Type="http://schemas.openxmlformats.org/officeDocument/2006/relationships/tags" Target="../tags/tag213.xml"/><Relationship Id="rId41" Type="http://schemas.openxmlformats.org/officeDocument/2006/relationships/tags" Target="../tags/tag234.xml"/><Relationship Id="rId62" Type="http://schemas.openxmlformats.org/officeDocument/2006/relationships/tags" Target="../tags/tag255.xml"/><Relationship Id="rId83" Type="http://schemas.openxmlformats.org/officeDocument/2006/relationships/tags" Target="../tags/tag276.xml"/><Relationship Id="rId88" Type="http://schemas.openxmlformats.org/officeDocument/2006/relationships/tags" Target="../tags/tag281.xml"/><Relationship Id="rId111" Type="http://schemas.openxmlformats.org/officeDocument/2006/relationships/tags" Target="../tags/tag304.xml"/><Relationship Id="rId15" Type="http://schemas.openxmlformats.org/officeDocument/2006/relationships/tags" Target="../tags/tag208.xml"/><Relationship Id="rId36" Type="http://schemas.openxmlformats.org/officeDocument/2006/relationships/tags" Target="../tags/tag229.xml"/><Relationship Id="rId57" Type="http://schemas.openxmlformats.org/officeDocument/2006/relationships/tags" Target="../tags/tag250.xml"/><Relationship Id="rId106" Type="http://schemas.openxmlformats.org/officeDocument/2006/relationships/tags" Target="../tags/tag29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310.xml"/><Relationship Id="rId5" Type="http://schemas.openxmlformats.org/officeDocument/2006/relationships/image" Target="../media/image57.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audio" Target="../media/audio3.wav"/><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audio" Target="../media/audio1.wav"/><Relationship Id="rId7" Type="http://schemas.openxmlformats.org/officeDocument/2006/relationships/image" Target="../media/image61.jpeg"/><Relationship Id="rId2" Type="http://schemas.openxmlformats.org/officeDocument/2006/relationships/slideLayout" Target="../slideLayouts/slideLayout1.xml"/><Relationship Id="rId1" Type="http://schemas.openxmlformats.org/officeDocument/2006/relationships/tags" Target="../tags/tag311.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65.png"/><Relationship Id="rId2" Type="http://schemas.openxmlformats.org/officeDocument/2006/relationships/slideLayout" Target="../slideLayouts/slideLayout1.xml"/><Relationship Id="rId1" Type="http://schemas.openxmlformats.org/officeDocument/2006/relationships/tags" Target="../tags/tag31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8" Type="http://schemas.openxmlformats.org/officeDocument/2006/relationships/image" Target="../media/image69.jpeg"/><Relationship Id="rId3" Type="http://schemas.openxmlformats.org/officeDocument/2006/relationships/audio" Target="../media/audio1.wav"/><Relationship Id="rId7"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313.xml"/><Relationship Id="rId6" Type="http://schemas.openxmlformats.org/officeDocument/2006/relationships/image" Target="../media/image67.jpeg"/><Relationship Id="rId5" Type="http://schemas.openxmlformats.org/officeDocument/2006/relationships/image" Target="../media/image66.jpeg"/><Relationship Id="rId4" Type="http://schemas.openxmlformats.org/officeDocument/2006/relationships/image" Target="../media/image31.png"/><Relationship Id="rId9" Type="http://schemas.openxmlformats.org/officeDocument/2006/relationships/image" Target="../media/image70.jpe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45.xml.rels><?xml version="1.0" encoding="UTF-8" standalone="yes"?>
<Relationships xmlns="http://schemas.openxmlformats.org/package/2006/relationships"><Relationship Id="rId8" Type="http://schemas.openxmlformats.org/officeDocument/2006/relationships/image" Target="../media/image74.jpeg"/><Relationship Id="rId3" Type="http://schemas.openxmlformats.org/officeDocument/2006/relationships/notesSlide" Target="../notesSlides/notesSlide9.xml"/><Relationship Id="rId7" Type="http://schemas.openxmlformats.org/officeDocument/2006/relationships/image" Target="../media/image73.jpeg"/><Relationship Id="rId2" Type="http://schemas.openxmlformats.org/officeDocument/2006/relationships/slideLayout" Target="../slideLayouts/slideLayout1.xml"/><Relationship Id="rId1" Type="http://schemas.openxmlformats.org/officeDocument/2006/relationships/tags" Target="../tags/tag314.xml"/><Relationship Id="rId6" Type="http://schemas.openxmlformats.org/officeDocument/2006/relationships/image" Target="../media/image72.jpeg"/><Relationship Id="rId5" Type="http://schemas.openxmlformats.org/officeDocument/2006/relationships/image" Target="../media/image71.jpeg"/><Relationship Id="rId10" Type="http://schemas.openxmlformats.org/officeDocument/2006/relationships/comments" Target="../comments/comment1.xml"/><Relationship Id="rId4" Type="http://schemas.openxmlformats.org/officeDocument/2006/relationships/image" Target="../media/image28.png"/><Relationship Id="rId9" Type="http://schemas.openxmlformats.org/officeDocument/2006/relationships/image" Target="../media/image75.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315.xml"/><Relationship Id="rId5" Type="http://schemas.openxmlformats.org/officeDocument/2006/relationships/image" Target="../media/image28.png"/><Relationship Id="rId4" Type="http://schemas.openxmlformats.org/officeDocument/2006/relationships/audio" Target="../media/audio1.wav"/></Relationships>
</file>

<file path=ppt/slides/_rels/slide47.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audio" Target="../media/audio1.wav"/><Relationship Id="rId7" Type="http://schemas.openxmlformats.org/officeDocument/2006/relationships/customXml" Target="../ink/ink1.xml"/><Relationship Id="rId2" Type="http://schemas.openxmlformats.org/officeDocument/2006/relationships/slideLayout" Target="../slideLayouts/slideLayout1.xml"/><Relationship Id="rId1" Type="http://schemas.openxmlformats.org/officeDocument/2006/relationships/tags" Target="../tags/tag316.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audio" Target="../media/audio1.wav"/><Relationship Id="rId7" Type="http://schemas.microsoft.com/office/2007/relationships/hdphoto" Target="../media/hdphoto5.wdp"/><Relationship Id="rId2" Type="http://schemas.openxmlformats.org/officeDocument/2006/relationships/slideLayout" Target="../slideLayouts/slideLayout1.xml"/><Relationship Id="rId1" Type="http://schemas.openxmlformats.org/officeDocument/2006/relationships/tags" Target="../tags/tag317.xml"/><Relationship Id="rId6" Type="http://schemas.openxmlformats.org/officeDocument/2006/relationships/image" Target="../media/image79.png"/><Relationship Id="rId5" Type="http://schemas.openxmlformats.org/officeDocument/2006/relationships/image" Target="../media/image78.jpe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audio" Target="../media/audio1.wav"/><Relationship Id="rId7" Type="http://schemas.openxmlformats.org/officeDocument/2006/relationships/image" Target="../media/image81.png"/><Relationship Id="rId2" Type="http://schemas.openxmlformats.org/officeDocument/2006/relationships/slideLayout" Target="../slideLayouts/slideLayout1.xml"/><Relationship Id="rId1" Type="http://schemas.openxmlformats.org/officeDocument/2006/relationships/tags" Target="../tags/tag318.xml"/><Relationship Id="rId6" Type="http://schemas.microsoft.com/office/2007/relationships/hdphoto" Target="../media/hdphoto6.wdp"/><Relationship Id="rId5" Type="http://schemas.openxmlformats.org/officeDocument/2006/relationships/image" Target="../media/image80.png"/><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6.png"/><Relationship Id="rId4" Type="http://schemas.openxmlformats.org/officeDocument/2006/relationships/audio" Target="../media/audio1.wav"/></Relationships>
</file>

<file path=ppt/slides/_rels/slide5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6.png"/><Relationship Id="rId4" Type="http://schemas.openxmlformats.org/officeDocument/2006/relationships/audio" Target="../media/audio1.wav"/></Relationships>
</file>

<file path=ppt/slides/_rels/slide5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6.png"/><Relationship Id="rId4" Type="http://schemas.openxmlformats.org/officeDocument/2006/relationships/audio" Target="../media/audio1.wav"/></Relationships>
</file>

<file path=ppt/slides/_rels/slide53.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6.png"/><Relationship Id="rId4" Type="http://schemas.openxmlformats.org/officeDocument/2006/relationships/audio" Target="../media/audio1.wav"/></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26" Type="http://schemas.openxmlformats.org/officeDocument/2006/relationships/tags" Target="../tags/tag344.xml"/><Relationship Id="rId117" Type="http://schemas.openxmlformats.org/officeDocument/2006/relationships/slideLayout" Target="../slideLayouts/slideLayout1.xml"/><Relationship Id="rId21" Type="http://schemas.openxmlformats.org/officeDocument/2006/relationships/tags" Target="../tags/tag339.xml"/><Relationship Id="rId42" Type="http://schemas.openxmlformats.org/officeDocument/2006/relationships/tags" Target="../tags/tag360.xml"/><Relationship Id="rId47" Type="http://schemas.openxmlformats.org/officeDocument/2006/relationships/tags" Target="../tags/tag365.xml"/><Relationship Id="rId63" Type="http://schemas.openxmlformats.org/officeDocument/2006/relationships/tags" Target="../tags/tag381.xml"/><Relationship Id="rId68" Type="http://schemas.openxmlformats.org/officeDocument/2006/relationships/tags" Target="../tags/tag386.xml"/><Relationship Id="rId84" Type="http://schemas.openxmlformats.org/officeDocument/2006/relationships/tags" Target="../tags/tag402.xml"/><Relationship Id="rId89" Type="http://schemas.openxmlformats.org/officeDocument/2006/relationships/tags" Target="../tags/tag407.xml"/><Relationship Id="rId112" Type="http://schemas.openxmlformats.org/officeDocument/2006/relationships/tags" Target="../tags/tag430.xml"/><Relationship Id="rId16" Type="http://schemas.openxmlformats.org/officeDocument/2006/relationships/tags" Target="../tags/tag334.xml"/><Relationship Id="rId107" Type="http://schemas.openxmlformats.org/officeDocument/2006/relationships/tags" Target="../tags/tag425.xml"/><Relationship Id="rId11" Type="http://schemas.openxmlformats.org/officeDocument/2006/relationships/tags" Target="../tags/tag329.xml"/><Relationship Id="rId32" Type="http://schemas.openxmlformats.org/officeDocument/2006/relationships/tags" Target="../tags/tag350.xml"/><Relationship Id="rId37" Type="http://schemas.openxmlformats.org/officeDocument/2006/relationships/tags" Target="../tags/tag355.xml"/><Relationship Id="rId53" Type="http://schemas.openxmlformats.org/officeDocument/2006/relationships/tags" Target="../tags/tag371.xml"/><Relationship Id="rId58" Type="http://schemas.openxmlformats.org/officeDocument/2006/relationships/tags" Target="../tags/tag376.xml"/><Relationship Id="rId74" Type="http://schemas.openxmlformats.org/officeDocument/2006/relationships/tags" Target="../tags/tag392.xml"/><Relationship Id="rId79" Type="http://schemas.openxmlformats.org/officeDocument/2006/relationships/tags" Target="../tags/tag397.xml"/><Relationship Id="rId102" Type="http://schemas.openxmlformats.org/officeDocument/2006/relationships/tags" Target="../tags/tag420.xml"/><Relationship Id="rId5" Type="http://schemas.openxmlformats.org/officeDocument/2006/relationships/tags" Target="../tags/tag323.xml"/><Relationship Id="rId90" Type="http://schemas.openxmlformats.org/officeDocument/2006/relationships/tags" Target="../tags/tag408.xml"/><Relationship Id="rId95" Type="http://schemas.openxmlformats.org/officeDocument/2006/relationships/tags" Target="../tags/tag413.xml"/><Relationship Id="rId22" Type="http://schemas.openxmlformats.org/officeDocument/2006/relationships/tags" Target="../tags/tag340.xml"/><Relationship Id="rId27" Type="http://schemas.openxmlformats.org/officeDocument/2006/relationships/tags" Target="../tags/tag345.xml"/><Relationship Id="rId43" Type="http://schemas.openxmlformats.org/officeDocument/2006/relationships/tags" Target="../tags/tag361.xml"/><Relationship Id="rId48" Type="http://schemas.openxmlformats.org/officeDocument/2006/relationships/tags" Target="../tags/tag366.xml"/><Relationship Id="rId64" Type="http://schemas.openxmlformats.org/officeDocument/2006/relationships/tags" Target="../tags/tag382.xml"/><Relationship Id="rId69" Type="http://schemas.openxmlformats.org/officeDocument/2006/relationships/tags" Target="../tags/tag387.xml"/><Relationship Id="rId113" Type="http://schemas.openxmlformats.org/officeDocument/2006/relationships/tags" Target="../tags/tag431.xml"/><Relationship Id="rId118" Type="http://schemas.openxmlformats.org/officeDocument/2006/relationships/image" Target="../media/image5.jpeg"/><Relationship Id="rId80" Type="http://schemas.openxmlformats.org/officeDocument/2006/relationships/tags" Target="../tags/tag398.xml"/><Relationship Id="rId85" Type="http://schemas.openxmlformats.org/officeDocument/2006/relationships/tags" Target="../tags/tag403.xml"/><Relationship Id="rId12" Type="http://schemas.openxmlformats.org/officeDocument/2006/relationships/tags" Target="../tags/tag330.xml"/><Relationship Id="rId17" Type="http://schemas.openxmlformats.org/officeDocument/2006/relationships/tags" Target="../tags/tag335.xml"/><Relationship Id="rId33" Type="http://schemas.openxmlformats.org/officeDocument/2006/relationships/tags" Target="../tags/tag351.xml"/><Relationship Id="rId38" Type="http://schemas.openxmlformats.org/officeDocument/2006/relationships/tags" Target="../tags/tag356.xml"/><Relationship Id="rId59" Type="http://schemas.openxmlformats.org/officeDocument/2006/relationships/tags" Target="../tags/tag377.xml"/><Relationship Id="rId103" Type="http://schemas.openxmlformats.org/officeDocument/2006/relationships/tags" Target="../tags/tag421.xml"/><Relationship Id="rId108" Type="http://schemas.openxmlformats.org/officeDocument/2006/relationships/tags" Target="../tags/tag426.xml"/><Relationship Id="rId54" Type="http://schemas.openxmlformats.org/officeDocument/2006/relationships/tags" Target="../tags/tag372.xml"/><Relationship Id="rId70" Type="http://schemas.openxmlformats.org/officeDocument/2006/relationships/tags" Target="../tags/tag388.xml"/><Relationship Id="rId75" Type="http://schemas.openxmlformats.org/officeDocument/2006/relationships/tags" Target="../tags/tag393.xml"/><Relationship Id="rId91" Type="http://schemas.openxmlformats.org/officeDocument/2006/relationships/tags" Target="../tags/tag409.xml"/><Relationship Id="rId96" Type="http://schemas.openxmlformats.org/officeDocument/2006/relationships/tags" Target="../tags/tag414.xml"/><Relationship Id="rId1" Type="http://schemas.openxmlformats.org/officeDocument/2006/relationships/tags" Target="../tags/tag319.xml"/><Relationship Id="rId6" Type="http://schemas.openxmlformats.org/officeDocument/2006/relationships/tags" Target="../tags/tag324.xml"/><Relationship Id="rId23" Type="http://schemas.openxmlformats.org/officeDocument/2006/relationships/tags" Target="../tags/tag341.xml"/><Relationship Id="rId28" Type="http://schemas.openxmlformats.org/officeDocument/2006/relationships/tags" Target="../tags/tag346.xml"/><Relationship Id="rId49" Type="http://schemas.openxmlformats.org/officeDocument/2006/relationships/tags" Target="../tags/tag367.xml"/><Relationship Id="rId114" Type="http://schemas.openxmlformats.org/officeDocument/2006/relationships/tags" Target="../tags/tag432.xml"/><Relationship Id="rId119" Type="http://schemas.openxmlformats.org/officeDocument/2006/relationships/image" Target="../media/image6.png"/><Relationship Id="rId10" Type="http://schemas.openxmlformats.org/officeDocument/2006/relationships/tags" Target="../tags/tag328.xml"/><Relationship Id="rId31" Type="http://schemas.openxmlformats.org/officeDocument/2006/relationships/tags" Target="../tags/tag349.xml"/><Relationship Id="rId44" Type="http://schemas.openxmlformats.org/officeDocument/2006/relationships/tags" Target="../tags/tag362.xml"/><Relationship Id="rId52" Type="http://schemas.openxmlformats.org/officeDocument/2006/relationships/tags" Target="../tags/tag370.xml"/><Relationship Id="rId60" Type="http://schemas.openxmlformats.org/officeDocument/2006/relationships/tags" Target="../tags/tag378.xml"/><Relationship Id="rId65" Type="http://schemas.openxmlformats.org/officeDocument/2006/relationships/tags" Target="../tags/tag383.xml"/><Relationship Id="rId73" Type="http://schemas.openxmlformats.org/officeDocument/2006/relationships/tags" Target="../tags/tag391.xml"/><Relationship Id="rId78" Type="http://schemas.openxmlformats.org/officeDocument/2006/relationships/tags" Target="../tags/tag396.xml"/><Relationship Id="rId81" Type="http://schemas.openxmlformats.org/officeDocument/2006/relationships/tags" Target="../tags/tag399.xml"/><Relationship Id="rId86" Type="http://schemas.openxmlformats.org/officeDocument/2006/relationships/tags" Target="../tags/tag404.xml"/><Relationship Id="rId94" Type="http://schemas.openxmlformats.org/officeDocument/2006/relationships/tags" Target="../tags/tag412.xml"/><Relationship Id="rId99" Type="http://schemas.openxmlformats.org/officeDocument/2006/relationships/tags" Target="../tags/tag417.xml"/><Relationship Id="rId101" Type="http://schemas.openxmlformats.org/officeDocument/2006/relationships/tags" Target="../tags/tag419.xml"/><Relationship Id="rId4" Type="http://schemas.openxmlformats.org/officeDocument/2006/relationships/tags" Target="../tags/tag322.xml"/><Relationship Id="rId9" Type="http://schemas.openxmlformats.org/officeDocument/2006/relationships/tags" Target="../tags/tag327.xml"/><Relationship Id="rId13" Type="http://schemas.openxmlformats.org/officeDocument/2006/relationships/tags" Target="../tags/tag331.xml"/><Relationship Id="rId18" Type="http://schemas.openxmlformats.org/officeDocument/2006/relationships/tags" Target="../tags/tag336.xml"/><Relationship Id="rId39" Type="http://schemas.openxmlformats.org/officeDocument/2006/relationships/tags" Target="../tags/tag357.xml"/><Relationship Id="rId109" Type="http://schemas.openxmlformats.org/officeDocument/2006/relationships/tags" Target="../tags/tag427.xml"/><Relationship Id="rId34" Type="http://schemas.openxmlformats.org/officeDocument/2006/relationships/tags" Target="../tags/tag352.xml"/><Relationship Id="rId50" Type="http://schemas.openxmlformats.org/officeDocument/2006/relationships/tags" Target="../tags/tag368.xml"/><Relationship Id="rId55" Type="http://schemas.openxmlformats.org/officeDocument/2006/relationships/tags" Target="../tags/tag373.xml"/><Relationship Id="rId76" Type="http://schemas.openxmlformats.org/officeDocument/2006/relationships/tags" Target="../tags/tag394.xml"/><Relationship Id="rId97" Type="http://schemas.openxmlformats.org/officeDocument/2006/relationships/tags" Target="../tags/tag415.xml"/><Relationship Id="rId104" Type="http://schemas.openxmlformats.org/officeDocument/2006/relationships/tags" Target="../tags/tag422.xml"/><Relationship Id="rId7" Type="http://schemas.openxmlformats.org/officeDocument/2006/relationships/tags" Target="../tags/tag325.xml"/><Relationship Id="rId71" Type="http://schemas.openxmlformats.org/officeDocument/2006/relationships/tags" Target="../tags/tag389.xml"/><Relationship Id="rId92" Type="http://schemas.openxmlformats.org/officeDocument/2006/relationships/tags" Target="../tags/tag410.xml"/><Relationship Id="rId2" Type="http://schemas.openxmlformats.org/officeDocument/2006/relationships/tags" Target="../tags/tag320.xml"/><Relationship Id="rId29" Type="http://schemas.openxmlformats.org/officeDocument/2006/relationships/tags" Target="../tags/tag347.xml"/><Relationship Id="rId24" Type="http://schemas.openxmlformats.org/officeDocument/2006/relationships/tags" Target="../tags/tag342.xml"/><Relationship Id="rId40" Type="http://schemas.openxmlformats.org/officeDocument/2006/relationships/tags" Target="../tags/tag358.xml"/><Relationship Id="rId45" Type="http://schemas.openxmlformats.org/officeDocument/2006/relationships/tags" Target="../tags/tag363.xml"/><Relationship Id="rId66" Type="http://schemas.openxmlformats.org/officeDocument/2006/relationships/tags" Target="../tags/tag384.xml"/><Relationship Id="rId87" Type="http://schemas.openxmlformats.org/officeDocument/2006/relationships/tags" Target="../tags/tag405.xml"/><Relationship Id="rId110" Type="http://schemas.openxmlformats.org/officeDocument/2006/relationships/tags" Target="../tags/tag428.xml"/><Relationship Id="rId115" Type="http://schemas.openxmlformats.org/officeDocument/2006/relationships/tags" Target="../tags/tag433.xml"/><Relationship Id="rId61" Type="http://schemas.openxmlformats.org/officeDocument/2006/relationships/tags" Target="../tags/tag379.xml"/><Relationship Id="rId82" Type="http://schemas.openxmlformats.org/officeDocument/2006/relationships/tags" Target="../tags/tag400.xml"/><Relationship Id="rId19" Type="http://schemas.openxmlformats.org/officeDocument/2006/relationships/tags" Target="../tags/tag337.xml"/><Relationship Id="rId14" Type="http://schemas.openxmlformats.org/officeDocument/2006/relationships/tags" Target="../tags/tag332.xml"/><Relationship Id="rId30" Type="http://schemas.openxmlformats.org/officeDocument/2006/relationships/tags" Target="../tags/tag348.xml"/><Relationship Id="rId35" Type="http://schemas.openxmlformats.org/officeDocument/2006/relationships/tags" Target="../tags/tag353.xml"/><Relationship Id="rId56" Type="http://schemas.openxmlformats.org/officeDocument/2006/relationships/tags" Target="../tags/tag374.xml"/><Relationship Id="rId77" Type="http://schemas.openxmlformats.org/officeDocument/2006/relationships/tags" Target="../tags/tag395.xml"/><Relationship Id="rId100" Type="http://schemas.openxmlformats.org/officeDocument/2006/relationships/tags" Target="../tags/tag418.xml"/><Relationship Id="rId105" Type="http://schemas.openxmlformats.org/officeDocument/2006/relationships/tags" Target="../tags/tag423.xml"/><Relationship Id="rId8" Type="http://schemas.openxmlformats.org/officeDocument/2006/relationships/tags" Target="../tags/tag326.xml"/><Relationship Id="rId51" Type="http://schemas.openxmlformats.org/officeDocument/2006/relationships/tags" Target="../tags/tag369.xml"/><Relationship Id="rId72" Type="http://schemas.openxmlformats.org/officeDocument/2006/relationships/tags" Target="../tags/tag390.xml"/><Relationship Id="rId93" Type="http://schemas.openxmlformats.org/officeDocument/2006/relationships/tags" Target="../tags/tag411.xml"/><Relationship Id="rId98" Type="http://schemas.openxmlformats.org/officeDocument/2006/relationships/tags" Target="../tags/tag416.xml"/><Relationship Id="rId3" Type="http://schemas.openxmlformats.org/officeDocument/2006/relationships/tags" Target="../tags/tag321.xml"/><Relationship Id="rId25" Type="http://schemas.openxmlformats.org/officeDocument/2006/relationships/tags" Target="../tags/tag343.xml"/><Relationship Id="rId46" Type="http://schemas.openxmlformats.org/officeDocument/2006/relationships/tags" Target="../tags/tag364.xml"/><Relationship Id="rId67" Type="http://schemas.openxmlformats.org/officeDocument/2006/relationships/tags" Target="../tags/tag385.xml"/><Relationship Id="rId116" Type="http://schemas.openxmlformats.org/officeDocument/2006/relationships/tags" Target="../tags/tag434.xml"/><Relationship Id="rId20" Type="http://schemas.openxmlformats.org/officeDocument/2006/relationships/tags" Target="../tags/tag338.xml"/><Relationship Id="rId41" Type="http://schemas.openxmlformats.org/officeDocument/2006/relationships/tags" Target="../tags/tag359.xml"/><Relationship Id="rId62" Type="http://schemas.openxmlformats.org/officeDocument/2006/relationships/tags" Target="../tags/tag380.xml"/><Relationship Id="rId83" Type="http://schemas.openxmlformats.org/officeDocument/2006/relationships/tags" Target="../tags/tag401.xml"/><Relationship Id="rId88" Type="http://schemas.openxmlformats.org/officeDocument/2006/relationships/tags" Target="../tags/tag406.xml"/><Relationship Id="rId111" Type="http://schemas.openxmlformats.org/officeDocument/2006/relationships/tags" Target="../tags/tag429.xml"/><Relationship Id="rId15" Type="http://schemas.openxmlformats.org/officeDocument/2006/relationships/tags" Target="../tags/tag333.xml"/><Relationship Id="rId36" Type="http://schemas.openxmlformats.org/officeDocument/2006/relationships/tags" Target="../tags/tag354.xml"/><Relationship Id="rId57" Type="http://schemas.openxmlformats.org/officeDocument/2006/relationships/tags" Target="../tags/tag375.xml"/><Relationship Id="rId106" Type="http://schemas.openxmlformats.org/officeDocument/2006/relationships/tags" Target="../tags/tag424.xml"/></Relationships>
</file>

<file path=ppt/slides/_rels/slide6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5.pn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audio" Target="../media/audio3.wav"/><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audio" Target="../media/audio3.wav"/><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89.png"/><Relationship Id="rId5" Type="http://schemas.openxmlformats.org/officeDocument/2006/relationships/image" Target="../media/image3.png"/><Relationship Id="rId4" Type="http://schemas.openxmlformats.org/officeDocument/2006/relationships/image" Target="../media/image88.png"/></Relationships>
</file>

<file path=ppt/slides/_rels/slide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7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nvSpPr>
        <p:spPr>
          <a:xfrm>
            <a:off x="7544336" y="0"/>
            <a:ext cx="4647030" cy="6858000"/>
          </a:xfrm>
          <a:prstGeom prst="rect">
            <a:avLst/>
          </a:prstGeom>
          <a:gradFill flip="none" rotWithShape="1">
            <a:gsLst>
              <a:gs pos="0">
                <a:srgbClr val="E3C982"/>
              </a:gs>
              <a:gs pos="42100">
                <a:srgbClr val="B49256"/>
              </a:gs>
              <a:gs pos="100000">
                <a:srgbClr val="B29054"/>
              </a:gs>
            </a:gsLst>
            <a:lin ang="135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noFill/>
              <a:effectLst/>
              <a:uLnTx/>
              <a:uFillTx/>
              <a:latin typeface="方正兰亭黑简体" panose="02000000000000000000" charset="-122"/>
              <a:ea typeface="方正兰亭黑简体" panose="02000000000000000000" charset="-122"/>
              <a:cs typeface="+mn-cs"/>
            </a:endParaRPr>
          </a:p>
        </p:txBody>
      </p:sp>
      <p:sp>
        <p:nvSpPr>
          <p:cNvPr id="11" name="矩形 10"/>
          <p:cNvSpPr/>
          <p:nvPr/>
        </p:nvSpPr>
        <p:spPr>
          <a:xfrm>
            <a:off x="2905207" y="1"/>
            <a:ext cx="4647030" cy="6858024"/>
          </a:xfrm>
          <a:prstGeom prst="rect">
            <a:avLst/>
          </a:prstGeom>
          <a:gradFill>
            <a:gsLst>
              <a:gs pos="0">
                <a:schemeClr val="tx1">
                  <a:lumMod val="65000"/>
                  <a:lumOff val="35000"/>
                </a:schemeClr>
              </a:gs>
              <a:gs pos="42100">
                <a:schemeClr val="tx1">
                  <a:lumMod val="75000"/>
                  <a:lumOff val="25000"/>
                </a:schemeClr>
              </a:gs>
              <a:gs pos="100000">
                <a:schemeClr val="tx1">
                  <a:lumMod val="85000"/>
                  <a:lumOff val="15000"/>
                </a:schemeClr>
              </a:gs>
            </a:gsLst>
            <a:lin ang="135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elveticaExt-Normal"/>
              <a:ea typeface="OPPOSans B"/>
              <a:cs typeface="+mn-cs"/>
            </a:endParaRPr>
          </a:p>
        </p:txBody>
      </p:sp>
      <p:sp>
        <p:nvSpPr>
          <p:cNvPr id="8" name="文本框 7"/>
          <p:cNvSpPr txBox="1"/>
          <p:nvPr/>
        </p:nvSpPr>
        <p:spPr>
          <a:xfrm>
            <a:off x="238243" y="605882"/>
            <a:ext cx="267652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教学内容和目标</a:t>
            </a:r>
          </a:p>
        </p:txBody>
      </p:sp>
      <p:cxnSp>
        <p:nvCxnSpPr>
          <p:cNvPr id="104" name="直接连接符 103"/>
          <p:cNvCxnSpPr/>
          <p:nvPr/>
        </p:nvCxnSpPr>
        <p:spPr>
          <a:xfrm>
            <a:off x="870585" y="3202305"/>
            <a:ext cx="6681470" cy="0"/>
          </a:xfrm>
          <a:prstGeom prst="line">
            <a:avLst/>
          </a:prstGeom>
          <a:ln w="1270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870585" y="4983480"/>
            <a:ext cx="6681470" cy="0"/>
          </a:xfrm>
          <a:prstGeom prst="line">
            <a:avLst/>
          </a:prstGeom>
          <a:ln w="1270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800949" y="6582160"/>
            <a:ext cx="1078675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3469391" y="1480994"/>
            <a:ext cx="811831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746125" y="1773555"/>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75000"/>
                  </a:prst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主题</a:t>
            </a:r>
          </a:p>
        </p:txBody>
      </p:sp>
      <p:sp>
        <p:nvSpPr>
          <p:cNvPr id="58" name="文本框 57"/>
          <p:cNvSpPr txBox="1"/>
          <p:nvPr/>
        </p:nvSpPr>
        <p:spPr>
          <a:xfrm>
            <a:off x="3158946" y="1584961"/>
            <a:ext cx="6069330"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爱好与生活</a:t>
            </a: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p:txBody>
      </p:sp>
      <p:sp>
        <p:nvSpPr>
          <p:cNvPr id="19" name="文本框 18"/>
          <p:cNvSpPr txBox="1"/>
          <p:nvPr/>
        </p:nvSpPr>
        <p:spPr>
          <a:xfrm>
            <a:off x="676317" y="2483486"/>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75000"/>
                  </a:prst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语言点</a:t>
            </a:r>
          </a:p>
        </p:txBody>
      </p:sp>
      <p:sp>
        <p:nvSpPr>
          <p:cNvPr id="59" name="文本框 58"/>
          <p:cNvSpPr txBox="1"/>
          <p:nvPr/>
        </p:nvSpPr>
        <p:spPr>
          <a:xfrm>
            <a:off x="3167201" y="1951697"/>
            <a:ext cx="4700326"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1</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）“各自、勿、包括、时刻”的意义和用法</a:t>
            </a:r>
          </a:p>
        </p:txBody>
      </p:sp>
      <p:sp>
        <p:nvSpPr>
          <p:cNvPr id="60" name="文本框 59"/>
          <p:cNvSpPr txBox="1"/>
          <p:nvPr/>
        </p:nvSpPr>
        <p:spPr>
          <a:xfrm>
            <a:off x="3158946" y="2360637"/>
            <a:ext cx="8162812"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2</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“轮流、盼望、稳定、平静、发愁、拥抱、撞、漏、顿、道”等词语的搭配</a:t>
            </a: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61" name="文本框 60"/>
          <p:cNvSpPr txBox="1"/>
          <p:nvPr/>
        </p:nvSpPr>
        <p:spPr>
          <a:xfrm>
            <a:off x="3167380" y="3251200"/>
            <a:ext cx="8561959"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1</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“待遇、疯、辞职、驾驶、舒适、随时、击、未来、时代“等本课其他重点五级</a:t>
            </a: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p:txBody>
      </p:sp>
      <p:sp>
        <p:nvSpPr>
          <p:cNvPr id="62" name="文本框 61"/>
          <p:cNvSpPr txBox="1"/>
          <p:nvPr/>
        </p:nvSpPr>
        <p:spPr>
          <a:xfrm>
            <a:off x="3167201" y="4059246"/>
            <a:ext cx="3916457"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2</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）理解本课</a:t>
            </a:r>
            <a:r>
              <a:rPr lang="en-US" altLang="zh-CN"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6</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个非大纲词语的意义</a:t>
            </a:r>
          </a:p>
        </p:txBody>
      </p:sp>
      <p:sp>
        <p:nvSpPr>
          <p:cNvPr id="23" name="文本框 22"/>
          <p:cNvSpPr txBox="1"/>
          <p:nvPr/>
        </p:nvSpPr>
        <p:spPr>
          <a:xfrm>
            <a:off x="746125" y="4990465"/>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75000"/>
                  </a:prst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篇章</a:t>
            </a:r>
          </a:p>
        </p:txBody>
      </p:sp>
      <p:sp>
        <p:nvSpPr>
          <p:cNvPr id="63" name="文本框 62"/>
          <p:cNvSpPr txBox="1"/>
          <p:nvPr/>
        </p:nvSpPr>
        <p:spPr>
          <a:xfrm>
            <a:off x="3167380" y="5040630"/>
            <a:ext cx="9081332" cy="646331"/>
          </a:xfrm>
          <a:prstGeom prst="rect">
            <a:avLst/>
          </a:prstGeom>
          <a:noFill/>
        </p:spPr>
        <p:txBody>
          <a:bodyPr wrap="none">
            <a:spAutoFit/>
          </a:bodyPr>
          <a:lstStyle/>
          <a:p>
            <a:pPr lvl="0">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1</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）本文讲述了翟峰放弃稳定工作，自学驾驶帆船，带领全家人航海的故事</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。要求学生</a:t>
            </a:r>
            <a:endPar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         阅读理解课文，掌握大意，能运用所学词汇、语言点叙述翟峰一家人出海的经历。</a:t>
            </a:r>
          </a:p>
        </p:txBody>
      </p:sp>
      <p:sp>
        <p:nvSpPr>
          <p:cNvPr id="64" name="文本框 63"/>
          <p:cNvSpPr txBox="1"/>
          <p:nvPr/>
        </p:nvSpPr>
        <p:spPr>
          <a:xfrm>
            <a:off x="3167201" y="5686442"/>
            <a:ext cx="6542176"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2</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）讨论爱好与工作、家庭、生活的关系，并完成命题写作。</a:t>
            </a:r>
          </a:p>
        </p:txBody>
      </p:sp>
      <p:sp>
        <p:nvSpPr>
          <p:cNvPr id="73" name="文本框 72"/>
          <p:cNvSpPr txBox="1"/>
          <p:nvPr/>
        </p:nvSpPr>
        <p:spPr>
          <a:xfrm>
            <a:off x="3395611" y="855648"/>
            <a:ext cx="338328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思源黑体 CN Bold" panose="020B0800000000000000" charset="-122"/>
                <a:ea typeface="思源黑体 CN Bold" panose="020B0800000000000000" charset="-122"/>
                <a:cs typeface="+mn-cs"/>
              </a:rPr>
              <a:t>学生能够了解并掌握</a:t>
            </a:r>
          </a:p>
        </p:txBody>
      </p:sp>
      <p:cxnSp>
        <p:nvCxnSpPr>
          <p:cNvPr id="85" name="直接连接符 84"/>
          <p:cNvCxnSpPr/>
          <p:nvPr/>
        </p:nvCxnSpPr>
        <p:spPr>
          <a:xfrm>
            <a:off x="7543800" y="3202305"/>
            <a:ext cx="4043680" cy="0"/>
          </a:xfrm>
          <a:prstGeom prst="line">
            <a:avLst/>
          </a:prstGeom>
          <a:ln w="127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7543800" y="4983480"/>
            <a:ext cx="4043680" cy="0"/>
          </a:xfrm>
          <a:prstGeom prst="line">
            <a:avLst/>
          </a:prstGeom>
          <a:ln w="127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2" name="图片 11" descr="C:\Users\Administrator\Desktop\我1.png我1"/>
          <p:cNvPicPr>
            <a:picLocks noChangeAspect="1"/>
          </p:cNvPicPr>
          <p:nvPr/>
        </p:nvPicPr>
        <p:blipFill>
          <a:blip r:embed="rId2"/>
          <a:srcRect/>
          <a:stretch>
            <a:fillRect/>
          </a:stretch>
        </p:blipFill>
        <p:spPr>
          <a:xfrm>
            <a:off x="10719753" y="0"/>
            <a:ext cx="1459230" cy="1459230"/>
          </a:xfrm>
          <a:prstGeom prst="rect">
            <a:avLst/>
          </a:prstGeom>
        </p:spPr>
      </p:pic>
      <p:sp>
        <p:nvSpPr>
          <p:cNvPr id="7" name="文本框 6"/>
          <p:cNvSpPr txBox="1"/>
          <p:nvPr/>
        </p:nvSpPr>
        <p:spPr>
          <a:xfrm>
            <a:off x="3167380" y="3660140"/>
            <a:ext cx="9012555"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dirty="0">
                <a:solidFill>
                  <a:prstClr val="white"/>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大纲词语的意义和用法。</a:t>
            </a:r>
          </a:p>
        </p:txBody>
      </p:sp>
      <p:sp>
        <p:nvSpPr>
          <p:cNvPr id="9" name="文本框 8"/>
          <p:cNvSpPr txBox="1"/>
          <p:nvPr/>
        </p:nvSpPr>
        <p:spPr>
          <a:xfrm>
            <a:off x="3158946" y="4460566"/>
            <a:ext cx="800411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3</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）了解并掌握</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扩展</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板块</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5</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个</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天气</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类词语和</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8</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个“生产”类词语的意义和用法</a:t>
            </a:r>
          </a:p>
        </p:txBody>
      </p:sp>
      <p:sp>
        <p:nvSpPr>
          <p:cNvPr id="2" name="文本框 1"/>
          <p:cNvSpPr txBox="1"/>
          <p:nvPr/>
        </p:nvSpPr>
        <p:spPr>
          <a:xfrm>
            <a:off x="715747" y="3516540"/>
            <a:ext cx="902811" cy="5232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lumMod val="75000"/>
                  </a:prst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词汇</a:t>
            </a:r>
          </a:p>
        </p:txBody>
      </p:sp>
      <p:sp>
        <p:nvSpPr>
          <p:cNvPr id="27" name="文本框 26"/>
          <p:cNvSpPr txBox="1"/>
          <p:nvPr/>
        </p:nvSpPr>
        <p:spPr>
          <a:xfrm>
            <a:off x="3189094" y="2730624"/>
            <a:ext cx="2964273"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a:t>
            </a:r>
            <a:r>
              <a:rPr kumimoji="0" lang="en-US" altLang="zh-CN"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3</a:t>
            </a:r>
            <a:r>
              <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rPr>
              <a:t>）“舒适”和“舒服”的异同</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3975" y="-110490"/>
            <a:ext cx="12245975" cy="8528685"/>
            <a:chOff x="-95" y="-188"/>
            <a:chExt cx="19285" cy="13431"/>
          </a:xfrm>
        </p:grpSpPr>
        <p:grpSp>
          <p:nvGrpSpPr>
            <p:cNvPr id="35" name="组合 34"/>
            <p:cNvGrpSpPr/>
            <p:nvPr/>
          </p:nvGrpSpPr>
          <p:grpSpPr>
            <a:xfrm>
              <a:off x="-95" y="-188"/>
              <a:ext cx="19285" cy="13431"/>
              <a:chOff x="-97" y="-188"/>
              <a:chExt cx="19285" cy="13431"/>
            </a:xfrm>
          </p:grpSpPr>
          <p:grpSp>
            <p:nvGrpSpPr>
              <p:cNvPr id="26" name="组合 25"/>
              <p:cNvGrpSpPr/>
              <p:nvPr/>
            </p:nvGrpSpPr>
            <p:grpSpPr>
              <a:xfrm>
                <a:off x="-97" y="-186"/>
                <a:ext cx="9664" cy="11216"/>
                <a:chOff x="1953" y="1163"/>
                <a:chExt cx="7302" cy="8474"/>
              </a:xfrm>
            </p:grpSpPr>
            <p:sp>
              <p:nvSpPr>
                <p:cNvPr id="8" name="矩形 7"/>
                <p:cNvSpPr/>
                <p:nvPr/>
              </p:nvSpPr>
              <p:spPr>
                <a:xfrm>
                  <a:off x="1964" y="3696"/>
                  <a:ext cx="7258" cy="3352"/>
                </a:xfrm>
                <a:prstGeom prst="rect">
                  <a:avLst/>
                </a:prstGeom>
                <a:solidFill>
                  <a:srgbClr val="25366A"/>
                </a:solidFill>
                <a:ln w="3810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3"/>
                <p:cNvSpPr txBox="1"/>
                <p:nvPr/>
              </p:nvSpPr>
              <p:spPr>
                <a:xfrm>
                  <a:off x="1975" y="4268"/>
                  <a:ext cx="7239" cy="1866"/>
                </a:xfrm>
                <a:prstGeom prst="rect">
                  <a:avLst/>
                </a:prstGeom>
                <a:noFill/>
              </p:spPr>
              <p:txBody>
                <a:bodyPr wrap="square" rtlCol="0">
                  <a:spAutoFit/>
                </a:bodyPr>
                <a:lstStyle/>
                <a:p>
                  <a:pPr algn="ctr"/>
                  <a:r>
                    <a:rPr lang="en-US" altLang="zh-CN" sz="9600" b="1" dirty="0">
                      <a:ln w="28575">
                        <a:noFill/>
                      </a:ln>
                      <a:solidFill>
                        <a:schemeClr val="bg1"/>
                      </a:solidFill>
                      <a:latin typeface="思源黑体 CN Heavy" panose="020B0A00000000000000" pitchFamily="34" charset="-122"/>
                      <a:ea typeface="思源黑体 CN Heavy" panose="020B0A00000000000000" pitchFamily="34" charset="-122"/>
                    </a:rPr>
                    <a:t>HSK 5</a:t>
                  </a:r>
                </a:p>
              </p:txBody>
            </p:sp>
            <p:sp>
              <p:nvSpPr>
                <p:cNvPr id="11" name="矩形 10"/>
                <p:cNvSpPr/>
                <p:nvPr/>
              </p:nvSpPr>
              <p:spPr>
                <a:xfrm>
                  <a:off x="1963" y="1163"/>
                  <a:ext cx="7258" cy="2637"/>
                </a:xfrm>
                <a:prstGeom prst="rect">
                  <a:avLst/>
                </a:prstGeom>
                <a:solidFill>
                  <a:srgbClr val="2536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3"/>
                <p:cNvSpPr txBox="1"/>
                <p:nvPr/>
              </p:nvSpPr>
              <p:spPr>
                <a:xfrm>
                  <a:off x="1964" y="1674"/>
                  <a:ext cx="7280" cy="1207"/>
                </a:xfrm>
                <a:prstGeom prst="rect">
                  <a:avLst/>
                </a:prstGeom>
                <a:noFill/>
              </p:spPr>
              <p:txBody>
                <a:bodyPr wrap="square" rtlCol="0">
                  <a:spAutoFit/>
                </a:bodyPr>
                <a:lstStyle/>
                <a:p>
                  <a:pPr algn="ctr"/>
                  <a:r>
                    <a:rPr lang="en-US" altLang="zh-CN" sz="6000" b="1" dirty="0">
                      <a:solidFill>
                        <a:schemeClr val="bg1"/>
                      </a:solidFill>
                      <a:latin typeface="思源黑体 CN Regular" panose="020B0500000000000000" pitchFamily="34" charset="-122"/>
                      <a:ea typeface="思源黑体 CN Regular" panose="020B0500000000000000" pitchFamily="34" charset="-122"/>
                    </a:rPr>
                    <a:t>Standard Course</a:t>
                  </a:r>
                </a:p>
              </p:txBody>
            </p:sp>
            <p:sp>
              <p:nvSpPr>
                <p:cNvPr id="12" name="矩形 11"/>
                <p:cNvSpPr/>
                <p:nvPr/>
              </p:nvSpPr>
              <p:spPr>
                <a:xfrm>
                  <a:off x="1953" y="7001"/>
                  <a:ext cx="7258" cy="2636"/>
                </a:xfrm>
                <a:prstGeom prst="rect">
                  <a:avLst/>
                </a:prstGeom>
                <a:solidFill>
                  <a:srgbClr val="25366A"/>
                </a:solidFill>
                <a:ln w="3810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3"/>
                <p:cNvSpPr txBox="1"/>
                <p:nvPr/>
              </p:nvSpPr>
              <p:spPr>
                <a:xfrm>
                  <a:off x="1975" y="7522"/>
                  <a:ext cx="7280" cy="1207"/>
                </a:xfrm>
                <a:prstGeom prst="rect">
                  <a:avLst/>
                </a:prstGeom>
                <a:noFill/>
              </p:spPr>
              <p:txBody>
                <a:bodyPr wrap="square" rtlCol="0">
                  <a:spAutoFit/>
                </a:bodyPr>
                <a:lstStyle/>
                <a:p>
                  <a:pPr algn="ctr"/>
                  <a:r>
                    <a:rPr lang="en-US" altLang="zh-CN" sz="6000" b="1" dirty="0">
                      <a:solidFill>
                        <a:schemeClr val="bg1"/>
                      </a:solidFill>
                      <a:latin typeface="思源黑体 CN Regular" panose="020B0500000000000000" pitchFamily="34" charset="-122"/>
                      <a:ea typeface="思源黑体 CN Regular" panose="020B0500000000000000" pitchFamily="34" charset="-122"/>
                    </a:rPr>
                    <a:t>Lesson 3</a:t>
                  </a:r>
                </a:p>
              </p:txBody>
            </p:sp>
            <p:cxnSp>
              <p:nvCxnSpPr>
                <p:cNvPr id="14" name="直接连接符 13"/>
                <p:cNvCxnSpPr/>
                <p:nvPr/>
              </p:nvCxnSpPr>
              <p:spPr>
                <a:xfrm>
                  <a:off x="1965" y="3800"/>
                  <a:ext cx="7235" cy="2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964" y="6960"/>
                  <a:ext cx="7235" cy="2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2" name="矩形 21"/>
              <p:cNvSpPr/>
              <p:nvPr/>
            </p:nvSpPr>
            <p:spPr>
              <a:xfrm>
                <a:off x="9524" y="-188"/>
                <a:ext cx="9664" cy="11219"/>
              </a:xfrm>
              <a:prstGeom prst="rect">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5130" y="77"/>
                <a:ext cx="13166" cy="13166"/>
              </a:xfrm>
              <a:prstGeom prst="rect">
                <a:avLst/>
              </a:prstGeom>
            </p:spPr>
          </p:pic>
        </p:grpSp>
        <p:pic>
          <p:nvPicPr>
            <p:cNvPr id="38" name="图片 37" descr="下一页按钮">
              <a:hlinkClick r:id="" action="ppaction://hlinkshowjump?jump=nextslide"/>
            </p:cNvPr>
            <p:cNvPicPr>
              <a:picLocks noChangeAspect="1"/>
            </p:cNvPicPr>
            <p:nvPr/>
          </p:nvPicPr>
          <p:blipFill>
            <a:blip r:embed="rId4"/>
            <a:stretch>
              <a:fillRect/>
            </a:stretch>
          </p:blipFill>
          <p:spPr>
            <a:xfrm>
              <a:off x="15610" y="8802"/>
              <a:ext cx="2899" cy="1498"/>
            </a:xfrm>
            <a:prstGeom prst="rect">
              <a:avLst/>
            </a:prstGeom>
          </p:spPr>
        </p:pic>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2" name="图片 601" descr="C:\Users\38577\Desktop\11.jpg11"/>
          <p:cNvPicPr>
            <a:picLocks noChangeAspect="1"/>
          </p:cNvPicPr>
          <p:nvPr/>
        </p:nvPicPr>
        <p:blipFill rotWithShape="1">
          <a:blip r:embed="rId118"/>
          <a:srcRect/>
          <a:stretch>
            <a:fillRect/>
          </a:stretch>
        </p:blipFill>
        <p:spPr>
          <a:xfrm>
            <a:off x="-190500" y="-578167"/>
            <a:ext cx="12573635" cy="8015605"/>
          </a:xfrm>
          <a:prstGeom prst="rect">
            <a:avLst/>
          </a:prstGeom>
        </p:spPr>
      </p:pic>
      <p:sp>
        <p:nvSpPr>
          <p:cNvPr id="34" name="PA-4-Point Star 33"/>
          <p:cNvSpPr/>
          <p:nvPr>
            <p:custDataLst>
              <p:tags r:id="rId1"/>
            </p:custDataLst>
          </p:nvPr>
        </p:nvSpPr>
        <p:spPr>
          <a:xfrm rot="8294776">
            <a:off x="5002837" y="21462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PA-4-Point Star 34"/>
          <p:cNvSpPr/>
          <p:nvPr>
            <p:custDataLst>
              <p:tags r:id="rId2"/>
            </p:custDataLst>
          </p:nvPr>
        </p:nvSpPr>
        <p:spPr>
          <a:xfrm rot="8294776">
            <a:off x="5483061" y="2369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PA-4-Point Star 35"/>
          <p:cNvSpPr/>
          <p:nvPr>
            <p:custDataLst>
              <p:tags r:id="rId3"/>
            </p:custDataLst>
          </p:nvPr>
        </p:nvSpPr>
        <p:spPr>
          <a:xfrm rot="8294776">
            <a:off x="5344914" y="2685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PA-4-Point Star 36"/>
          <p:cNvSpPr/>
          <p:nvPr>
            <p:custDataLst>
              <p:tags r:id="rId4"/>
            </p:custDataLst>
          </p:nvPr>
        </p:nvSpPr>
        <p:spPr>
          <a:xfrm rot="16200000">
            <a:off x="243104" y="-655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A-4-Point Star 77"/>
          <p:cNvSpPr/>
          <p:nvPr>
            <p:custDataLst>
              <p:tags r:id="rId5"/>
            </p:custDataLst>
          </p:nvPr>
        </p:nvSpPr>
        <p:spPr>
          <a:xfrm rot="16200000">
            <a:off x="6457747" y="229694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PA-4-Point Star 96"/>
          <p:cNvSpPr/>
          <p:nvPr>
            <p:custDataLst>
              <p:tags r:id="rId6"/>
            </p:custDataLst>
          </p:nvPr>
        </p:nvSpPr>
        <p:spPr>
          <a:xfrm rot="8294776">
            <a:off x="5628180" y="26272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PA-4-Point Star 97"/>
          <p:cNvSpPr/>
          <p:nvPr>
            <p:custDataLst>
              <p:tags r:id="rId7"/>
            </p:custDataLst>
          </p:nvPr>
        </p:nvSpPr>
        <p:spPr>
          <a:xfrm rot="16200000">
            <a:off x="11913218" y="758020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PA-4-Point Star 108"/>
          <p:cNvSpPr/>
          <p:nvPr>
            <p:custDataLst>
              <p:tags r:id="rId8"/>
            </p:custDataLst>
          </p:nvPr>
        </p:nvSpPr>
        <p:spPr>
          <a:xfrm rot="16200000">
            <a:off x="6141590" y="2473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PA-4-Point Star 133"/>
          <p:cNvSpPr/>
          <p:nvPr>
            <p:custDataLst>
              <p:tags r:id="rId9"/>
            </p:custDataLst>
          </p:nvPr>
        </p:nvSpPr>
        <p:spPr>
          <a:xfrm rot="16200000">
            <a:off x="4653787" y="3063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PA-4-Point Star 134"/>
          <p:cNvSpPr/>
          <p:nvPr>
            <p:custDataLst>
              <p:tags r:id="rId10"/>
            </p:custDataLst>
          </p:nvPr>
        </p:nvSpPr>
        <p:spPr>
          <a:xfrm rot="8294776">
            <a:off x="5693570" y="21922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PA-4-Point Star 135"/>
          <p:cNvSpPr/>
          <p:nvPr>
            <p:custDataLst>
              <p:tags r:id="rId11"/>
            </p:custDataLst>
          </p:nvPr>
        </p:nvSpPr>
        <p:spPr>
          <a:xfrm rot="8294776">
            <a:off x="5555423" y="25080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PA-4-Point Star 136"/>
          <p:cNvSpPr/>
          <p:nvPr>
            <p:custDataLst>
              <p:tags r:id="rId12"/>
            </p:custDataLst>
          </p:nvPr>
        </p:nvSpPr>
        <p:spPr>
          <a:xfrm rot="8294776">
            <a:off x="4594974" y="2672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PA-4-Point Star 138"/>
          <p:cNvSpPr/>
          <p:nvPr>
            <p:custDataLst>
              <p:tags r:id="rId13"/>
            </p:custDataLst>
          </p:nvPr>
        </p:nvSpPr>
        <p:spPr>
          <a:xfrm rot="16200000">
            <a:off x="6686518" y="4379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PA-4-Point Star 139"/>
          <p:cNvSpPr/>
          <p:nvPr>
            <p:custDataLst>
              <p:tags r:id="rId14"/>
            </p:custDataLst>
          </p:nvPr>
        </p:nvSpPr>
        <p:spPr>
          <a:xfrm rot="7352446">
            <a:off x="9882647" y="68728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PA-4-Point Star 140"/>
          <p:cNvSpPr/>
          <p:nvPr>
            <p:custDataLst>
              <p:tags r:id="rId15"/>
            </p:custDataLst>
          </p:nvPr>
        </p:nvSpPr>
        <p:spPr>
          <a:xfrm rot="7352446">
            <a:off x="9744500" y="718859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PA-4-Point Star 141"/>
          <p:cNvSpPr/>
          <p:nvPr>
            <p:custDataLst>
              <p:tags r:id="rId16"/>
            </p:custDataLst>
          </p:nvPr>
        </p:nvSpPr>
        <p:spPr>
          <a:xfrm rot="8294776">
            <a:off x="7009842" y="177126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PA-4-Point Star 153"/>
          <p:cNvSpPr/>
          <p:nvPr>
            <p:custDataLst>
              <p:tags r:id="rId17"/>
            </p:custDataLst>
          </p:nvPr>
        </p:nvSpPr>
        <p:spPr>
          <a:xfrm rot="13694776">
            <a:off x="-716950" y="47656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PA-4-Point Star 154"/>
          <p:cNvSpPr/>
          <p:nvPr>
            <p:custDataLst>
              <p:tags r:id="rId18"/>
            </p:custDataLst>
          </p:nvPr>
        </p:nvSpPr>
        <p:spPr>
          <a:xfrm rot="13694776">
            <a:off x="275801" y="-11363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PA-4-Point Star 155"/>
          <p:cNvSpPr/>
          <p:nvPr>
            <p:custDataLst>
              <p:tags r:id="rId19"/>
            </p:custDataLst>
          </p:nvPr>
        </p:nvSpPr>
        <p:spPr>
          <a:xfrm>
            <a:off x="506143" y="-49301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PA-4-Point Star 225"/>
          <p:cNvSpPr/>
          <p:nvPr>
            <p:custDataLst>
              <p:tags r:id="rId20"/>
            </p:custDataLst>
          </p:nvPr>
        </p:nvSpPr>
        <p:spPr>
          <a:xfrm rot="13694776">
            <a:off x="-209233" y="15781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PA-4-Point Star 236"/>
          <p:cNvSpPr/>
          <p:nvPr>
            <p:custDataLst>
              <p:tags r:id="rId21"/>
            </p:custDataLst>
          </p:nvPr>
        </p:nvSpPr>
        <p:spPr>
          <a:xfrm rot="13694776">
            <a:off x="5239957" y="26512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PA-4-Point Star 237"/>
          <p:cNvSpPr/>
          <p:nvPr>
            <p:custDataLst>
              <p:tags r:id="rId22"/>
            </p:custDataLst>
          </p:nvPr>
        </p:nvSpPr>
        <p:spPr>
          <a:xfrm>
            <a:off x="960449" y="-53828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PA-4-Point Star 238"/>
          <p:cNvSpPr/>
          <p:nvPr>
            <p:custDataLst>
              <p:tags r:id="rId23"/>
            </p:custDataLst>
          </p:nvPr>
        </p:nvSpPr>
        <p:spPr>
          <a:xfrm>
            <a:off x="0" y="-3738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PA-4-Point Star 239"/>
          <p:cNvSpPr/>
          <p:nvPr>
            <p:custDataLst>
              <p:tags r:id="rId24"/>
            </p:custDataLst>
          </p:nvPr>
        </p:nvSpPr>
        <p:spPr>
          <a:xfrm>
            <a:off x="5390375" y="71836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PA-4-Point Star 241"/>
          <p:cNvSpPr/>
          <p:nvPr>
            <p:custDataLst>
              <p:tags r:id="rId25"/>
            </p:custDataLst>
          </p:nvPr>
        </p:nvSpPr>
        <p:spPr>
          <a:xfrm rot="13694776">
            <a:off x="-209232" y="14334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PA-4-Point Star 242"/>
          <p:cNvSpPr/>
          <p:nvPr>
            <p:custDataLst>
              <p:tags r:id="rId26"/>
            </p:custDataLst>
          </p:nvPr>
        </p:nvSpPr>
        <p:spPr>
          <a:xfrm>
            <a:off x="-1098007" y="548865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PA-4-Point Star 243"/>
          <p:cNvSpPr/>
          <p:nvPr>
            <p:custDataLst>
              <p:tags r:id="rId27"/>
            </p:custDataLst>
          </p:nvPr>
        </p:nvSpPr>
        <p:spPr>
          <a:xfrm>
            <a:off x="3844446" y="708495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PA-4-Point Star 244"/>
          <p:cNvSpPr/>
          <p:nvPr>
            <p:custDataLst>
              <p:tags r:id="rId28"/>
            </p:custDataLst>
          </p:nvPr>
        </p:nvSpPr>
        <p:spPr>
          <a:xfrm rot="13694776">
            <a:off x="-696034" y="15781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PA-4-Point Star 245"/>
          <p:cNvSpPr/>
          <p:nvPr>
            <p:custDataLst>
              <p:tags r:id="rId29"/>
            </p:custDataLst>
          </p:nvPr>
        </p:nvSpPr>
        <p:spPr>
          <a:xfrm>
            <a:off x="-966438" y="55412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PA-4-Point Star 246"/>
          <p:cNvSpPr/>
          <p:nvPr>
            <p:custDataLst>
              <p:tags r:id="rId30"/>
            </p:custDataLst>
          </p:nvPr>
        </p:nvSpPr>
        <p:spPr>
          <a:xfrm>
            <a:off x="-1104585" y="58570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PA-4-Point Star 247"/>
          <p:cNvSpPr/>
          <p:nvPr>
            <p:custDataLst>
              <p:tags r:id="rId31"/>
            </p:custDataLst>
          </p:nvPr>
        </p:nvSpPr>
        <p:spPr>
          <a:xfrm>
            <a:off x="3837868" y="745334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PA-4-Point Star 251"/>
          <p:cNvSpPr/>
          <p:nvPr>
            <p:custDataLst>
              <p:tags r:id="rId32"/>
            </p:custDataLst>
          </p:nvPr>
        </p:nvSpPr>
        <p:spPr>
          <a:xfrm>
            <a:off x="10170037" y="-720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PA-4-Point Star 256"/>
          <p:cNvSpPr/>
          <p:nvPr>
            <p:custDataLst>
              <p:tags r:id="rId33"/>
            </p:custDataLst>
          </p:nvPr>
        </p:nvSpPr>
        <p:spPr>
          <a:xfrm>
            <a:off x="730203" y="-7027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PA-4-Point Star 261"/>
          <p:cNvSpPr/>
          <p:nvPr>
            <p:custDataLst>
              <p:tags r:id="rId34"/>
            </p:custDataLst>
          </p:nvPr>
        </p:nvSpPr>
        <p:spPr>
          <a:xfrm>
            <a:off x="10321341" y="-28909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PA-4-Point Star 264"/>
          <p:cNvSpPr/>
          <p:nvPr>
            <p:custDataLst>
              <p:tags r:id="rId35"/>
            </p:custDataLst>
          </p:nvPr>
        </p:nvSpPr>
        <p:spPr>
          <a:xfrm>
            <a:off x="4844366" y="74138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PA-4-Point Star 265"/>
          <p:cNvSpPr/>
          <p:nvPr>
            <p:custDataLst>
              <p:tags r:id="rId36"/>
            </p:custDataLst>
          </p:nvPr>
        </p:nvSpPr>
        <p:spPr>
          <a:xfrm>
            <a:off x="-913810" y="58241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PA-4-Point Star 266"/>
          <p:cNvSpPr/>
          <p:nvPr>
            <p:custDataLst>
              <p:tags r:id="rId37"/>
            </p:custDataLst>
          </p:nvPr>
        </p:nvSpPr>
        <p:spPr>
          <a:xfrm>
            <a:off x="9420098" y="-28251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PA-4-Point Star 267"/>
          <p:cNvSpPr/>
          <p:nvPr>
            <p:custDataLst>
              <p:tags r:id="rId38"/>
            </p:custDataLst>
          </p:nvPr>
        </p:nvSpPr>
        <p:spPr>
          <a:xfrm>
            <a:off x="4423348" y="70323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PA-4-Point Star 268"/>
          <p:cNvSpPr/>
          <p:nvPr>
            <p:custDataLst>
              <p:tags r:id="rId39"/>
            </p:custDataLst>
          </p:nvPr>
        </p:nvSpPr>
        <p:spPr>
          <a:xfrm>
            <a:off x="5456160" y="70783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PA-4-Point Star 383"/>
          <p:cNvSpPr/>
          <p:nvPr>
            <p:custDataLst>
              <p:tags r:id="rId40"/>
            </p:custDataLst>
          </p:nvPr>
        </p:nvSpPr>
        <p:spPr>
          <a:xfrm rot="8294776">
            <a:off x="6733943" y="16996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PA-4-Point Star 387"/>
          <p:cNvSpPr/>
          <p:nvPr>
            <p:custDataLst>
              <p:tags r:id="rId41"/>
            </p:custDataLst>
          </p:nvPr>
        </p:nvSpPr>
        <p:spPr>
          <a:xfrm rot="8294776">
            <a:off x="4805877" y="251540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2" name="PA-4-Point Star 391"/>
          <p:cNvSpPr/>
          <p:nvPr>
            <p:custDataLst>
              <p:tags r:id="rId42"/>
            </p:custDataLst>
          </p:nvPr>
        </p:nvSpPr>
        <p:spPr>
          <a:xfrm rot="16200000">
            <a:off x="657938" y="-6214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PA-4-Point Star 396"/>
          <p:cNvSpPr/>
          <p:nvPr>
            <p:custDataLst>
              <p:tags r:id="rId43"/>
            </p:custDataLst>
          </p:nvPr>
        </p:nvSpPr>
        <p:spPr>
          <a:xfrm rot="15257670">
            <a:off x="12926393" y="53587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2" name="PA-4-Point Star 401"/>
          <p:cNvSpPr/>
          <p:nvPr>
            <p:custDataLst>
              <p:tags r:id="rId44"/>
            </p:custDataLst>
          </p:nvPr>
        </p:nvSpPr>
        <p:spPr>
          <a:xfrm rot="8294776">
            <a:off x="5865005" y="26140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PA-4-Point Star 402"/>
          <p:cNvSpPr/>
          <p:nvPr>
            <p:custDataLst>
              <p:tags r:id="rId45"/>
            </p:custDataLst>
          </p:nvPr>
        </p:nvSpPr>
        <p:spPr>
          <a:xfrm rot="16200000">
            <a:off x="7095855" y="2250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PA-4-Point Star 403"/>
          <p:cNvSpPr/>
          <p:nvPr>
            <p:custDataLst>
              <p:tags r:id="rId46"/>
            </p:custDataLst>
          </p:nvPr>
        </p:nvSpPr>
        <p:spPr>
          <a:xfrm rot="16200000">
            <a:off x="6957708" y="2566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PA-4-Point Star 404"/>
          <p:cNvSpPr/>
          <p:nvPr>
            <p:custDataLst>
              <p:tags r:id="rId47"/>
            </p:custDataLst>
          </p:nvPr>
        </p:nvSpPr>
        <p:spPr>
          <a:xfrm rot="16200000">
            <a:off x="10446429" y="-3919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PA-4-Point Star 405"/>
          <p:cNvSpPr/>
          <p:nvPr>
            <p:custDataLst>
              <p:tags r:id="rId48"/>
            </p:custDataLst>
          </p:nvPr>
        </p:nvSpPr>
        <p:spPr>
          <a:xfrm rot="16200000">
            <a:off x="6495647"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PA-4-Point Star 407"/>
          <p:cNvSpPr/>
          <p:nvPr>
            <p:custDataLst>
              <p:tags r:id="rId49"/>
            </p:custDataLst>
          </p:nvPr>
        </p:nvSpPr>
        <p:spPr>
          <a:xfrm rot="16200000">
            <a:off x="657939" y="-76617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PA-4-Point Star 408"/>
          <p:cNvSpPr/>
          <p:nvPr>
            <p:custDataLst>
              <p:tags r:id="rId50"/>
            </p:custDataLst>
          </p:nvPr>
        </p:nvSpPr>
        <p:spPr>
          <a:xfrm rot="16200000">
            <a:off x="519792" y="-45040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PA-4-Point Star 411"/>
          <p:cNvSpPr/>
          <p:nvPr>
            <p:custDataLst>
              <p:tags r:id="rId51"/>
            </p:custDataLst>
          </p:nvPr>
        </p:nvSpPr>
        <p:spPr>
          <a:xfrm rot="16200000">
            <a:off x="651361" y="-397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PA-4-Point Star 412"/>
          <p:cNvSpPr/>
          <p:nvPr>
            <p:custDataLst>
              <p:tags r:id="rId52"/>
            </p:custDataLst>
          </p:nvPr>
        </p:nvSpPr>
        <p:spPr>
          <a:xfrm rot="16200000">
            <a:off x="9854371" y="-2867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PA-4-Point Star 414"/>
          <p:cNvSpPr/>
          <p:nvPr>
            <p:custDataLst>
              <p:tags r:id="rId53"/>
            </p:custDataLst>
          </p:nvPr>
        </p:nvSpPr>
        <p:spPr>
          <a:xfrm rot="16200000">
            <a:off x="12071102" y="73104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6" name="PA-4-Point Star 415"/>
          <p:cNvSpPr/>
          <p:nvPr>
            <p:custDataLst>
              <p:tags r:id="rId54"/>
            </p:custDataLst>
          </p:nvPr>
        </p:nvSpPr>
        <p:spPr>
          <a:xfrm rot="15257670">
            <a:off x="12919816" y="55823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7" name="PA-4-Point Star 416"/>
          <p:cNvSpPr/>
          <p:nvPr>
            <p:custDataLst>
              <p:tags r:id="rId55"/>
            </p:custDataLst>
          </p:nvPr>
        </p:nvSpPr>
        <p:spPr>
          <a:xfrm rot="15257670">
            <a:off x="12781669" y="589814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8" name="PA-4-Point Star 417"/>
          <p:cNvSpPr/>
          <p:nvPr>
            <p:custDataLst>
              <p:tags r:id="rId56"/>
            </p:custDataLst>
          </p:nvPr>
        </p:nvSpPr>
        <p:spPr>
          <a:xfrm rot="16200000">
            <a:off x="6416706" y="711362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3" name="PA-4-Point Star 422"/>
          <p:cNvSpPr/>
          <p:nvPr>
            <p:custDataLst>
              <p:tags r:id="rId57"/>
            </p:custDataLst>
          </p:nvPr>
        </p:nvSpPr>
        <p:spPr>
          <a:xfrm rot="16200000">
            <a:off x="6727462" y="2402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6" name="PA-4-Point Star 425"/>
          <p:cNvSpPr/>
          <p:nvPr>
            <p:custDataLst>
              <p:tags r:id="rId58"/>
            </p:custDataLst>
          </p:nvPr>
        </p:nvSpPr>
        <p:spPr>
          <a:xfrm rot="16200000">
            <a:off x="8113939" y="69952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PA-4-Point Star 426"/>
          <p:cNvSpPr/>
          <p:nvPr>
            <p:custDataLst>
              <p:tags r:id="rId59"/>
            </p:custDataLst>
          </p:nvPr>
        </p:nvSpPr>
        <p:spPr>
          <a:xfrm rot="16200000">
            <a:off x="2295770" y="70849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8" name="PA-4-Point Star 427"/>
          <p:cNvSpPr/>
          <p:nvPr>
            <p:custDataLst>
              <p:tags r:id="rId60"/>
            </p:custDataLst>
          </p:nvPr>
        </p:nvSpPr>
        <p:spPr>
          <a:xfrm rot="16200000">
            <a:off x="6977443" y="302057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9" name="PA-4-Point Star 428"/>
          <p:cNvSpPr/>
          <p:nvPr>
            <p:custDataLst>
              <p:tags r:id="rId61"/>
            </p:custDataLst>
          </p:nvPr>
        </p:nvSpPr>
        <p:spPr>
          <a:xfrm rot="16200000">
            <a:off x="7048234" y="7120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0" name="PA-4-Point Star 429"/>
          <p:cNvSpPr/>
          <p:nvPr>
            <p:custDataLst>
              <p:tags r:id="rId62"/>
            </p:custDataLst>
          </p:nvPr>
        </p:nvSpPr>
        <p:spPr>
          <a:xfrm rot="16200000">
            <a:off x="6910087" y="743596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1" name="PA-4-Point Star 430"/>
          <p:cNvSpPr/>
          <p:nvPr>
            <p:custDataLst>
              <p:tags r:id="rId63"/>
            </p:custDataLst>
          </p:nvPr>
        </p:nvSpPr>
        <p:spPr>
          <a:xfrm rot="16200000">
            <a:off x="5949638" y="76004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2" name="PA-4-Point Star 431"/>
          <p:cNvSpPr/>
          <p:nvPr>
            <p:custDataLst>
              <p:tags r:id="rId64"/>
            </p:custDataLst>
          </p:nvPr>
        </p:nvSpPr>
        <p:spPr>
          <a:xfrm rot="16200000">
            <a:off x="10045146" y="-3196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PA-4-Point Star 432"/>
          <p:cNvSpPr/>
          <p:nvPr>
            <p:custDataLst>
              <p:tags r:id="rId65"/>
            </p:custDataLst>
          </p:nvPr>
        </p:nvSpPr>
        <p:spPr>
          <a:xfrm rot="16200000">
            <a:off x="6076200" y="302715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4" name="PA-4-Point Star 433"/>
          <p:cNvSpPr/>
          <p:nvPr>
            <p:custDataLst>
              <p:tags r:id="rId66"/>
            </p:custDataLst>
          </p:nvPr>
        </p:nvSpPr>
        <p:spPr>
          <a:xfrm rot="16200000">
            <a:off x="5528620" y="72188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PA-4-Point Star 434"/>
          <p:cNvSpPr/>
          <p:nvPr>
            <p:custDataLst>
              <p:tags r:id="rId67"/>
            </p:custDataLst>
          </p:nvPr>
        </p:nvSpPr>
        <p:spPr>
          <a:xfrm rot="16200000">
            <a:off x="6561432" y="72649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PA-4-Point Star 435"/>
          <p:cNvSpPr/>
          <p:nvPr>
            <p:custDataLst>
              <p:tags r:id="rId68"/>
            </p:custDataLst>
          </p:nvPr>
        </p:nvSpPr>
        <p:spPr>
          <a:xfrm rot="16200000">
            <a:off x="7041656" y="748859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PA-4-Point Star 436"/>
          <p:cNvSpPr/>
          <p:nvPr>
            <p:custDataLst>
              <p:tags r:id="rId69"/>
            </p:custDataLst>
          </p:nvPr>
        </p:nvSpPr>
        <p:spPr>
          <a:xfrm rot="16200000">
            <a:off x="1703712" y="719021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8" name="PA-4-Point Star 437"/>
          <p:cNvSpPr/>
          <p:nvPr>
            <p:custDataLst>
              <p:tags r:id="rId70"/>
            </p:custDataLst>
          </p:nvPr>
        </p:nvSpPr>
        <p:spPr>
          <a:xfrm rot="7352446">
            <a:off x="9751474" y="728147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9" name="PA-4-Point Star 438"/>
          <p:cNvSpPr/>
          <p:nvPr>
            <p:custDataLst>
              <p:tags r:id="rId71"/>
            </p:custDataLst>
          </p:nvPr>
        </p:nvSpPr>
        <p:spPr>
          <a:xfrm rot="16200000">
            <a:off x="12475404" y="357659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 name="PA-4-Point Star 439"/>
          <p:cNvSpPr/>
          <p:nvPr>
            <p:custDataLst>
              <p:tags r:id="rId72"/>
            </p:custDataLst>
          </p:nvPr>
        </p:nvSpPr>
        <p:spPr>
          <a:xfrm rot="15257670">
            <a:off x="12722463" y="555606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PA-4-Point Star 440"/>
          <p:cNvSpPr/>
          <p:nvPr>
            <p:custDataLst>
              <p:tags r:id="rId73"/>
            </p:custDataLst>
          </p:nvPr>
        </p:nvSpPr>
        <p:spPr>
          <a:xfrm rot="16200000">
            <a:off x="8225770"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7" name="PA-4-Point Star 456"/>
          <p:cNvSpPr/>
          <p:nvPr>
            <p:custDataLst>
              <p:tags r:id="rId74"/>
            </p:custDataLst>
          </p:nvPr>
        </p:nvSpPr>
        <p:spPr>
          <a:xfrm rot="15257670">
            <a:off x="9567374" y="771427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PA-4-Point Star 462"/>
          <p:cNvSpPr/>
          <p:nvPr>
            <p:custDataLst>
              <p:tags r:id="rId75"/>
            </p:custDataLst>
          </p:nvPr>
        </p:nvSpPr>
        <p:spPr>
          <a:xfrm>
            <a:off x="3837967" y="6117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5" name="PA-4-Point Star 464"/>
          <p:cNvSpPr/>
          <p:nvPr>
            <p:custDataLst>
              <p:tags r:id="rId76"/>
            </p:custDataLst>
          </p:nvPr>
        </p:nvSpPr>
        <p:spPr>
          <a:xfrm rot="13694776">
            <a:off x="4739603" y="25385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6" name="PA-4-Point Star 465"/>
          <p:cNvSpPr/>
          <p:nvPr>
            <p:custDataLst>
              <p:tags r:id="rId77"/>
            </p:custDataLst>
          </p:nvPr>
        </p:nvSpPr>
        <p:spPr>
          <a:xfrm>
            <a:off x="-874734" y="53234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8" name="PA-4-Point Star 467"/>
          <p:cNvSpPr/>
          <p:nvPr>
            <p:custDataLst>
              <p:tags r:id="rId78"/>
            </p:custDataLst>
          </p:nvPr>
        </p:nvSpPr>
        <p:spPr>
          <a:xfrm>
            <a:off x="2292038" y="-37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9" name="PA-4-Point Star 468"/>
          <p:cNvSpPr/>
          <p:nvPr>
            <p:custDataLst>
              <p:tags r:id="rId79"/>
            </p:custDataLst>
          </p:nvPr>
        </p:nvSpPr>
        <p:spPr>
          <a:xfrm rot="13694776">
            <a:off x="-571439" y="10050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0" name="PA-4-Point Star 469"/>
          <p:cNvSpPr/>
          <p:nvPr>
            <p:custDataLst>
              <p:tags r:id="rId80"/>
            </p:custDataLst>
          </p:nvPr>
        </p:nvSpPr>
        <p:spPr>
          <a:xfrm rot="13694776">
            <a:off x="-709586" y="132078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2" name="PA-4-Point Star 471"/>
          <p:cNvSpPr/>
          <p:nvPr>
            <p:custDataLst>
              <p:tags r:id="rId81"/>
            </p:custDataLst>
          </p:nvPr>
        </p:nvSpPr>
        <p:spPr>
          <a:xfrm rot="13694776">
            <a:off x="-1058241" y="11497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PA-4-Point Star 472"/>
          <p:cNvSpPr/>
          <p:nvPr>
            <p:custDataLst>
              <p:tags r:id="rId82"/>
            </p:custDataLst>
          </p:nvPr>
        </p:nvSpPr>
        <p:spPr>
          <a:xfrm rot="13694776">
            <a:off x="-578017" y="137341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PA-4-Point Star 473"/>
          <p:cNvSpPr/>
          <p:nvPr>
            <p:custDataLst>
              <p:tags r:id="rId83"/>
            </p:custDataLst>
          </p:nvPr>
        </p:nvSpPr>
        <p:spPr>
          <a:xfrm>
            <a:off x="-347675" y="201672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PA-4-Point Star 480"/>
          <p:cNvSpPr/>
          <p:nvPr>
            <p:custDataLst>
              <p:tags r:id="rId84"/>
            </p:custDataLst>
          </p:nvPr>
        </p:nvSpPr>
        <p:spPr>
          <a:xfrm>
            <a:off x="4002426" y="-49141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2" name="PA-4-Point Star 481"/>
          <p:cNvSpPr/>
          <p:nvPr>
            <p:custDataLst>
              <p:tags r:id="rId85"/>
            </p:custDataLst>
          </p:nvPr>
        </p:nvSpPr>
        <p:spPr>
          <a:xfrm>
            <a:off x="3041977" y="-3269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3" name="PA-4-Point Star 482"/>
          <p:cNvSpPr/>
          <p:nvPr>
            <p:custDataLst>
              <p:tags r:id="rId86"/>
            </p:custDataLst>
          </p:nvPr>
        </p:nvSpPr>
        <p:spPr>
          <a:xfrm rot="13694776">
            <a:off x="4509357" y="2374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2" name="PA-4-Point Star 501"/>
          <p:cNvSpPr/>
          <p:nvPr>
            <p:custDataLst>
              <p:tags r:id="rId87"/>
            </p:custDataLst>
          </p:nvPr>
        </p:nvSpPr>
        <p:spPr>
          <a:xfrm rot="13694776">
            <a:off x="-999821" y="466694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3" name="PA-4-Point Star 502"/>
          <p:cNvSpPr/>
          <p:nvPr>
            <p:custDataLst>
              <p:tags r:id="rId88"/>
            </p:custDataLst>
          </p:nvPr>
        </p:nvSpPr>
        <p:spPr>
          <a:xfrm rot="13694776">
            <a:off x="4502780" y="25977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4" name="PA-4-Point Star 503"/>
          <p:cNvSpPr/>
          <p:nvPr>
            <p:custDataLst>
              <p:tags r:id="rId89"/>
            </p:custDataLst>
          </p:nvPr>
        </p:nvSpPr>
        <p:spPr>
          <a:xfrm>
            <a:off x="223272" y="-59169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5" name="PA-4-Point Star 504"/>
          <p:cNvSpPr/>
          <p:nvPr>
            <p:custDataLst>
              <p:tags r:id="rId90"/>
            </p:custDataLst>
          </p:nvPr>
        </p:nvSpPr>
        <p:spPr>
          <a:xfrm>
            <a:off x="-1249704" y="569838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PA-4-Point Star 528"/>
          <p:cNvSpPr/>
          <p:nvPr>
            <p:custDataLst>
              <p:tags r:id="rId91"/>
            </p:custDataLst>
          </p:nvPr>
        </p:nvSpPr>
        <p:spPr>
          <a:xfrm rot="13694776">
            <a:off x="4476465" y="243990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1" name="PA-4-Point Star 530"/>
          <p:cNvSpPr/>
          <p:nvPr>
            <p:custDataLst>
              <p:tags r:id="rId92"/>
            </p:custDataLst>
          </p:nvPr>
        </p:nvSpPr>
        <p:spPr>
          <a:xfrm>
            <a:off x="3153811" y="-4190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PA-4-Point Star 531"/>
          <p:cNvSpPr/>
          <p:nvPr>
            <p:custDataLst>
              <p:tags r:id="rId93"/>
            </p:custDataLst>
          </p:nvPr>
        </p:nvSpPr>
        <p:spPr>
          <a:xfrm>
            <a:off x="3634035" y="-1953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PA-4-Point Star 532"/>
          <p:cNvSpPr/>
          <p:nvPr>
            <p:custDataLst>
              <p:tags r:id="rId94"/>
            </p:custDataLst>
          </p:nvPr>
        </p:nvSpPr>
        <p:spPr>
          <a:xfrm rot="13694776">
            <a:off x="-966930" y="43511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PA-4-Point Star 533"/>
          <p:cNvSpPr/>
          <p:nvPr>
            <p:custDataLst>
              <p:tags r:id="rId95"/>
            </p:custDataLst>
          </p:nvPr>
        </p:nvSpPr>
        <p:spPr>
          <a:xfrm rot="13694776">
            <a:off x="-808262" y="110370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PA-4-Point Star 534"/>
          <p:cNvSpPr/>
          <p:nvPr>
            <p:custDataLst>
              <p:tags r:id="rId96"/>
            </p:custDataLst>
          </p:nvPr>
        </p:nvSpPr>
        <p:spPr>
          <a:xfrm>
            <a:off x="-651069" y="56062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9" name="PA-4-Point Star 538"/>
          <p:cNvSpPr/>
          <p:nvPr>
            <p:custDataLst>
              <p:tags r:id="rId97"/>
            </p:custDataLst>
          </p:nvPr>
        </p:nvSpPr>
        <p:spPr>
          <a:xfrm>
            <a:off x="328526" y="-6969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 name="PA-4-Point Star 541"/>
          <p:cNvSpPr/>
          <p:nvPr>
            <p:custDataLst>
              <p:tags r:id="rId98"/>
            </p:custDataLst>
          </p:nvPr>
        </p:nvSpPr>
        <p:spPr>
          <a:xfrm>
            <a:off x="2285459" y="5459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3" name="PA-4-Point Star 542"/>
          <p:cNvSpPr/>
          <p:nvPr>
            <p:custDataLst>
              <p:tags r:id="rId99"/>
            </p:custDataLst>
          </p:nvPr>
        </p:nvSpPr>
        <p:spPr>
          <a:xfrm rot="13694776">
            <a:off x="-1196389" y="11892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5" name="PA-4-Point Star 544"/>
          <p:cNvSpPr/>
          <p:nvPr>
            <p:custDataLst>
              <p:tags r:id="rId100"/>
            </p:custDataLst>
          </p:nvPr>
        </p:nvSpPr>
        <p:spPr>
          <a:xfrm>
            <a:off x="3120917" y="-2874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PA-4-Point Star 559"/>
          <p:cNvSpPr/>
          <p:nvPr>
            <p:custDataLst>
              <p:tags r:id="rId101"/>
            </p:custDataLst>
          </p:nvPr>
        </p:nvSpPr>
        <p:spPr>
          <a:xfrm>
            <a:off x="3361858"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PA-4-Point Star 560"/>
          <p:cNvSpPr/>
          <p:nvPr>
            <p:custDataLst>
              <p:tags r:id="rId102"/>
            </p:custDataLst>
          </p:nvPr>
        </p:nvSpPr>
        <p:spPr>
          <a:xfrm>
            <a:off x="2479263"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2" name="PA-4-Point Star 561"/>
          <p:cNvSpPr/>
          <p:nvPr>
            <p:custDataLst>
              <p:tags r:id="rId103"/>
            </p:custDataLst>
          </p:nvPr>
        </p:nvSpPr>
        <p:spPr>
          <a:xfrm>
            <a:off x="-694732" y="185261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PA-4-Point Star 567"/>
          <p:cNvSpPr/>
          <p:nvPr>
            <p:custDataLst>
              <p:tags r:id="rId104"/>
            </p:custDataLst>
          </p:nvPr>
        </p:nvSpPr>
        <p:spPr>
          <a:xfrm>
            <a:off x="-993911" y="177903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PA-4-Point Star 569"/>
          <p:cNvSpPr/>
          <p:nvPr>
            <p:custDataLst>
              <p:tags r:id="rId105"/>
            </p:custDataLst>
          </p:nvPr>
        </p:nvSpPr>
        <p:spPr>
          <a:xfrm>
            <a:off x="-811031" y="2152744"/>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PA-4-Point Star 570"/>
          <p:cNvSpPr/>
          <p:nvPr>
            <p:custDataLst>
              <p:tags r:id="rId106"/>
            </p:custDataLst>
          </p:nvPr>
        </p:nvSpPr>
        <p:spPr>
          <a:xfrm>
            <a:off x="-842836" y="278089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PA-4-Point Star 571"/>
          <p:cNvSpPr/>
          <p:nvPr>
            <p:custDataLst>
              <p:tags r:id="rId107"/>
            </p:custDataLst>
          </p:nvPr>
        </p:nvSpPr>
        <p:spPr>
          <a:xfrm>
            <a:off x="-1411295" y="7320855"/>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PA-4-Point Star 572"/>
          <p:cNvSpPr/>
          <p:nvPr>
            <p:custDataLst>
              <p:tags r:id="rId108"/>
            </p:custDataLst>
          </p:nvPr>
        </p:nvSpPr>
        <p:spPr>
          <a:xfrm>
            <a:off x="4225824" y="740226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PA-4-Point Star 586"/>
          <p:cNvSpPr/>
          <p:nvPr>
            <p:custDataLst>
              <p:tags r:id="rId109"/>
            </p:custDataLst>
          </p:nvPr>
        </p:nvSpPr>
        <p:spPr>
          <a:xfrm rot="8294776">
            <a:off x="-859688" y="4374360"/>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PA-4-Point Star 589"/>
          <p:cNvSpPr/>
          <p:nvPr>
            <p:custDataLst>
              <p:tags r:id="rId110"/>
            </p:custDataLst>
          </p:nvPr>
        </p:nvSpPr>
        <p:spPr>
          <a:xfrm rot="8294776">
            <a:off x="12236491" y="8201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PA-4-Point Star 590"/>
          <p:cNvSpPr/>
          <p:nvPr>
            <p:custDataLst>
              <p:tags r:id="rId111"/>
            </p:custDataLst>
          </p:nvPr>
        </p:nvSpPr>
        <p:spPr>
          <a:xfrm rot="16200000">
            <a:off x="12604980" y="172016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PA-4-Point Star 591"/>
          <p:cNvSpPr/>
          <p:nvPr>
            <p:custDataLst>
              <p:tags r:id="rId112"/>
            </p:custDataLst>
          </p:nvPr>
        </p:nvSpPr>
        <p:spPr>
          <a:xfrm rot="16200000">
            <a:off x="3004408" y="704445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PA-4-Point Star 595"/>
          <p:cNvSpPr/>
          <p:nvPr>
            <p:custDataLst>
              <p:tags r:id="rId113"/>
            </p:custDataLst>
          </p:nvPr>
        </p:nvSpPr>
        <p:spPr>
          <a:xfrm rot="8294776">
            <a:off x="12236490" y="2495122"/>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PA-4-Point Star 596"/>
          <p:cNvSpPr/>
          <p:nvPr>
            <p:custDataLst>
              <p:tags r:id="rId114"/>
            </p:custDataLst>
          </p:nvPr>
        </p:nvSpPr>
        <p:spPr>
          <a:xfrm rot="16200000">
            <a:off x="7117397" y="-6436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PA-4-Point Star 597"/>
          <p:cNvSpPr/>
          <p:nvPr>
            <p:custDataLst>
              <p:tags r:id="rId115"/>
            </p:custDataLst>
          </p:nvPr>
        </p:nvSpPr>
        <p:spPr>
          <a:xfrm rot="16200000">
            <a:off x="5058009" y="-715188"/>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PA-4-Point Star 598"/>
          <p:cNvSpPr/>
          <p:nvPr>
            <p:custDataLst>
              <p:tags r:id="rId116"/>
            </p:custDataLst>
          </p:nvPr>
        </p:nvSpPr>
        <p:spPr>
          <a:xfrm rot="16200000">
            <a:off x="3602920" y="-659529"/>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7"/>
          <p:cNvSpPr txBox="1"/>
          <p:nvPr/>
        </p:nvSpPr>
        <p:spPr>
          <a:xfrm>
            <a:off x="-48577" y="213995"/>
            <a:ext cx="508571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《HSK</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标准教程</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5--</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第三课</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a:t>
            </a:r>
          </a:p>
        </p:txBody>
      </p:sp>
      <p:sp>
        <p:nvSpPr>
          <p:cNvPr id="12" name="文本框 11"/>
          <p:cNvSpPr txBox="1"/>
          <p:nvPr/>
        </p:nvSpPr>
        <p:spPr>
          <a:xfrm>
            <a:off x="238243" y="702214"/>
            <a:ext cx="3614259"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sym typeface="+mn-ea"/>
              </a:rPr>
              <a:t>HSK Standard  Course 5  Lesson 3</a:t>
            </a:r>
          </a:p>
        </p:txBody>
      </p:sp>
      <p:grpSp>
        <p:nvGrpSpPr>
          <p:cNvPr id="11" name="组合 10"/>
          <p:cNvGrpSpPr/>
          <p:nvPr/>
        </p:nvGrpSpPr>
        <p:grpSpPr>
          <a:xfrm>
            <a:off x="1201913" y="2576830"/>
            <a:ext cx="9659087" cy="2916646"/>
            <a:chOff x="1893" y="4058"/>
            <a:chExt cx="15211" cy="4593"/>
          </a:xfrm>
        </p:grpSpPr>
        <p:grpSp>
          <p:nvGrpSpPr>
            <p:cNvPr id="14" name="组合 13"/>
            <p:cNvGrpSpPr/>
            <p:nvPr/>
          </p:nvGrpSpPr>
          <p:grpSpPr>
            <a:xfrm>
              <a:off x="1893" y="4058"/>
              <a:ext cx="15211" cy="4593"/>
              <a:chOff x="-96" y="3669"/>
              <a:chExt cx="18916" cy="5713"/>
            </a:xfrm>
          </p:grpSpPr>
          <p:sp>
            <p:nvSpPr>
              <p:cNvPr id="10" name="圆角矩形 9"/>
              <p:cNvSpPr/>
              <p:nvPr/>
            </p:nvSpPr>
            <p:spPr>
              <a:xfrm>
                <a:off x="-96" y="3669"/>
                <a:ext cx="18744" cy="5713"/>
              </a:xfrm>
              <a:prstGeom prst="round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96" y="4499"/>
                <a:ext cx="18916" cy="3025"/>
                <a:chOff x="3051" y="4499"/>
                <a:chExt cx="18916" cy="3025"/>
              </a:xfrm>
            </p:grpSpPr>
            <p:grpSp>
              <p:nvGrpSpPr>
                <p:cNvPr id="3" name="组合 2"/>
                <p:cNvGrpSpPr/>
                <p:nvPr/>
              </p:nvGrpSpPr>
              <p:grpSpPr>
                <a:xfrm>
                  <a:off x="4465" y="6619"/>
                  <a:ext cx="16706" cy="905"/>
                  <a:chOff x="6599" y="6619"/>
                  <a:chExt cx="16706" cy="905"/>
                </a:xfrm>
              </p:grpSpPr>
              <p:sp>
                <p:nvSpPr>
                  <p:cNvPr id="15" name="矩形 14"/>
                  <p:cNvSpPr/>
                  <p:nvPr/>
                </p:nvSpPr>
                <p:spPr>
                  <a:xfrm>
                    <a:off x="6599" y="6622"/>
                    <a:ext cx="3417" cy="902"/>
                  </a:xfrm>
                  <a:prstGeom prst="rect">
                    <a:avLst/>
                  </a:prstGeom>
                </p:spPr>
                <p:txBody>
                  <a:bodyPr wrap="square">
                    <a:spAutoFit/>
                  </a:bodyPr>
                  <a:lstStyle/>
                  <a:p>
                    <a:pPr algn="l"/>
                    <a:r>
                      <a:rPr lang="en-US" altLang="zh-CN" sz="2400" dirty="0">
                        <a:solidFill>
                          <a:schemeClr val="bg1">
                            <a:lumMod val="50000"/>
                          </a:schemeClr>
                        </a:solidFill>
                        <a:latin typeface="华文细黑" panose="02010600040101010101" pitchFamily="2" charset="-122"/>
                        <a:ea typeface="华文细黑" panose="02010600040101010101" pitchFamily="2" charset="-122"/>
                      </a:rPr>
                      <a:t>Lesson 3</a:t>
                    </a:r>
                  </a:p>
                </p:txBody>
              </p:sp>
              <p:sp>
                <p:nvSpPr>
                  <p:cNvPr id="18" name="矩形 17"/>
                  <p:cNvSpPr/>
                  <p:nvPr/>
                </p:nvSpPr>
                <p:spPr>
                  <a:xfrm>
                    <a:off x="9686" y="6619"/>
                    <a:ext cx="13619" cy="904"/>
                  </a:xfrm>
                  <a:prstGeom prst="rect">
                    <a:avLst/>
                  </a:prstGeom>
                </p:spPr>
                <p:txBody>
                  <a:bodyPr wrap="square">
                    <a:spAutoFit/>
                  </a:bodyPr>
                  <a:lstStyle/>
                  <a:p>
                    <a:r>
                      <a:rPr lang="en-US" sz="2400" dirty="0">
                        <a:solidFill>
                          <a:schemeClr val="bg1">
                            <a:lumMod val="50000"/>
                          </a:schemeClr>
                        </a:solidFill>
                        <a:latin typeface="华文细黑" panose="02010600040101010101" pitchFamily="2" charset="-122"/>
                        <a:ea typeface="华文细黑" panose="02010600040101010101" pitchFamily="2" charset="-122"/>
                      </a:rPr>
                      <a:t>Having Choices in Life Makes Change Possible</a:t>
                    </a:r>
                  </a:p>
                </p:txBody>
              </p:sp>
            </p:grpSp>
            <p:sp>
              <p:nvSpPr>
                <p:cNvPr id="6" name="文本框 7"/>
                <p:cNvSpPr txBox="1"/>
                <p:nvPr/>
              </p:nvSpPr>
              <p:spPr>
                <a:xfrm>
                  <a:off x="3051" y="4499"/>
                  <a:ext cx="18916" cy="2212"/>
                </a:xfrm>
                <a:prstGeom prst="rect">
                  <a:avLst/>
                </a:prstGeom>
                <a:noFill/>
              </p:spPr>
              <p:txBody>
                <a:bodyPr wrap="square">
                  <a:spAutoFit/>
                </a:bodyPr>
                <a:lstStyle/>
                <a:p>
                  <a:pPr lvl="0" algn="ctr">
                    <a:lnSpc>
                      <a:spcPts val="9020"/>
                    </a:lnSpc>
                    <a:defRPr/>
                  </a:pPr>
                  <a:r>
                    <a:rPr kumimoji="0" lang="zh-CN" altLang="en-US"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第</a:t>
                  </a:r>
                  <a:r>
                    <a:rPr kumimoji="0" lang="en-US" altLang="zh-CN"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3</a:t>
                  </a:r>
                  <a:r>
                    <a:rPr lang="zh-CN" altLang="en-US" sz="4800" b="1" dirty="0">
                      <a:latin typeface="华文楷体" panose="02010600040101010101" charset="-122"/>
                      <a:ea typeface="华文楷体" panose="02010600040101010101" charset="-122"/>
                      <a:cs typeface="华文楷体" panose="02010600040101010101" charset="-122"/>
                    </a:rPr>
                    <a:t>课 人生有选择，一切可改变</a:t>
                  </a:r>
                  <a:endParaRPr kumimoji="0" lang="zh-CN" altLang="en-US"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grpSp>
        </p:grpSp>
        <p:sp>
          <p:nvSpPr>
            <p:cNvPr id="7" name="矩形 6"/>
            <p:cNvSpPr/>
            <p:nvPr/>
          </p:nvSpPr>
          <p:spPr>
            <a:xfrm>
              <a:off x="2071" y="7368"/>
              <a:ext cx="14751" cy="1113"/>
            </a:xfrm>
            <a:prstGeom prst="rect">
              <a:avLst/>
            </a:prstGeom>
          </p:spPr>
          <p:txBody>
            <a:bodyPr wrap="square">
              <a:spAutoFit/>
            </a:bodyPr>
            <a:lstStyle/>
            <a:p>
              <a:pPr algn="ctr"/>
              <a:r>
                <a:rPr lang="en-US" altLang="zh-CN" sz="4000" b="1" noProof="0" dirty="0">
                  <a:ln>
                    <a:noFill/>
                  </a:ln>
                  <a:solidFill>
                    <a:srgbClr val="9F313C"/>
                  </a:solidFill>
                  <a:effectLst/>
                  <a:uLnTx/>
                  <a:uFillTx/>
                  <a:latin typeface="华文楷体" panose="02010600040101010101" charset="-122"/>
                  <a:ea typeface="华文楷体" panose="02010600040101010101" charset="-122"/>
                  <a:cs typeface="华文楷体" panose="02010600040101010101" charset="-122"/>
                  <a:sym typeface="+mn-ea"/>
                </a:rPr>
                <a:t>Part 1</a:t>
              </a:r>
              <a:endParaRPr lang="en-US" sz="4000" dirty="0">
                <a:solidFill>
                  <a:schemeClr val="bg1">
                    <a:lumMod val="50000"/>
                  </a:schemeClr>
                </a:solidFill>
                <a:latin typeface="华文细黑" panose="02010600040101010101" pitchFamily="2" charset="-122"/>
                <a:ea typeface="华文细黑" panose="02010600040101010101" pitchFamily="2" charset="-122"/>
              </a:endParaRPr>
            </a:p>
          </p:txBody>
        </p:sp>
      </p:grpSp>
      <p:pic>
        <p:nvPicPr>
          <p:cNvPr id="4" name="图片 3" descr="1"/>
          <p:cNvPicPr>
            <a:picLocks noChangeAspect="1"/>
          </p:cNvPicPr>
          <p:nvPr/>
        </p:nvPicPr>
        <p:blipFill>
          <a:blip r:embed="rId119"/>
          <a:stretch>
            <a:fillRect/>
          </a:stretch>
        </p:blipFill>
        <p:spPr>
          <a:xfrm>
            <a:off x="10681970" y="5398770"/>
            <a:ext cx="1459230" cy="1459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9700"/>
    </mc:Choice>
    <mc:Fallback xmlns="">
      <p:transition spd="slow" advTm="50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repeatCount="indefinite" fill="hold" grpId="0" nodeType="withEffect">
                                  <p:stCondLst>
                                    <p:cond delay="200"/>
                                  </p:stCondLst>
                                  <p:childTnLst>
                                    <p:set>
                                      <p:cBhvr>
                                        <p:cTn id="6" dur="5600" fill="hold">
                                          <p:stCondLst>
                                            <p:cond delay="0"/>
                                          </p:stCondLst>
                                        </p:cTn>
                                        <p:tgtEl>
                                          <p:spTgt spid="34"/>
                                        </p:tgtEl>
                                        <p:attrNameLst>
                                          <p:attrName>style.visibility</p:attrName>
                                        </p:attrNameLst>
                                      </p:cBhvr>
                                      <p:to>
                                        <p:strVal val="visible"/>
                                      </p:to>
                                    </p:set>
                                    <p:anim calcmode="lin" valueType="num">
                                      <p:cBhvr>
                                        <p:cTn id="7" dur="5600" fill="hold"/>
                                        <p:tgtEl>
                                          <p:spTgt spid="34"/>
                                        </p:tgtEl>
                                        <p:attrNameLst>
                                          <p:attrName>ppt_w</p:attrName>
                                        </p:attrNameLst>
                                      </p:cBhvr>
                                      <p:tavLst>
                                        <p:tav tm="0">
                                          <p:val>
                                            <p:fltVal val="0"/>
                                          </p:val>
                                        </p:tav>
                                        <p:tav tm="100000">
                                          <p:val>
                                            <p:strVal val="#ppt_w"/>
                                          </p:val>
                                        </p:tav>
                                      </p:tavLst>
                                    </p:anim>
                                    <p:anim calcmode="lin" valueType="num">
                                      <p:cBhvr>
                                        <p:cTn id="8" dur="5600" fill="hold"/>
                                        <p:tgtEl>
                                          <p:spTgt spid="34"/>
                                        </p:tgtEl>
                                        <p:attrNameLst>
                                          <p:attrName>ppt_h</p:attrName>
                                        </p:attrNameLst>
                                      </p:cBhvr>
                                      <p:tavLst>
                                        <p:tav tm="0">
                                          <p:val>
                                            <p:fltVal val="0"/>
                                          </p:val>
                                        </p:tav>
                                        <p:tav tm="100000">
                                          <p:val>
                                            <p:strVal val="#ppt_h"/>
                                          </p:val>
                                        </p:tav>
                                      </p:tavLst>
                                    </p:anim>
                                    <p:animEffect transition="in" filter="fade">
                                      <p:cBhvr>
                                        <p:cTn id="9" dur="5600"/>
                                        <p:tgtEl>
                                          <p:spTgt spid="34"/>
                                        </p:tgtEl>
                                      </p:cBhvr>
                                    </p:animEffect>
                                    <p:anim calcmode="lin" valueType="num">
                                      <p:cBhvr>
                                        <p:cTn id="10" dur="5600" fill="hold"/>
                                        <p:tgtEl>
                                          <p:spTgt spid="34"/>
                                        </p:tgtEl>
                                        <p:attrNameLst>
                                          <p:attrName>ppt_x</p:attrName>
                                        </p:attrNameLst>
                                      </p:cBhvr>
                                      <p:tavLst>
                                        <p:tav tm="0">
                                          <p:val>
                                            <p:fltVal val="0.5"/>
                                          </p:val>
                                        </p:tav>
                                        <p:tav tm="100000">
                                          <p:val>
                                            <p:strVal val="#ppt_x"/>
                                          </p:val>
                                        </p:tav>
                                      </p:tavLst>
                                    </p:anim>
                                    <p:anim calcmode="lin" valueType="num">
                                      <p:cBhvr>
                                        <p:cTn id="11" dur="5600" fill="hold"/>
                                        <p:tgtEl>
                                          <p:spTgt spid="34"/>
                                        </p:tgtEl>
                                        <p:attrNameLst>
                                          <p:attrName>ppt_y</p:attrName>
                                        </p:attrNameLst>
                                      </p:cBhvr>
                                      <p:tavLst>
                                        <p:tav tm="0">
                                          <p:val>
                                            <p:fltVal val="0.5"/>
                                          </p:val>
                                        </p:tav>
                                        <p:tav tm="100000">
                                          <p:val>
                                            <p:strVal val="#ppt_y"/>
                                          </p:val>
                                        </p:tav>
                                      </p:tavLst>
                                    </p:anim>
                                  </p:childTnLst>
                                </p:cTn>
                              </p:par>
                              <p:par>
                                <p:cTn id="12" presetID="53" presetClass="entr" presetSubtype="528" repeatCount="indefinite" fill="hold" grpId="0" nodeType="withEffect">
                                  <p:stCondLst>
                                    <p:cond delay="500"/>
                                  </p:stCondLst>
                                  <p:childTnLst>
                                    <p:set>
                                      <p:cBhvr>
                                        <p:cTn id="13" dur="5600" fill="hold">
                                          <p:stCondLst>
                                            <p:cond delay="0"/>
                                          </p:stCondLst>
                                        </p:cTn>
                                        <p:tgtEl>
                                          <p:spTgt spid="35"/>
                                        </p:tgtEl>
                                        <p:attrNameLst>
                                          <p:attrName>style.visibility</p:attrName>
                                        </p:attrNameLst>
                                      </p:cBhvr>
                                      <p:to>
                                        <p:strVal val="visible"/>
                                      </p:to>
                                    </p:set>
                                    <p:anim calcmode="lin" valueType="num">
                                      <p:cBhvr>
                                        <p:cTn id="14" dur="5600" fill="hold"/>
                                        <p:tgtEl>
                                          <p:spTgt spid="35"/>
                                        </p:tgtEl>
                                        <p:attrNameLst>
                                          <p:attrName>ppt_w</p:attrName>
                                        </p:attrNameLst>
                                      </p:cBhvr>
                                      <p:tavLst>
                                        <p:tav tm="0">
                                          <p:val>
                                            <p:fltVal val="0"/>
                                          </p:val>
                                        </p:tav>
                                        <p:tav tm="100000">
                                          <p:val>
                                            <p:strVal val="#ppt_w"/>
                                          </p:val>
                                        </p:tav>
                                      </p:tavLst>
                                    </p:anim>
                                    <p:anim calcmode="lin" valueType="num">
                                      <p:cBhvr>
                                        <p:cTn id="15" dur="5600" fill="hold"/>
                                        <p:tgtEl>
                                          <p:spTgt spid="35"/>
                                        </p:tgtEl>
                                        <p:attrNameLst>
                                          <p:attrName>ppt_h</p:attrName>
                                        </p:attrNameLst>
                                      </p:cBhvr>
                                      <p:tavLst>
                                        <p:tav tm="0">
                                          <p:val>
                                            <p:fltVal val="0"/>
                                          </p:val>
                                        </p:tav>
                                        <p:tav tm="100000">
                                          <p:val>
                                            <p:strVal val="#ppt_h"/>
                                          </p:val>
                                        </p:tav>
                                      </p:tavLst>
                                    </p:anim>
                                    <p:animEffect transition="in" filter="fade">
                                      <p:cBhvr>
                                        <p:cTn id="16" dur="5600"/>
                                        <p:tgtEl>
                                          <p:spTgt spid="35"/>
                                        </p:tgtEl>
                                      </p:cBhvr>
                                    </p:animEffect>
                                    <p:anim calcmode="lin" valueType="num">
                                      <p:cBhvr>
                                        <p:cTn id="17" dur="5600" fill="hold"/>
                                        <p:tgtEl>
                                          <p:spTgt spid="35"/>
                                        </p:tgtEl>
                                        <p:attrNameLst>
                                          <p:attrName>ppt_x</p:attrName>
                                        </p:attrNameLst>
                                      </p:cBhvr>
                                      <p:tavLst>
                                        <p:tav tm="0">
                                          <p:val>
                                            <p:fltVal val="0.5"/>
                                          </p:val>
                                        </p:tav>
                                        <p:tav tm="100000">
                                          <p:val>
                                            <p:strVal val="#ppt_x"/>
                                          </p:val>
                                        </p:tav>
                                      </p:tavLst>
                                    </p:anim>
                                    <p:anim calcmode="lin" valueType="num">
                                      <p:cBhvr>
                                        <p:cTn id="18" dur="5600" fill="hold"/>
                                        <p:tgtEl>
                                          <p:spTgt spid="35"/>
                                        </p:tgtEl>
                                        <p:attrNameLst>
                                          <p:attrName>ppt_y</p:attrName>
                                        </p:attrNameLst>
                                      </p:cBhvr>
                                      <p:tavLst>
                                        <p:tav tm="0">
                                          <p:val>
                                            <p:fltVal val="0.5"/>
                                          </p:val>
                                        </p:tav>
                                        <p:tav tm="100000">
                                          <p:val>
                                            <p:strVal val="#ppt_y"/>
                                          </p:val>
                                        </p:tav>
                                      </p:tavLst>
                                    </p:anim>
                                  </p:childTnLst>
                                </p:cTn>
                              </p:par>
                              <p:par>
                                <p:cTn id="19" presetID="53" presetClass="entr" presetSubtype="528" repeatCount="indefinite" fill="hold" grpId="0" nodeType="withEffect">
                                  <p:stCondLst>
                                    <p:cond delay="507"/>
                                  </p:stCondLst>
                                  <p:childTnLst>
                                    <p:set>
                                      <p:cBhvr>
                                        <p:cTn id="20" dur="6400" fill="hold">
                                          <p:stCondLst>
                                            <p:cond delay="0"/>
                                          </p:stCondLst>
                                        </p:cTn>
                                        <p:tgtEl>
                                          <p:spTgt spid="36"/>
                                        </p:tgtEl>
                                        <p:attrNameLst>
                                          <p:attrName>style.visibility</p:attrName>
                                        </p:attrNameLst>
                                      </p:cBhvr>
                                      <p:to>
                                        <p:strVal val="visible"/>
                                      </p:to>
                                    </p:set>
                                    <p:anim calcmode="lin" valueType="num">
                                      <p:cBhvr>
                                        <p:cTn id="21" dur="6400" fill="hold"/>
                                        <p:tgtEl>
                                          <p:spTgt spid="36"/>
                                        </p:tgtEl>
                                        <p:attrNameLst>
                                          <p:attrName>ppt_w</p:attrName>
                                        </p:attrNameLst>
                                      </p:cBhvr>
                                      <p:tavLst>
                                        <p:tav tm="0">
                                          <p:val>
                                            <p:fltVal val="0"/>
                                          </p:val>
                                        </p:tav>
                                        <p:tav tm="100000">
                                          <p:val>
                                            <p:strVal val="#ppt_w"/>
                                          </p:val>
                                        </p:tav>
                                      </p:tavLst>
                                    </p:anim>
                                    <p:anim calcmode="lin" valueType="num">
                                      <p:cBhvr>
                                        <p:cTn id="22" dur="6400" fill="hold"/>
                                        <p:tgtEl>
                                          <p:spTgt spid="36"/>
                                        </p:tgtEl>
                                        <p:attrNameLst>
                                          <p:attrName>ppt_h</p:attrName>
                                        </p:attrNameLst>
                                      </p:cBhvr>
                                      <p:tavLst>
                                        <p:tav tm="0">
                                          <p:val>
                                            <p:fltVal val="0"/>
                                          </p:val>
                                        </p:tav>
                                        <p:tav tm="100000">
                                          <p:val>
                                            <p:strVal val="#ppt_h"/>
                                          </p:val>
                                        </p:tav>
                                      </p:tavLst>
                                    </p:anim>
                                    <p:animEffect transition="in" filter="fade">
                                      <p:cBhvr>
                                        <p:cTn id="23" dur="6400"/>
                                        <p:tgtEl>
                                          <p:spTgt spid="36"/>
                                        </p:tgtEl>
                                      </p:cBhvr>
                                    </p:animEffect>
                                    <p:anim calcmode="lin" valueType="num">
                                      <p:cBhvr>
                                        <p:cTn id="24" dur="6400" fill="hold"/>
                                        <p:tgtEl>
                                          <p:spTgt spid="36"/>
                                        </p:tgtEl>
                                        <p:attrNameLst>
                                          <p:attrName>ppt_x</p:attrName>
                                        </p:attrNameLst>
                                      </p:cBhvr>
                                      <p:tavLst>
                                        <p:tav tm="0">
                                          <p:val>
                                            <p:fltVal val="0.5"/>
                                          </p:val>
                                        </p:tav>
                                        <p:tav tm="100000">
                                          <p:val>
                                            <p:strVal val="#ppt_x"/>
                                          </p:val>
                                        </p:tav>
                                      </p:tavLst>
                                    </p:anim>
                                    <p:anim calcmode="lin" valueType="num">
                                      <p:cBhvr>
                                        <p:cTn id="25" dur="6400" fill="hold"/>
                                        <p:tgtEl>
                                          <p:spTgt spid="36"/>
                                        </p:tgtEl>
                                        <p:attrNameLst>
                                          <p:attrName>ppt_y</p:attrName>
                                        </p:attrNameLst>
                                      </p:cBhvr>
                                      <p:tavLst>
                                        <p:tav tm="0">
                                          <p:val>
                                            <p:fltVal val="0.5"/>
                                          </p:val>
                                        </p:tav>
                                        <p:tav tm="100000">
                                          <p:val>
                                            <p:strVal val="#ppt_y"/>
                                          </p:val>
                                        </p:tav>
                                      </p:tavLst>
                                    </p:anim>
                                  </p:childTnLst>
                                </p:cTn>
                              </p:par>
                              <p:par>
                                <p:cTn id="26" presetID="53" presetClass="entr" presetSubtype="528" repeatCount="indefinite" fill="hold" grpId="0" nodeType="withEffect">
                                  <p:stCondLst>
                                    <p:cond delay="300"/>
                                  </p:stCondLst>
                                  <p:childTnLst>
                                    <p:set>
                                      <p:cBhvr>
                                        <p:cTn id="27" dur="5800" fill="hold">
                                          <p:stCondLst>
                                            <p:cond delay="0"/>
                                          </p:stCondLst>
                                        </p:cTn>
                                        <p:tgtEl>
                                          <p:spTgt spid="37"/>
                                        </p:tgtEl>
                                        <p:attrNameLst>
                                          <p:attrName>style.visibility</p:attrName>
                                        </p:attrNameLst>
                                      </p:cBhvr>
                                      <p:to>
                                        <p:strVal val="visible"/>
                                      </p:to>
                                    </p:set>
                                    <p:anim calcmode="lin" valueType="num">
                                      <p:cBhvr>
                                        <p:cTn id="28" dur="5800" fill="hold"/>
                                        <p:tgtEl>
                                          <p:spTgt spid="37"/>
                                        </p:tgtEl>
                                        <p:attrNameLst>
                                          <p:attrName>ppt_w</p:attrName>
                                        </p:attrNameLst>
                                      </p:cBhvr>
                                      <p:tavLst>
                                        <p:tav tm="0">
                                          <p:val>
                                            <p:fltVal val="0"/>
                                          </p:val>
                                        </p:tav>
                                        <p:tav tm="100000">
                                          <p:val>
                                            <p:strVal val="#ppt_w"/>
                                          </p:val>
                                        </p:tav>
                                      </p:tavLst>
                                    </p:anim>
                                    <p:anim calcmode="lin" valueType="num">
                                      <p:cBhvr>
                                        <p:cTn id="29" dur="5800" fill="hold"/>
                                        <p:tgtEl>
                                          <p:spTgt spid="37"/>
                                        </p:tgtEl>
                                        <p:attrNameLst>
                                          <p:attrName>ppt_h</p:attrName>
                                        </p:attrNameLst>
                                      </p:cBhvr>
                                      <p:tavLst>
                                        <p:tav tm="0">
                                          <p:val>
                                            <p:fltVal val="0"/>
                                          </p:val>
                                        </p:tav>
                                        <p:tav tm="100000">
                                          <p:val>
                                            <p:strVal val="#ppt_h"/>
                                          </p:val>
                                        </p:tav>
                                      </p:tavLst>
                                    </p:anim>
                                    <p:animEffect transition="in" filter="fade">
                                      <p:cBhvr>
                                        <p:cTn id="30" dur="5800"/>
                                        <p:tgtEl>
                                          <p:spTgt spid="37"/>
                                        </p:tgtEl>
                                      </p:cBhvr>
                                    </p:animEffect>
                                    <p:anim calcmode="lin" valueType="num">
                                      <p:cBhvr>
                                        <p:cTn id="31" dur="5800" fill="hold"/>
                                        <p:tgtEl>
                                          <p:spTgt spid="37"/>
                                        </p:tgtEl>
                                        <p:attrNameLst>
                                          <p:attrName>ppt_x</p:attrName>
                                        </p:attrNameLst>
                                      </p:cBhvr>
                                      <p:tavLst>
                                        <p:tav tm="0">
                                          <p:val>
                                            <p:fltVal val="0.5"/>
                                          </p:val>
                                        </p:tav>
                                        <p:tav tm="100000">
                                          <p:val>
                                            <p:strVal val="#ppt_x"/>
                                          </p:val>
                                        </p:tav>
                                      </p:tavLst>
                                    </p:anim>
                                    <p:anim calcmode="lin" valueType="num">
                                      <p:cBhvr>
                                        <p:cTn id="32" dur="5800" fill="hold"/>
                                        <p:tgtEl>
                                          <p:spTgt spid="37"/>
                                        </p:tgtEl>
                                        <p:attrNameLst>
                                          <p:attrName>ppt_y</p:attrName>
                                        </p:attrNameLst>
                                      </p:cBhvr>
                                      <p:tavLst>
                                        <p:tav tm="0">
                                          <p:val>
                                            <p:fltVal val="0.5"/>
                                          </p:val>
                                        </p:tav>
                                        <p:tav tm="100000">
                                          <p:val>
                                            <p:strVal val="#ppt_y"/>
                                          </p:val>
                                        </p:tav>
                                      </p:tavLst>
                                    </p:anim>
                                  </p:childTnLst>
                                </p:cTn>
                              </p:par>
                              <p:par>
                                <p:cTn id="33" presetID="53" presetClass="entr" presetSubtype="528" repeatCount="indefinite" fill="hold" grpId="0" nodeType="withEffect">
                                  <p:stCondLst>
                                    <p:cond delay="100"/>
                                  </p:stCondLst>
                                  <p:childTnLst>
                                    <p:set>
                                      <p:cBhvr>
                                        <p:cTn id="34" dur="6000" fill="hold">
                                          <p:stCondLst>
                                            <p:cond delay="0"/>
                                          </p:stCondLst>
                                        </p:cTn>
                                        <p:tgtEl>
                                          <p:spTgt spid="78"/>
                                        </p:tgtEl>
                                        <p:attrNameLst>
                                          <p:attrName>style.visibility</p:attrName>
                                        </p:attrNameLst>
                                      </p:cBhvr>
                                      <p:to>
                                        <p:strVal val="visible"/>
                                      </p:to>
                                    </p:set>
                                    <p:anim calcmode="lin" valueType="num">
                                      <p:cBhvr>
                                        <p:cTn id="35" dur="6000" fill="hold"/>
                                        <p:tgtEl>
                                          <p:spTgt spid="78"/>
                                        </p:tgtEl>
                                        <p:attrNameLst>
                                          <p:attrName>ppt_w</p:attrName>
                                        </p:attrNameLst>
                                      </p:cBhvr>
                                      <p:tavLst>
                                        <p:tav tm="0">
                                          <p:val>
                                            <p:fltVal val="0"/>
                                          </p:val>
                                        </p:tav>
                                        <p:tav tm="100000">
                                          <p:val>
                                            <p:strVal val="#ppt_w"/>
                                          </p:val>
                                        </p:tav>
                                      </p:tavLst>
                                    </p:anim>
                                    <p:anim calcmode="lin" valueType="num">
                                      <p:cBhvr>
                                        <p:cTn id="36" dur="6000" fill="hold"/>
                                        <p:tgtEl>
                                          <p:spTgt spid="78"/>
                                        </p:tgtEl>
                                        <p:attrNameLst>
                                          <p:attrName>ppt_h</p:attrName>
                                        </p:attrNameLst>
                                      </p:cBhvr>
                                      <p:tavLst>
                                        <p:tav tm="0">
                                          <p:val>
                                            <p:fltVal val="0"/>
                                          </p:val>
                                        </p:tav>
                                        <p:tav tm="100000">
                                          <p:val>
                                            <p:strVal val="#ppt_h"/>
                                          </p:val>
                                        </p:tav>
                                      </p:tavLst>
                                    </p:anim>
                                    <p:animEffect transition="in" filter="fade">
                                      <p:cBhvr>
                                        <p:cTn id="37" dur="6000"/>
                                        <p:tgtEl>
                                          <p:spTgt spid="78"/>
                                        </p:tgtEl>
                                      </p:cBhvr>
                                    </p:animEffect>
                                    <p:anim calcmode="lin" valueType="num">
                                      <p:cBhvr>
                                        <p:cTn id="38" dur="6000" fill="hold"/>
                                        <p:tgtEl>
                                          <p:spTgt spid="78"/>
                                        </p:tgtEl>
                                        <p:attrNameLst>
                                          <p:attrName>ppt_x</p:attrName>
                                        </p:attrNameLst>
                                      </p:cBhvr>
                                      <p:tavLst>
                                        <p:tav tm="0">
                                          <p:val>
                                            <p:fltVal val="0.5"/>
                                          </p:val>
                                        </p:tav>
                                        <p:tav tm="100000">
                                          <p:val>
                                            <p:strVal val="#ppt_x"/>
                                          </p:val>
                                        </p:tav>
                                      </p:tavLst>
                                    </p:anim>
                                    <p:anim calcmode="lin" valueType="num">
                                      <p:cBhvr>
                                        <p:cTn id="39" dur="6000" fill="hold"/>
                                        <p:tgtEl>
                                          <p:spTgt spid="78"/>
                                        </p:tgtEl>
                                        <p:attrNameLst>
                                          <p:attrName>ppt_y</p:attrName>
                                        </p:attrNameLst>
                                      </p:cBhvr>
                                      <p:tavLst>
                                        <p:tav tm="0">
                                          <p:val>
                                            <p:fltVal val="0.5"/>
                                          </p:val>
                                        </p:tav>
                                        <p:tav tm="100000">
                                          <p:val>
                                            <p:strVal val="#ppt_y"/>
                                          </p:val>
                                        </p:tav>
                                      </p:tavLst>
                                    </p:anim>
                                  </p:childTnLst>
                                </p:cTn>
                              </p:par>
                              <p:par>
                                <p:cTn id="40" presetID="53" presetClass="entr" presetSubtype="528" repeatCount="indefinite" fill="hold" grpId="0" nodeType="withEffect">
                                  <p:stCondLst>
                                    <p:cond delay="300"/>
                                  </p:stCondLst>
                                  <p:childTnLst>
                                    <p:set>
                                      <p:cBhvr>
                                        <p:cTn id="41" dur="6800" fill="hold">
                                          <p:stCondLst>
                                            <p:cond delay="0"/>
                                          </p:stCondLst>
                                        </p:cTn>
                                        <p:tgtEl>
                                          <p:spTgt spid="97"/>
                                        </p:tgtEl>
                                        <p:attrNameLst>
                                          <p:attrName>style.visibility</p:attrName>
                                        </p:attrNameLst>
                                      </p:cBhvr>
                                      <p:to>
                                        <p:strVal val="visible"/>
                                      </p:to>
                                    </p:set>
                                    <p:anim calcmode="lin" valueType="num">
                                      <p:cBhvr>
                                        <p:cTn id="42" dur="6800" fill="hold"/>
                                        <p:tgtEl>
                                          <p:spTgt spid="97"/>
                                        </p:tgtEl>
                                        <p:attrNameLst>
                                          <p:attrName>ppt_w</p:attrName>
                                        </p:attrNameLst>
                                      </p:cBhvr>
                                      <p:tavLst>
                                        <p:tav tm="0">
                                          <p:val>
                                            <p:fltVal val="0"/>
                                          </p:val>
                                        </p:tav>
                                        <p:tav tm="100000">
                                          <p:val>
                                            <p:strVal val="#ppt_w"/>
                                          </p:val>
                                        </p:tav>
                                      </p:tavLst>
                                    </p:anim>
                                    <p:anim calcmode="lin" valueType="num">
                                      <p:cBhvr>
                                        <p:cTn id="43" dur="6800" fill="hold"/>
                                        <p:tgtEl>
                                          <p:spTgt spid="97"/>
                                        </p:tgtEl>
                                        <p:attrNameLst>
                                          <p:attrName>ppt_h</p:attrName>
                                        </p:attrNameLst>
                                      </p:cBhvr>
                                      <p:tavLst>
                                        <p:tav tm="0">
                                          <p:val>
                                            <p:fltVal val="0"/>
                                          </p:val>
                                        </p:tav>
                                        <p:tav tm="100000">
                                          <p:val>
                                            <p:strVal val="#ppt_h"/>
                                          </p:val>
                                        </p:tav>
                                      </p:tavLst>
                                    </p:anim>
                                    <p:animEffect transition="in" filter="fade">
                                      <p:cBhvr>
                                        <p:cTn id="44" dur="6800"/>
                                        <p:tgtEl>
                                          <p:spTgt spid="97"/>
                                        </p:tgtEl>
                                      </p:cBhvr>
                                    </p:animEffect>
                                    <p:anim calcmode="lin" valueType="num">
                                      <p:cBhvr>
                                        <p:cTn id="45" dur="6800" fill="hold"/>
                                        <p:tgtEl>
                                          <p:spTgt spid="97"/>
                                        </p:tgtEl>
                                        <p:attrNameLst>
                                          <p:attrName>ppt_x</p:attrName>
                                        </p:attrNameLst>
                                      </p:cBhvr>
                                      <p:tavLst>
                                        <p:tav tm="0">
                                          <p:val>
                                            <p:fltVal val="0.5"/>
                                          </p:val>
                                        </p:tav>
                                        <p:tav tm="100000">
                                          <p:val>
                                            <p:strVal val="#ppt_x"/>
                                          </p:val>
                                        </p:tav>
                                      </p:tavLst>
                                    </p:anim>
                                    <p:anim calcmode="lin" valueType="num">
                                      <p:cBhvr>
                                        <p:cTn id="46" dur="6800" fill="hold"/>
                                        <p:tgtEl>
                                          <p:spTgt spid="97"/>
                                        </p:tgtEl>
                                        <p:attrNameLst>
                                          <p:attrName>ppt_y</p:attrName>
                                        </p:attrNameLst>
                                      </p:cBhvr>
                                      <p:tavLst>
                                        <p:tav tm="0">
                                          <p:val>
                                            <p:fltVal val="0.5"/>
                                          </p:val>
                                        </p:tav>
                                        <p:tav tm="100000">
                                          <p:val>
                                            <p:strVal val="#ppt_y"/>
                                          </p:val>
                                        </p:tav>
                                      </p:tavLst>
                                    </p:anim>
                                  </p:childTnLst>
                                </p:cTn>
                              </p:par>
                              <p:par>
                                <p:cTn id="47" presetID="53" presetClass="entr" presetSubtype="528" repeatCount="indefinite" fill="hold" grpId="0" nodeType="withEffect">
                                  <p:stCondLst>
                                    <p:cond delay="244"/>
                                  </p:stCondLst>
                                  <p:childTnLst>
                                    <p:set>
                                      <p:cBhvr>
                                        <p:cTn id="48" dur="1" fill="hold">
                                          <p:stCondLst>
                                            <p:cond delay="0"/>
                                          </p:stCondLst>
                                        </p:cTn>
                                        <p:tgtEl>
                                          <p:spTgt spid="98"/>
                                        </p:tgtEl>
                                        <p:attrNameLst>
                                          <p:attrName>style.visibility</p:attrName>
                                        </p:attrNameLst>
                                      </p:cBhvr>
                                      <p:to>
                                        <p:strVal val="visible"/>
                                      </p:to>
                                    </p:set>
                                    <p:anim calcmode="lin" valueType="num">
                                      <p:cBhvr>
                                        <p:cTn id="49" dur="5153" fill="hold"/>
                                        <p:tgtEl>
                                          <p:spTgt spid="98"/>
                                        </p:tgtEl>
                                        <p:attrNameLst>
                                          <p:attrName>ppt_w</p:attrName>
                                        </p:attrNameLst>
                                      </p:cBhvr>
                                      <p:tavLst>
                                        <p:tav tm="0">
                                          <p:val>
                                            <p:fltVal val="0"/>
                                          </p:val>
                                        </p:tav>
                                        <p:tav tm="100000">
                                          <p:val>
                                            <p:strVal val="#ppt_w"/>
                                          </p:val>
                                        </p:tav>
                                      </p:tavLst>
                                    </p:anim>
                                    <p:anim calcmode="lin" valueType="num">
                                      <p:cBhvr>
                                        <p:cTn id="50" dur="5153" fill="hold"/>
                                        <p:tgtEl>
                                          <p:spTgt spid="98"/>
                                        </p:tgtEl>
                                        <p:attrNameLst>
                                          <p:attrName>ppt_h</p:attrName>
                                        </p:attrNameLst>
                                      </p:cBhvr>
                                      <p:tavLst>
                                        <p:tav tm="0">
                                          <p:val>
                                            <p:fltVal val="0"/>
                                          </p:val>
                                        </p:tav>
                                        <p:tav tm="100000">
                                          <p:val>
                                            <p:strVal val="#ppt_h"/>
                                          </p:val>
                                        </p:tav>
                                      </p:tavLst>
                                    </p:anim>
                                    <p:animEffect transition="in" filter="fade">
                                      <p:cBhvr>
                                        <p:cTn id="51" dur="5153"/>
                                        <p:tgtEl>
                                          <p:spTgt spid="98"/>
                                        </p:tgtEl>
                                      </p:cBhvr>
                                    </p:animEffect>
                                    <p:anim calcmode="lin" valueType="num">
                                      <p:cBhvr>
                                        <p:cTn id="52" dur="5153" fill="hold"/>
                                        <p:tgtEl>
                                          <p:spTgt spid="98"/>
                                        </p:tgtEl>
                                        <p:attrNameLst>
                                          <p:attrName>ppt_x</p:attrName>
                                        </p:attrNameLst>
                                      </p:cBhvr>
                                      <p:tavLst>
                                        <p:tav tm="0">
                                          <p:val>
                                            <p:fltVal val="0.5"/>
                                          </p:val>
                                        </p:tav>
                                        <p:tav tm="100000">
                                          <p:val>
                                            <p:strVal val="#ppt_x"/>
                                          </p:val>
                                        </p:tav>
                                      </p:tavLst>
                                    </p:anim>
                                    <p:anim calcmode="lin" valueType="num">
                                      <p:cBhvr>
                                        <p:cTn id="53" dur="5153" fill="hold"/>
                                        <p:tgtEl>
                                          <p:spTgt spid="98"/>
                                        </p:tgtEl>
                                        <p:attrNameLst>
                                          <p:attrName>ppt_y</p:attrName>
                                        </p:attrNameLst>
                                      </p:cBhvr>
                                      <p:tavLst>
                                        <p:tav tm="0">
                                          <p:val>
                                            <p:fltVal val="0.5"/>
                                          </p:val>
                                        </p:tav>
                                        <p:tav tm="100000">
                                          <p:val>
                                            <p:strVal val="#ppt_y"/>
                                          </p:val>
                                        </p:tav>
                                      </p:tavLst>
                                    </p:anim>
                                  </p:childTnLst>
                                </p:cTn>
                              </p:par>
                              <p:par>
                                <p:cTn id="54" presetID="53" presetClass="entr" presetSubtype="528" repeatCount="indefinite" fill="hold" grpId="0" nodeType="withEffect">
                                  <p:stCondLst>
                                    <p:cond delay="1334"/>
                                  </p:stCondLst>
                                  <p:childTnLst>
                                    <p:set>
                                      <p:cBhvr>
                                        <p:cTn id="55" dur="1" fill="hold">
                                          <p:stCondLst>
                                            <p:cond delay="0"/>
                                          </p:stCondLst>
                                        </p:cTn>
                                        <p:tgtEl>
                                          <p:spTgt spid="109"/>
                                        </p:tgtEl>
                                        <p:attrNameLst>
                                          <p:attrName>style.visibility</p:attrName>
                                        </p:attrNameLst>
                                      </p:cBhvr>
                                      <p:to>
                                        <p:strVal val="visible"/>
                                      </p:to>
                                    </p:set>
                                    <p:anim calcmode="lin" valueType="num">
                                      <p:cBhvr>
                                        <p:cTn id="56" dur="6175" fill="hold"/>
                                        <p:tgtEl>
                                          <p:spTgt spid="109"/>
                                        </p:tgtEl>
                                        <p:attrNameLst>
                                          <p:attrName>ppt_w</p:attrName>
                                        </p:attrNameLst>
                                      </p:cBhvr>
                                      <p:tavLst>
                                        <p:tav tm="0">
                                          <p:val>
                                            <p:fltVal val="0"/>
                                          </p:val>
                                        </p:tav>
                                        <p:tav tm="100000">
                                          <p:val>
                                            <p:strVal val="#ppt_w"/>
                                          </p:val>
                                        </p:tav>
                                      </p:tavLst>
                                    </p:anim>
                                    <p:anim calcmode="lin" valueType="num">
                                      <p:cBhvr>
                                        <p:cTn id="57" dur="6175" fill="hold"/>
                                        <p:tgtEl>
                                          <p:spTgt spid="109"/>
                                        </p:tgtEl>
                                        <p:attrNameLst>
                                          <p:attrName>ppt_h</p:attrName>
                                        </p:attrNameLst>
                                      </p:cBhvr>
                                      <p:tavLst>
                                        <p:tav tm="0">
                                          <p:val>
                                            <p:fltVal val="0"/>
                                          </p:val>
                                        </p:tav>
                                        <p:tav tm="100000">
                                          <p:val>
                                            <p:strVal val="#ppt_h"/>
                                          </p:val>
                                        </p:tav>
                                      </p:tavLst>
                                    </p:anim>
                                    <p:animEffect transition="in" filter="fade">
                                      <p:cBhvr>
                                        <p:cTn id="58" dur="6175"/>
                                        <p:tgtEl>
                                          <p:spTgt spid="109"/>
                                        </p:tgtEl>
                                      </p:cBhvr>
                                    </p:animEffect>
                                    <p:anim calcmode="lin" valueType="num">
                                      <p:cBhvr>
                                        <p:cTn id="59" dur="6175" fill="hold"/>
                                        <p:tgtEl>
                                          <p:spTgt spid="109"/>
                                        </p:tgtEl>
                                        <p:attrNameLst>
                                          <p:attrName>ppt_x</p:attrName>
                                        </p:attrNameLst>
                                      </p:cBhvr>
                                      <p:tavLst>
                                        <p:tav tm="0">
                                          <p:val>
                                            <p:fltVal val="0.5"/>
                                          </p:val>
                                        </p:tav>
                                        <p:tav tm="100000">
                                          <p:val>
                                            <p:strVal val="#ppt_x"/>
                                          </p:val>
                                        </p:tav>
                                      </p:tavLst>
                                    </p:anim>
                                    <p:anim calcmode="lin" valueType="num">
                                      <p:cBhvr>
                                        <p:cTn id="60" dur="6175" fill="hold"/>
                                        <p:tgtEl>
                                          <p:spTgt spid="109"/>
                                        </p:tgtEl>
                                        <p:attrNameLst>
                                          <p:attrName>ppt_y</p:attrName>
                                        </p:attrNameLst>
                                      </p:cBhvr>
                                      <p:tavLst>
                                        <p:tav tm="0">
                                          <p:val>
                                            <p:fltVal val="0.5"/>
                                          </p:val>
                                        </p:tav>
                                        <p:tav tm="100000">
                                          <p:val>
                                            <p:strVal val="#ppt_y"/>
                                          </p:val>
                                        </p:tav>
                                      </p:tavLst>
                                    </p:anim>
                                  </p:childTnLst>
                                </p:cTn>
                              </p:par>
                              <p:par>
                                <p:cTn id="61" presetID="53" presetClass="entr" presetSubtype="528" repeatCount="indefinite" fill="hold" grpId="0" nodeType="withEffect">
                                  <p:stCondLst>
                                    <p:cond delay="1892"/>
                                  </p:stCondLst>
                                  <p:childTnLst>
                                    <p:set>
                                      <p:cBhvr>
                                        <p:cTn id="62" dur="1" fill="hold">
                                          <p:stCondLst>
                                            <p:cond delay="0"/>
                                          </p:stCondLst>
                                        </p:cTn>
                                        <p:tgtEl>
                                          <p:spTgt spid="134"/>
                                        </p:tgtEl>
                                        <p:attrNameLst>
                                          <p:attrName>style.visibility</p:attrName>
                                        </p:attrNameLst>
                                      </p:cBhvr>
                                      <p:to>
                                        <p:strVal val="visible"/>
                                      </p:to>
                                    </p:set>
                                    <p:anim calcmode="lin" valueType="num">
                                      <p:cBhvr>
                                        <p:cTn id="63" dur="5142" fill="hold"/>
                                        <p:tgtEl>
                                          <p:spTgt spid="134"/>
                                        </p:tgtEl>
                                        <p:attrNameLst>
                                          <p:attrName>ppt_w</p:attrName>
                                        </p:attrNameLst>
                                      </p:cBhvr>
                                      <p:tavLst>
                                        <p:tav tm="0">
                                          <p:val>
                                            <p:fltVal val="0"/>
                                          </p:val>
                                        </p:tav>
                                        <p:tav tm="100000">
                                          <p:val>
                                            <p:strVal val="#ppt_w"/>
                                          </p:val>
                                        </p:tav>
                                      </p:tavLst>
                                    </p:anim>
                                    <p:anim calcmode="lin" valueType="num">
                                      <p:cBhvr>
                                        <p:cTn id="64" dur="5142" fill="hold"/>
                                        <p:tgtEl>
                                          <p:spTgt spid="134"/>
                                        </p:tgtEl>
                                        <p:attrNameLst>
                                          <p:attrName>ppt_h</p:attrName>
                                        </p:attrNameLst>
                                      </p:cBhvr>
                                      <p:tavLst>
                                        <p:tav tm="0">
                                          <p:val>
                                            <p:fltVal val="0"/>
                                          </p:val>
                                        </p:tav>
                                        <p:tav tm="100000">
                                          <p:val>
                                            <p:strVal val="#ppt_h"/>
                                          </p:val>
                                        </p:tav>
                                      </p:tavLst>
                                    </p:anim>
                                    <p:animEffect transition="in" filter="fade">
                                      <p:cBhvr>
                                        <p:cTn id="65" dur="5142"/>
                                        <p:tgtEl>
                                          <p:spTgt spid="134"/>
                                        </p:tgtEl>
                                      </p:cBhvr>
                                    </p:animEffect>
                                    <p:anim calcmode="lin" valueType="num">
                                      <p:cBhvr>
                                        <p:cTn id="66" dur="5142" fill="hold"/>
                                        <p:tgtEl>
                                          <p:spTgt spid="134"/>
                                        </p:tgtEl>
                                        <p:attrNameLst>
                                          <p:attrName>ppt_x</p:attrName>
                                        </p:attrNameLst>
                                      </p:cBhvr>
                                      <p:tavLst>
                                        <p:tav tm="0">
                                          <p:val>
                                            <p:fltVal val="0.5"/>
                                          </p:val>
                                        </p:tav>
                                        <p:tav tm="100000">
                                          <p:val>
                                            <p:strVal val="#ppt_x"/>
                                          </p:val>
                                        </p:tav>
                                      </p:tavLst>
                                    </p:anim>
                                    <p:anim calcmode="lin" valueType="num">
                                      <p:cBhvr>
                                        <p:cTn id="67" dur="5142" fill="hold"/>
                                        <p:tgtEl>
                                          <p:spTgt spid="134"/>
                                        </p:tgtEl>
                                        <p:attrNameLst>
                                          <p:attrName>ppt_y</p:attrName>
                                        </p:attrNameLst>
                                      </p:cBhvr>
                                      <p:tavLst>
                                        <p:tav tm="0">
                                          <p:val>
                                            <p:fltVal val="0.5"/>
                                          </p:val>
                                        </p:tav>
                                        <p:tav tm="100000">
                                          <p:val>
                                            <p:strVal val="#ppt_y"/>
                                          </p:val>
                                        </p:tav>
                                      </p:tavLst>
                                    </p:anim>
                                  </p:childTnLst>
                                </p:cTn>
                              </p:par>
                              <p:par>
                                <p:cTn id="68" presetID="53" presetClass="entr" presetSubtype="528" repeatCount="indefinite" fill="hold" grpId="0" nodeType="withEffect">
                                  <p:stCondLst>
                                    <p:cond delay="907"/>
                                  </p:stCondLst>
                                  <p:childTnLst>
                                    <p:set>
                                      <p:cBhvr>
                                        <p:cTn id="69" dur="1" fill="hold">
                                          <p:stCondLst>
                                            <p:cond delay="0"/>
                                          </p:stCondLst>
                                        </p:cTn>
                                        <p:tgtEl>
                                          <p:spTgt spid="135"/>
                                        </p:tgtEl>
                                        <p:attrNameLst>
                                          <p:attrName>style.visibility</p:attrName>
                                        </p:attrNameLst>
                                      </p:cBhvr>
                                      <p:to>
                                        <p:strVal val="visible"/>
                                      </p:to>
                                    </p:set>
                                    <p:anim calcmode="lin" valueType="num">
                                      <p:cBhvr>
                                        <p:cTn id="70" dur="5232" fill="hold"/>
                                        <p:tgtEl>
                                          <p:spTgt spid="135"/>
                                        </p:tgtEl>
                                        <p:attrNameLst>
                                          <p:attrName>ppt_w</p:attrName>
                                        </p:attrNameLst>
                                      </p:cBhvr>
                                      <p:tavLst>
                                        <p:tav tm="0">
                                          <p:val>
                                            <p:fltVal val="0"/>
                                          </p:val>
                                        </p:tav>
                                        <p:tav tm="100000">
                                          <p:val>
                                            <p:strVal val="#ppt_w"/>
                                          </p:val>
                                        </p:tav>
                                      </p:tavLst>
                                    </p:anim>
                                    <p:anim calcmode="lin" valueType="num">
                                      <p:cBhvr>
                                        <p:cTn id="71" dur="5232" fill="hold"/>
                                        <p:tgtEl>
                                          <p:spTgt spid="135"/>
                                        </p:tgtEl>
                                        <p:attrNameLst>
                                          <p:attrName>ppt_h</p:attrName>
                                        </p:attrNameLst>
                                      </p:cBhvr>
                                      <p:tavLst>
                                        <p:tav tm="0">
                                          <p:val>
                                            <p:fltVal val="0"/>
                                          </p:val>
                                        </p:tav>
                                        <p:tav tm="100000">
                                          <p:val>
                                            <p:strVal val="#ppt_h"/>
                                          </p:val>
                                        </p:tav>
                                      </p:tavLst>
                                    </p:anim>
                                    <p:animEffect transition="in" filter="fade">
                                      <p:cBhvr>
                                        <p:cTn id="72" dur="5232"/>
                                        <p:tgtEl>
                                          <p:spTgt spid="135"/>
                                        </p:tgtEl>
                                      </p:cBhvr>
                                    </p:animEffect>
                                    <p:anim calcmode="lin" valueType="num">
                                      <p:cBhvr>
                                        <p:cTn id="73" dur="5232" fill="hold"/>
                                        <p:tgtEl>
                                          <p:spTgt spid="135"/>
                                        </p:tgtEl>
                                        <p:attrNameLst>
                                          <p:attrName>ppt_x</p:attrName>
                                        </p:attrNameLst>
                                      </p:cBhvr>
                                      <p:tavLst>
                                        <p:tav tm="0">
                                          <p:val>
                                            <p:fltVal val="0.5"/>
                                          </p:val>
                                        </p:tav>
                                        <p:tav tm="100000">
                                          <p:val>
                                            <p:strVal val="#ppt_x"/>
                                          </p:val>
                                        </p:tav>
                                      </p:tavLst>
                                    </p:anim>
                                    <p:anim calcmode="lin" valueType="num">
                                      <p:cBhvr>
                                        <p:cTn id="74" dur="5232" fill="hold"/>
                                        <p:tgtEl>
                                          <p:spTgt spid="135"/>
                                        </p:tgtEl>
                                        <p:attrNameLst>
                                          <p:attrName>ppt_y</p:attrName>
                                        </p:attrNameLst>
                                      </p:cBhvr>
                                      <p:tavLst>
                                        <p:tav tm="0">
                                          <p:val>
                                            <p:fltVal val="0.5"/>
                                          </p:val>
                                        </p:tav>
                                        <p:tav tm="100000">
                                          <p:val>
                                            <p:strVal val="#ppt_y"/>
                                          </p:val>
                                        </p:tav>
                                      </p:tavLst>
                                    </p:anim>
                                  </p:childTnLst>
                                </p:cTn>
                              </p:par>
                              <p:par>
                                <p:cTn id="75" presetID="53" presetClass="entr" presetSubtype="528" repeatCount="indefinite" fill="hold" grpId="0" nodeType="withEffect">
                                  <p:stCondLst>
                                    <p:cond delay="317"/>
                                  </p:stCondLst>
                                  <p:childTnLst>
                                    <p:set>
                                      <p:cBhvr>
                                        <p:cTn id="76" dur="1" fill="hold">
                                          <p:stCondLst>
                                            <p:cond delay="0"/>
                                          </p:stCondLst>
                                        </p:cTn>
                                        <p:tgtEl>
                                          <p:spTgt spid="136"/>
                                        </p:tgtEl>
                                        <p:attrNameLst>
                                          <p:attrName>style.visibility</p:attrName>
                                        </p:attrNameLst>
                                      </p:cBhvr>
                                      <p:to>
                                        <p:strVal val="visible"/>
                                      </p:to>
                                    </p:set>
                                    <p:anim calcmode="lin" valueType="num">
                                      <p:cBhvr>
                                        <p:cTn id="77" dur="5737" fill="hold"/>
                                        <p:tgtEl>
                                          <p:spTgt spid="136"/>
                                        </p:tgtEl>
                                        <p:attrNameLst>
                                          <p:attrName>ppt_w</p:attrName>
                                        </p:attrNameLst>
                                      </p:cBhvr>
                                      <p:tavLst>
                                        <p:tav tm="0">
                                          <p:val>
                                            <p:fltVal val="0"/>
                                          </p:val>
                                        </p:tav>
                                        <p:tav tm="100000">
                                          <p:val>
                                            <p:strVal val="#ppt_w"/>
                                          </p:val>
                                        </p:tav>
                                      </p:tavLst>
                                    </p:anim>
                                    <p:anim calcmode="lin" valueType="num">
                                      <p:cBhvr>
                                        <p:cTn id="78" dur="5737" fill="hold"/>
                                        <p:tgtEl>
                                          <p:spTgt spid="136"/>
                                        </p:tgtEl>
                                        <p:attrNameLst>
                                          <p:attrName>ppt_h</p:attrName>
                                        </p:attrNameLst>
                                      </p:cBhvr>
                                      <p:tavLst>
                                        <p:tav tm="0">
                                          <p:val>
                                            <p:fltVal val="0"/>
                                          </p:val>
                                        </p:tav>
                                        <p:tav tm="100000">
                                          <p:val>
                                            <p:strVal val="#ppt_h"/>
                                          </p:val>
                                        </p:tav>
                                      </p:tavLst>
                                    </p:anim>
                                    <p:animEffect transition="in" filter="fade">
                                      <p:cBhvr>
                                        <p:cTn id="79" dur="5737"/>
                                        <p:tgtEl>
                                          <p:spTgt spid="136"/>
                                        </p:tgtEl>
                                      </p:cBhvr>
                                    </p:animEffect>
                                    <p:anim calcmode="lin" valueType="num">
                                      <p:cBhvr>
                                        <p:cTn id="80" dur="5737" fill="hold"/>
                                        <p:tgtEl>
                                          <p:spTgt spid="136"/>
                                        </p:tgtEl>
                                        <p:attrNameLst>
                                          <p:attrName>ppt_x</p:attrName>
                                        </p:attrNameLst>
                                      </p:cBhvr>
                                      <p:tavLst>
                                        <p:tav tm="0">
                                          <p:val>
                                            <p:fltVal val="0.5"/>
                                          </p:val>
                                        </p:tav>
                                        <p:tav tm="100000">
                                          <p:val>
                                            <p:strVal val="#ppt_x"/>
                                          </p:val>
                                        </p:tav>
                                      </p:tavLst>
                                    </p:anim>
                                    <p:anim calcmode="lin" valueType="num">
                                      <p:cBhvr>
                                        <p:cTn id="81" dur="5737" fill="hold"/>
                                        <p:tgtEl>
                                          <p:spTgt spid="136"/>
                                        </p:tgtEl>
                                        <p:attrNameLst>
                                          <p:attrName>ppt_y</p:attrName>
                                        </p:attrNameLst>
                                      </p:cBhvr>
                                      <p:tavLst>
                                        <p:tav tm="0">
                                          <p:val>
                                            <p:fltVal val="0.5"/>
                                          </p:val>
                                        </p:tav>
                                        <p:tav tm="100000">
                                          <p:val>
                                            <p:strVal val="#ppt_y"/>
                                          </p:val>
                                        </p:tav>
                                      </p:tavLst>
                                    </p:anim>
                                  </p:childTnLst>
                                </p:cTn>
                              </p:par>
                              <p:par>
                                <p:cTn id="82" presetID="53" presetClass="entr" presetSubtype="528" repeatCount="indefinite" fill="hold" grpId="0" nodeType="withEffect">
                                  <p:stCondLst>
                                    <p:cond delay="1699"/>
                                  </p:stCondLst>
                                  <p:childTnLst>
                                    <p:set>
                                      <p:cBhvr>
                                        <p:cTn id="83" dur="1" fill="hold">
                                          <p:stCondLst>
                                            <p:cond delay="0"/>
                                          </p:stCondLst>
                                        </p:cTn>
                                        <p:tgtEl>
                                          <p:spTgt spid="137"/>
                                        </p:tgtEl>
                                        <p:attrNameLst>
                                          <p:attrName>style.visibility</p:attrName>
                                        </p:attrNameLst>
                                      </p:cBhvr>
                                      <p:to>
                                        <p:strVal val="visible"/>
                                      </p:to>
                                    </p:set>
                                    <p:anim calcmode="lin" valueType="num">
                                      <p:cBhvr>
                                        <p:cTn id="84" dur="6663" fill="hold"/>
                                        <p:tgtEl>
                                          <p:spTgt spid="137"/>
                                        </p:tgtEl>
                                        <p:attrNameLst>
                                          <p:attrName>ppt_w</p:attrName>
                                        </p:attrNameLst>
                                      </p:cBhvr>
                                      <p:tavLst>
                                        <p:tav tm="0">
                                          <p:val>
                                            <p:fltVal val="0"/>
                                          </p:val>
                                        </p:tav>
                                        <p:tav tm="100000">
                                          <p:val>
                                            <p:strVal val="#ppt_w"/>
                                          </p:val>
                                        </p:tav>
                                      </p:tavLst>
                                    </p:anim>
                                    <p:anim calcmode="lin" valueType="num">
                                      <p:cBhvr>
                                        <p:cTn id="85" dur="6663" fill="hold"/>
                                        <p:tgtEl>
                                          <p:spTgt spid="137"/>
                                        </p:tgtEl>
                                        <p:attrNameLst>
                                          <p:attrName>ppt_h</p:attrName>
                                        </p:attrNameLst>
                                      </p:cBhvr>
                                      <p:tavLst>
                                        <p:tav tm="0">
                                          <p:val>
                                            <p:fltVal val="0"/>
                                          </p:val>
                                        </p:tav>
                                        <p:tav tm="100000">
                                          <p:val>
                                            <p:strVal val="#ppt_h"/>
                                          </p:val>
                                        </p:tav>
                                      </p:tavLst>
                                    </p:anim>
                                    <p:animEffect transition="in" filter="fade">
                                      <p:cBhvr>
                                        <p:cTn id="86" dur="6663"/>
                                        <p:tgtEl>
                                          <p:spTgt spid="137"/>
                                        </p:tgtEl>
                                      </p:cBhvr>
                                    </p:animEffect>
                                    <p:anim calcmode="lin" valueType="num">
                                      <p:cBhvr>
                                        <p:cTn id="87" dur="6663" fill="hold"/>
                                        <p:tgtEl>
                                          <p:spTgt spid="137"/>
                                        </p:tgtEl>
                                        <p:attrNameLst>
                                          <p:attrName>ppt_x</p:attrName>
                                        </p:attrNameLst>
                                      </p:cBhvr>
                                      <p:tavLst>
                                        <p:tav tm="0">
                                          <p:val>
                                            <p:fltVal val="0.5"/>
                                          </p:val>
                                        </p:tav>
                                        <p:tav tm="100000">
                                          <p:val>
                                            <p:strVal val="#ppt_x"/>
                                          </p:val>
                                        </p:tav>
                                      </p:tavLst>
                                    </p:anim>
                                    <p:anim calcmode="lin" valueType="num">
                                      <p:cBhvr>
                                        <p:cTn id="88" dur="6663" fill="hold"/>
                                        <p:tgtEl>
                                          <p:spTgt spid="137"/>
                                        </p:tgtEl>
                                        <p:attrNameLst>
                                          <p:attrName>ppt_y</p:attrName>
                                        </p:attrNameLst>
                                      </p:cBhvr>
                                      <p:tavLst>
                                        <p:tav tm="0">
                                          <p:val>
                                            <p:fltVal val="0.5"/>
                                          </p:val>
                                        </p:tav>
                                        <p:tav tm="100000">
                                          <p:val>
                                            <p:strVal val="#ppt_y"/>
                                          </p:val>
                                        </p:tav>
                                      </p:tavLst>
                                    </p:anim>
                                  </p:childTnLst>
                                </p:cTn>
                              </p:par>
                              <p:par>
                                <p:cTn id="89" presetID="53" presetClass="entr" presetSubtype="528" repeatCount="indefinite" fill="hold" grpId="0" nodeType="withEffect">
                                  <p:stCondLst>
                                    <p:cond delay="1993"/>
                                  </p:stCondLst>
                                  <p:childTnLst>
                                    <p:set>
                                      <p:cBhvr>
                                        <p:cTn id="90" dur="1" fill="hold">
                                          <p:stCondLst>
                                            <p:cond delay="0"/>
                                          </p:stCondLst>
                                        </p:cTn>
                                        <p:tgtEl>
                                          <p:spTgt spid="139"/>
                                        </p:tgtEl>
                                        <p:attrNameLst>
                                          <p:attrName>style.visibility</p:attrName>
                                        </p:attrNameLst>
                                      </p:cBhvr>
                                      <p:to>
                                        <p:strVal val="visible"/>
                                      </p:to>
                                    </p:set>
                                    <p:anim calcmode="lin" valueType="num">
                                      <p:cBhvr>
                                        <p:cTn id="91" dur="5240" fill="hold"/>
                                        <p:tgtEl>
                                          <p:spTgt spid="139"/>
                                        </p:tgtEl>
                                        <p:attrNameLst>
                                          <p:attrName>ppt_w</p:attrName>
                                        </p:attrNameLst>
                                      </p:cBhvr>
                                      <p:tavLst>
                                        <p:tav tm="0">
                                          <p:val>
                                            <p:fltVal val="0"/>
                                          </p:val>
                                        </p:tav>
                                        <p:tav tm="100000">
                                          <p:val>
                                            <p:strVal val="#ppt_w"/>
                                          </p:val>
                                        </p:tav>
                                      </p:tavLst>
                                    </p:anim>
                                    <p:anim calcmode="lin" valueType="num">
                                      <p:cBhvr>
                                        <p:cTn id="92" dur="5240" fill="hold"/>
                                        <p:tgtEl>
                                          <p:spTgt spid="139"/>
                                        </p:tgtEl>
                                        <p:attrNameLst>
                                          <p:attrName>ppt_h</p:attrName>
                                        </p:attrNameLst>
                                      </p:cBhvr>
                                      <p:tavLst>
                                        <p:tav tm="0">
                                          <p:val>
                                            <p:fltVal val="0"/>
                                          </p:val>
                                        </p:tav>
                                        <p:tav tm="100000">
                                          <p:val>
                                            <p:strVal val="#ppt_h"/>
                                          </p:val>
                                        </p:tav>
                                      </p:tavLst>
                                    </p:anim>
                                    <p:animEffect transition="in" filter="fade">
                                      <p:cBhvr>
                                        <p:cTn id="93" dur="5240"/>
                                        <p:tgtEl>
                                          <p:spTgt spid="139"/>
                                        </p:tgtEl>
                                      </p:cBhvr>
                                    </p:animEffect>
                                    <p:anim calcmode="lin" valueType="num">
                                      <p:cBhvr>
                                        <p:cTn id="94" dur="5240" fill="hold"/>
                                        <p:tgtEl>
                                          <p:spTgt spid="139"/>
                                        </p:tgtEl>
                                        <p:attrNameLst>
                                          <p:attrName>ppt_x</p:attrName>
                                        </p:attrNameLst>
                                      </p:cBhvr>
                                      <p:tavLst>
                                        <p:tav tm="0">
                                          <p:val>
                                            <p:fltVal val="0.5"/>
                                          </p:val>
                                        </p:tav>
                                        <p:tav tm="100000">
                                          <p:val>
                                            <p:strVal val="#ppt_x"/>
                                          </p:val>
                                        </p:tav>
                                      </p:tavLst>
                                    </p:anim>
                                    <p:anim calcmode="lin" valueType="num">
                                      <p:cBhvr>
                                        <p:cTn id="95" dur="5240" fill="hold"/>
                                        <p:tgtEl>
                                          <p:spTgt spid="139"/>
                                        </p:tgtEl>
                                        <p:attrNameLst>
                                          <p:attrName>ppt_y</p:attrName>
                                        </p:attrNameLst>
                                      </p:cBhvr>
                                      <p:tavLst>
                                        <p:tav tm="0">
                                          <p:val>
                                            <p:fltVal val="0.5"/>
                                          </p:val>
                                        </p:tav>
                                        <p:tav tm="100000">
                                          <p:val>
                                            <p:strVal val="#ppt_y"/>
                                          </p:val>
                                        </p:tav>
                                      </p:tavLst>
                                    </p:anim>
                                  </p:childTnLst>
                                </p:cTn>
                              </p:par>
                              <p:par>
                                <p:cTn id="96" presetID="53" presetClass="entr" presetSubtype="528" repeatCount="indefinite" fill="hold" grpId="0" nodeType="withEffect">
                                  <p:stCondLst>
                                    <p:cond delay="1408"/>
                                  </p:stCondLst>
                                  <p:childTnLst>
                                    <p:set>
                                      <p:cBhvr>
                                        <p:cTn id="97" dur="1" fill="hold">
                                          <p:stCondLst>
                                            <p:cond delay="0"/>
                                          </p:stCondLst>
                                        </p:cTn>
                                        <p:tgtEl>
                                          <p:spTgt spid="140"/>
                                        </p:tgtEl>
                                        <p:attrNameLst>
                                          <p:attrName>style.visibility</p:attrName>
                                        </p:attrNameLst>
                                      </p:cBhvr>
                                      <p:to>
                                        <p:strVal val="visible"/>
                                      </p:to>
                                    </p:set>
                                    <p:anim calcmode="lin" valueType="num">
                                      <p:cBhvr>
                                        <p:cTn id="98" dur="7466" fill="hold"/>
                                        <p:tgtEl>
                                          <p:spTgt spid="140"/>
                                        </p:tgtEl>
                                        <p:attrNameLst>
                                          <p:attrName>ppt_w</p:attrName>
                                        </p:attrNameLst>
                                      </p:cBhvr>
                                      <p:tavLst>
                                        <p:tav tm="0">
                                          <p:val>
                                            <p:fltVal val="0"/>
                                          </p:val>
                                        </p:tav>
                                        <p:tav tm="100000">
                                          <p:val>
                                            <p:strVal val="#ppt_w"/>
                                          </p:val>
                                        </p:tav>
                                      </p:tavLst>
                                    </p:anim>
                                    <p:anim calcmode="lin" valueType="num">
                                      <p:cBhvr>
                                        <p:cTn id="99" dur="7466" fill="hold"/>
                                        <p:tgtEl>
                                          <p:spTgt spid="140"/>
                                        </p:tgtEl>
                                        <p:attrNameLst>
                                          <p:attrName>ppt_h</p:attrName>
                                        </p:attrNameLst>
                                      </p:cBhvr>
                                      <p:tavLst>
                                        <p:tav tm="0">
                                          <p:val>
                                            <p:fltVal val="0"/>
                                          </p:val>
                                        </p:tav>
                                        <p:tav tm="100000">
                                          <p:val>
                                            <p:strVal val="#ppt_h"/>
                                          </p:val>
                                        </p:tav>
                                      </p:tavLst>
                                    </p:anim>
                                    <p:animEffect transition="in" filter="fade">
                                      <p:cBhvr>
                                        <p:cTn id="100" dur="7466"/>
                                        <p:tgtEl>
                                          <p:spTgt spid="140"/>
                                        </p:tgtEl>
                                      </p:cBhvr>
                                    </p:animEffect>
                                    <p:anim calcmode="lin" valueType="num">
                                      <p:cBhvr>
                                        <p:cTn id="101" dur="7466" fill="hold"/>
                                        <p:tgtEl>
                                          <p:spTgt spid="140"/>
                                        </p:tgtEl>
                                        <p:attrNameLst>
                                          <p:attrName>ppt_x</p:attrName>
                                        </p:attrNameLst>
                                      </p:cBhvr>
                                      <p:tavLst>
                                        <p:tav tm="0">
                                          <p:val>
                                            <p:fltVal val="0.5"/>
                                          </p:val>
                                        </p:tav>
                                        <p:tav tm="100000">
                                          <p:val>
                                            <p:strVal val="#ppt_x"/>
                                          </p:val>
                                        </p:tav>
                                      </p:tavLst>
                                    </p:anim>
                                    <p:anim calcmode="lin" valueType="num">
                                      <p:cBhvr>
                                        <p:cTn id="102" dur="7466" fill="hold"/>
                                        <p:tgtEl>
                                          <p:spTgt spid="140"/>
                                        </p:tgtEl>
                                        <p:attrNameLst>
                                          <p:attrName>ppt_y</p:attrName>
                                        </p:attrNameLst>
                                      </p:cBhvr>
                                      <p:tavLst>
                                        <p:tav tm="0">
                                          <p:val>
                                            <p:fltVal val="0.5"/>
                                          </p:val>
                                        </p:tav>
                                        <p:tav tm="100000">
                                          <p:val>
                                            <p:strVal val="#ppt_y"/>
                                          </p:val>
                                        </p:tav>
                                      </p:tavLst>
                                    </p:anim>
                                  </p:childTnLst>
                                </p:cTn>
                              </p:par>
                              <p:par>
                                <p:cTn id="103" presetID="53" presetClass="entr" presetSubtype="528" repeatCount="indefinite" fill="hold" grpId="0" nodeType="withEffect">
                                  <p:stCondLst>
                                    <p:cond delay="1034"/>
                                  </p:stCondLst>
                                  <p:childTnLst>
                                    <p:set>
                                      <p:cBhvr>
                                        <p:cTn id="104" dur="1" fill="hold">
                                          <p:stCondLst>
                                            <p:cond delay="0"/>
                                          </p:stCondLst>
                                        </p:cTn>
                                        <p:tgtEl>
                                          <p:spTgt spid="141"/>
                                        </p:tgtEl>
                                        <p:attrNameLst>
                                          <p:attrName>style.visibility</p:attrName>
                                        </p:attrNameLst>
                                      </p:cBhvr>
                                      <p:to>
                                        <p:strVal val="visible"/>
                                      </p:to>
                                    </p:set>
                                    <p:anim calcmode="lin" valueType="num">
                                      <p:cBhvr>
                                        <p:cTn id="105" dur="6672" fill="hold"/>
                                        <p:tgtEl>
                                          <p:spTgt spid="141"/>
                                        </p:tgtEl>
                                        <p:attrNameLst>
                                          <p:attrName>ppt_w</p:attrName>
                                        </p:attrNameLst>
                                      </p:cBhvr>
                                      <p:tavLst>
                                        <p:tav tm="0">
                                          <p:val>
                                            <p:fltVal val="0"/>
                                          </p:val>
                                        </p:tav>
                                        <p:tav tm="100000">
                                          <p:val>
                                            <p:strVal val="#ppt_w"/>
                                          </p:val>
                                        </p:tav>
                                      </p:tavLst>
                                    </p:anim>
                                    <p:anim calcmode="lin" valueType="num">
                                      <p:cBhvr>
                                        <p:cTn id="106" dur="6672" fill="hold"/>
                                        <p:tgtEl>
                                          <p:spTgt spid="141"/>
                                        </p:tgtEl>
                                        <p:attrNameLst>
                                          <p:attrName>ppt_h</p:attrName>
                                        </p:attrNameLst>
                                      </p:cBhvr>
                                      <p:tavLst>
                                        <p:tav tm="0">
                                          <p:val>
                                            <p:fltVal val="0"/>
                                          </p:val>
                                        </p:tav>
                                        <p:tav tm="100000">
                                          <p:val>
                                            <p:strVal val="#ppt_h"/>
                                          </p:val>
                                        </p:tav>
                                      </p:tavLst>
                                    </p:anim>
                                    <p:animEffect transition="in" filter="fade">
                                      <p:cBhvr>
                                        <p:cTn id="107" dur="6672"/>
                                        <p:tgtEl>
                                          <p:spTgt spid="141"/>
                                        </p:tgtEl>
                                      </p:cBhvr>
                                    </p:animEffect>
                                    <p:anim calcmode="lin" valueType="num">
                                      <p:cBhvr>
                                        <p:cTn id="108" dur="6672" fill="hold"/>
                                        <p:tgtEl>
                                          <p:spTgt spid="141"/>
                                        </p:tgtEl>
                                        <p:attrNameLst>
                                          <p:attrName>ppt_x</p:attrName>
                                        </p:attrNameLst>
                                      </p:cBhvr>
                                      <p:tavLst>
                                        <p:tav tm="0">
                                          <p:val>
                                            <p:fltVal val="0.5"/>
                                          </p:val>
                                        </p:tav>
                                        <p:tav tm="100000">
                                          <p:val>
                                            <p:strVal val="#ppt_x"/>
                                          </p:val>
                                        </p:tav>
                                      </p:tavLst>
                                    </p:anim>
                                    <p:anim calcmode="lin" valueType="num">
                                      <p:cBhvr>
                                        <p:cTn id="109" dur="6672" fill="hold"/>
                                        <p:tgtEl>
                                          <p:spTgt spid="141"/>
                                        </p:tgtEl>
                                        <p:attrNameLst>
                                          <p:attrName>ppt_y</p:attrName>
                                        </p:attrNameLst>
                                      </p:cBhvr>
                                      <p:tavLst>
                                        <p:tav tm="0">
                                          <p:val>
                                            <p:fltVal val="0.5"/>
                                          </p:val>
                                        </p:tav>
                                        <p:tav tm="100000">
                                          <p:val>
                                            <p:strVal val="#ppt_y"/>
                                          </p:val>
                                        </p:tav>
                                      </p:tavLst>
                                    </p:anim>
                                  </p:childTnLst>
                                </p:cTn>
                              </p:par>
                              <p:par>
                                <p:cTn id="110" presetID="53" presetClass="entr" presetSubtype="528" repeatCount="indefinite" fill="hold" grpId="0" nodeType="withEffect">
                                  <p:stCondLst>
                                    <p:cond delay="57"/>
                                  </p:stCondLst>
                                  <p:childTnLst>
                                    <p:set>
                                      <p:cBhvr>
                                        <p:cTn id="111" dur="1" fill="hold">
                                          <p:stCondLst>
                                            <p:cond delay="0"/>
                                          </p:stCondLst>
                                        </p:cTn>
                                        <p:tgtEl>
                                          <p:spTgt spid="142"/>
                                        </p:tgtEl>
                                        <p:attrNameLst>
                                          <p:attrName>style.visibility</p:attrName>
                                        </p:attrNameLst>
                                      </p:cBhvr>
                                      <p:to>
                                        <p:strVal val="visible"/>
                                      </p:to>
                                    </p:set>
                                    <p:anim calcmode="lin" valueType="num">
                                      <p:cBhvr>
                                        <p:cTn id="112" dur="5637" fill="hold"/>
                                        <p:tgtEl>
                                          <p:spTgt spid="142"/>
                                        </p:tgtEl>
                                        <p:attrNameLst>
                                          <p:attrName>ppt_w</p:attrName>
                                        </p:attrNameLst>
                                      </p:cBhvr>
                                      <p:tavLst>
                                        <p:tav tm="0">
                                          <p:val>
                                            <p:fltVal val="0"/>
                                          </p:val>
                                        </p:tav>
                                        <p:tav tm="100000">
                                          <p:val>
                                            <p:strVal val="#ppt_w"/>
                                          </p:val>
                                        </p:tav>
                                      </p:tavLst>
                                    </p:anim>
                                    <p:anim calcmode="lin" valueType="num">
                                      <p:cBhvr>
                                        <p:cTn id="113" dur="5637" fill="hold"/>
                                        <p:tgtEl>
                                          <p:spTgt spid="142"/>
                                        </p:tgtEl>
                                        <p:attrNameLst>
                                          <p:attrName>ppt_h</p:attrName>
                                        </p:attrNameLst>
                                      </p:cBhvr>
                                      <p:tavLst>
                                        <p:tav tm="0">
                                          <p:val>
                                            <p:fltVal val="0"/>
                                          </p:val>
                                        </p:tav>
                                        <p:tav tm="100000">
                                          <p:val>
                                            <p:strVal val="#ppt_h"/>
                                          </p:val>
                                        </p:tav>
                                      </p:tavLst>
                                    </p:anim>
                                    <p:animEffect transition="in" filter="fade">
                                      <p:cBhvr>
                                        <p:cTn id="114" dur="5637"/>
                                        <p:tgtEl>
                                          <p:spTgt spid="142"/>
                                        </p:tgtEl>
                                      </p:cBhvr>
                                    </p:animEffect>
                                    <p:anim calcmode="lin" valueType="num">
                                      <p:cBhvr>
                                        <p:cTn id="115" dur="5637" fill="hold"/>
                                        <p:tgtEl>
                                          <p:spTgt spid="142"/>
                                        </p:tgtEl>
                                        <p:attrNameLst>
                                          <p:attrName>ppt_x</p:attrName>
                                        </p:attrNameLst>
                                      </p:cBhvr>
                                      <p:tavLst>
                                        <p:tav tm="0">
                                          <p:val>
                                            <p:fltVal val="0.5"/>
                                          </p:val>
                                        </p:tav>
                                        <p:tav tm="100000">
                                          <p:val>
                                            <p:strVal val="#ppt_x"/>
                                          </p:val>
                                        </p:tav>
                                      </p:tavLst>
                                    </p:anim>
                                    <p:anim calcmode="lin" valueType="num">
                                      <p:cBhvr>
                                        <p:cTn id="116" dur="5637" fill="hold"/>
                                        <p:tgtEl>
                                          <p:spTgt spid="142"/>
                                        </p:tgtEl>
                                        <p:attrNameLst>
                                          <p:attrName>ppt_y</p:attrName>
                                        </p:attrNameLst>
                                      </p:cBhvr>
                                      <p:tavLst>
                                        <p:tav tm="0">
                                          <p:val>
                                            <p:fltVal val="0.5"/>
                                          </p:val>
                                        </p:tav>
                                        <p:tav tm="100000">
                                          <p:val>
                                            <p:strVal val="#ppt_y"/>
                                          </p:val>
                                        </p:tav>
                                      </p:tavLst>
                                    </p:anim>
                                  </p:childTnLst>
                                </p:cTn>
                              </p:par>
                              <p:par>
                                <p:cTn id="117" presetID="53" presetClass="entr" presetSubtype="528" repeatCount="indefinite" fill="hold" grpId="0" nodeType="withEffect">
                                  <p:stCondLst>
                                    <p:cond delay="1978"/>
                                  </p:stCondLst>
                                  <p:childTnLst>
                                    <p:set>
                                      <p:cBhvr>
                                        <p:cTn id="118" dur="1" fill="hold">
                                          <p:stCondLst>
                                            <p:cond delay="0"/>
                                          </p:stCondLst>
                                        </p:cTn>
                                        <p:tgtEl>
                                          <p:spTgt spid="154"/>
                                        </p:tgtEl>
                                        <p:attrNameLst>
                                          <p:attrName>style.visibility</p:attrName>
                                        </p:attrNameLst>
                                      </p:cBhvr>
                                      <p:to>
                                        <p:strVal val="visible"/>
                                      </p:to>
                                    </p:set>
                                    <p:anim calcmode="lin" valueType="num">
                                      <p:cBhvr>
                                        <p:cTn id="119" dur="6440" fill="hold"/>
                                        <p:tgtEl>
                                          <p:spTgt spid="154"/>
                                        </p:tgtEl>
                                        <p:attrNameLst>
                                          <p:attrName>ppt_w</p:attrName>
                                        </p:attrNameLst>
                                      </p:cBhvr>
                                      <p:tavLst>
                                        <p:tav tm="0">
                                          <p:val>
                                            <p:fltVal val="0"/>
                                          </p:val>
                                        </p:tav>
                                        <p:tav tm="100000">
                                          <p:val>
                                            <p:strVal val="#ppt_w"/>
                                          </p:val>
                                        </p:tav>
                                      </p:tavLst>
                                    </p:anim>
                                    <p:anim calcmode="lin" valueType="num">
                                      <p:cBhvr>
                                        <p:cTn id="120" dur="6440" fill="hold"/>
                                        <p:tgtEl>
                                          <p:spTgt spid="154"/>
                                        </p:tgtEl>
                                        <p:attrNameLst>
                                          <p:attrName>ppt_h</p:attrName>
                                        </p:attrNameLst>
                                      </p:cBhvr>
                                      <p:tavLst>
                                        <p:tav tm="0">
                                          <p:val>
                                            <p:fltVal val="0"/>
                                          </p:val>
                                        </p:tav>
                                        <p:tav tm="100000">
                                          <p:val>
                                            <p:strVal val="#ppt_h"/>
                                          </p:val>
                                        </p:tav>
                                      </p:tavLst>
                                    </p:anim>
                                    <p:animEffect transition="in" filter="fade">
                                      <p:cBhvr>
                                        <p:cTn id="121" dur="6440"/>
                                        <p:tgtEl>
                                          <p:spTgt spid="154"/>
                                        </p:tgtEl>
                                      </p:cBhvr>
                                    </p:animEffect>
                                    <p:anim calcmode="lin" valueType="num">
                                      <p:cBhvr>
                                        <p:cTn id="122" dur="6440" fill="hold"/>
                                        <p:tgtEl>
                                          <p:spTgt spid="154"/>
                                        </p:tgtEl>
                                        <p:attrNameLst>
                                          <p:attrName>ppt_x</p:attrName>
                                        </p:attrNameLst>
                                      </p:cBhvr>
                                      <p:tavLst>
                                        <p:tav tm="0">
                                          <p:val>
                                            <p:fltVal val="0.5"/>
                                          </p:val>
                                        </p:tav>
                                        <p:tav tm="100000">
                                          <p:val>
                                            <p:strVal val="#ppt_x"/>
                                          </p:val>
                                        </p:tav>
                                      </p:tavLst>
                                    </p:anim>
                                    <p:anim calcmode="lin" valueType="num">
                                      <p:cBhvr>
                                        <p:cTn id="123" dur="6440" fill="hold"/>
                                        <p:tgtEl>
                                          <p:spTgt spid="154"/>
                                        </p:tgtEl>
                                        <p:attrNameLst>
                                          <p:attrName>ppt_y</p:attrName>
                                        </p:attrNameLst>
                                      </p:cBhvr>
                                      <p:tavLst>
                                        <p:tav tm="0">
                                          <p:val>
                                            <p:fltVal val="0.5"/>
                                          </p:val>
                                        </p:tav>
                                        <p:tav tm="100000">
                                          <p:val>
                                            <p:strVal val="#ppt_y"/>
                                          </p:val>
                                        </p:tav>
                                      </p:tavLst>
                                    </p:anim>
                                  </p:childTnLst>
                                </p:cTn>
                              </p:par>
                              <p:par>
                                <p:cTn id="124" presetID="53" presetClass="entr" presetSubtype="528" repeatCount="indefinite" fill="hold" grpId="0" nodeType="withEffect">
                                  <p:stCondLst>
                                    <p:cond delay="136"/>
                                  </p:stCondLst>
                                  <p:childTnLst>
                                    <p:set>
                                      <p:cBhvr>
                                        <p:cTn id="125" dur="1" fill="hold">
                                          <p:stCondLst>
                                            <p:cond delay="0"/>
                                          </p:stCondLst>
                                        </p:cTn>
                                        <p:tgtEl>
                                          <p:spTgt spid="155"/>
                                        </p:tgtEl>
                                        <p:attrNameLst>
                                          <p:attrName>style.visibility</p:attrName>
                                        </p:attrNameLst>
                                      </p:cBhvr>
                                      <p:to>
                                        <p:strVal val="visible"/>
                                      </p:to>
                                    </p:set>
                                    <p:anim calcmode="lin" valueType="num">
                                      <p:cBhvr>
                                        <p:cTn id="126" dur="6172" fill="hold"/>
                                        <p:tgtEl>
                                          <p:spTgt spid="155"/>
                                        </p:tgtEl>
                                        <p:attrNameLst>
                                          <p:attrName>ppt_w</p:attrName>
                                        </p:attrNameLst>
                                      </p:cBhvr>
                                      <p:tavLst>
                                        <p:tav tm="0">
                                          <p:val>
                                            <p:fltVal val="0"/>
                                          </p:val>
                                        </p:tav>
                                        <p:tav tm="100000">
                                          <p:val>
                                            <p:strVal val="#ppt_w"/>
                                          </p:val>
                                        </p:tav>
                                      </p:tavLst>
                                    </p:anim>
                                    <p:anim calcmode="lin" valueType="num">
                                      <p:cBhvr>
                                        <p:cTn id="127" dur="6172" fill="hold"/>
                                        <p:tgtEl>
                                          <p:spTgt spid="155"/>
                                        </p:tgtEl>
                                        <p:attrNameLst>
                                          <p:attrName>ppt_h</p:attrName>
                                        </p:attrNameLst>
                                      </p:cBhvr>
                                      <p:tavLst>
                                        <p:tav tm="0">
                                          <p:val>
                                            <p:fltVal val="0"/>
                                          </p:val>
                                        </p:tav>
                                        <p:tav tm="100000">
                                          <p:val>
                                            <p:strVal val="#ppt_h"/>
                                          </p:val>
                                        </p:tav>
                                      </p:tavLst>
                                    </p:anim>
                                    <p:animEffect transition="in" filter="fade">
                                      <p:cBhvr>
                                        <p:cTn id="128" dur="6172"/>
                                        <p:tgtEl>
                                          <p:spTgt spid="155"/>
                                        </p:tgtEl>
                                      </p:cBhvr>
                                    </p:animEffect>
                                    <p:anim calcmode="lin" valueType="num">
                                      <p:cBhvr>
                                        <p:cTn id="129" dur="6172" fill="hold"/>
                                        <p:tgtEl>
                                          <p:spTgt spid="155"/>
                                        </p:tgtEl>
                                        <p:attrNameLst>
                                          <p:attrName>ppt_x</p:attrName>
                                        </p:attrNameLst>
                                      </p:cBhvr>
                                      <p:tavLst>
                                        <p:tav tm="0">
                                          <p:val>
                                            <p:fltVal val="0.5"/>
                                          </p:val>
                                        </p:tav>
                                        <p:tav tm="100000">
                                          <p:val>
                                            <p:strVal val="#ppt_x"/>
                                          </p:val>
                                        </p:tav>
                                      </p:tavLst>
                                    </p:anim>
                                    <p:anim calcmode="lin" valueType="num">
                                      <p:cBhvr>
                                        <p:cTn id="130" dur="6172" fill="hold"/>
                                        <p:tgtEl>
                                          <p:spTgt spid="155"/>
                                        </p:tgtEl>
                                        <p:attrNameLst>
                                          <p:attrName>ppt_y</p:attrName>
                                        </p:attrNameLst>
                                      </p:cBhvr>
                                      <p:tavLst>
                                        <p:tav tm="0">
                                          <p:val>
                                            <p:fltVal val="0.5"/>
                                          </p:val>
                                        </p:tav>
                                        <p:tav tm="100000">
                                          <p:val>
                                            <p:strVal val="#ppt_y"/>
                                          </p:val>
                                        </p:tav>
                                      </p:tavLst>
                                    </p:anim>
                                  </p:childTnLst>
                                </p:cTn>
                              </p:par>
                              <p:par>
                                <p:cTn id="131" presetID="53" presetClass="entr" presetSubtype="528" repeatCount="indefinite" fill="hold" grpId="0" nodeType="withEffect">
                                  <p:stCondLst>
                                    <p:cond delay="177"/>
                                  </p:stCondLst>
                                  <p:childTnLst>
                                    <p:set>
                                      <p:cBhvr>
                                        <p:cTn id="132" dur="1" fill="hold">
                                          <p:stCondLst>
                                            <p:cond delay="0"/>
                                          </p:stCondLst>
                                        </p:cTn>
                                        <p:tgtEl>
                                          <p:spTgt spid="156"/>
                                        </p:tgtEl>
                                        <p:attrNameLst>
                                          <p:attrName>style.visibility</p:attrName>
                                        </p:attrNameLst>
                                      </p:cBhvr>
                                      <p:to>
                                        <p:strVal val="visible"/>
                                      </p:to>
                                    </p:set>
                                    <p:anim calcmode="lin" valueType="num">
                                      <p:cBhvr>
                                        <p:cTn id="133" dur="6180" fill="hold"/>
                                        <p:tgtEl>
                                          <p:spTgt spid="156"/>
                                        </p:tgtEl>
                                        <p:attrNameLst>
                                          <p:attrName>ppt_w</p:attrName>
                                        </p:attrNameLst>
                                      </p:cBhvr>
                                      <p:tavLst>
                                        <p:tav tm="0">
                                          <p:val>
                                            <p:fltVal val="0"/>
                                          </p:val>
                                        </p:tav>
                                        <p:tav tm="100000">
                                          <p:val>
                                            <p:strVal val="#ppt_w"/>
                                          </p:val>
                                        </p:tav>
                                      </p:tavLst>
                                    </p:anim>
                                    <p:anim calcmode="lin" valueType="num">
                                      <p:cBhvr>
                                        <p:cTn id="134" dur="6180" fill="hold"/>
                                        <p:tgtEl>
                                          <p:spTgt spid="156"/>
                                        </p:tgtEl>
                                        <p:attrNameLst>
                                          <p:attrName>ppt_h</p:attrName>
                                        </p:attrNameLst>
                                      </p:cBhvr>
                                      <p:tavLst>
                                        <p:tav tm="0">
                                          <p:val>
                                            <p:fltVal val="0"/>
                                          </p:val>
                                        </p:tav>
                                        <p:tav tm="100000">
                                          <p:val>
                                            <p:strVal val="#ppt_h"/>
                                          </p:val>
                                        </p:tav>
                                      </p:tavLst>
                                    </p:anim>
                                    <p:animEffect transition="in" filter="fade">
                                      <p:cBhvr>
                                        <p:cTn id="135" dur="6180"/>
                                        <p:tgtEl>
                                          <p:spTgt spid="156"/>
                                        </p:tgtEl>
                                      </p:cBhvr>
                                    </p:animEffect>
                                    <p:anim calcmode="lin" valueType="num">
                                      <p:cBhvr>
                                        <p:cTn id="136" dur="6180" fill="hold"/>
                                        <p:tgtEl>
                                          <p:spTgt spid="156"/>
                                        </p:tgtEl>
                                        <p:attrNameLst>
                                          <p:attrName>ppt_x</p:attrName>
                                        </p:attrNameLst>
                                      </p:cBhvr>
                                      <p:tavLst>
                                        <p:tav tm="0">
                                          <p:val>
                                            <p:fltVal val="0.5"/>
                                          </p:val>
                                        </p:tav>
                                        <p:tav tm="100000">
                                          <p:val>
                                            <p:strVal val="#ppt_x"/>
                                          </p:val>
                                        </p:tav>
                                      </p:tavLst>
                                    </p:anim>
                                    <p:anim calcmode="lin" valueType="num">
                                      <p:cBhvr>
                                        <p:cTn id="137" dur="6180" fill="hold"/>
                                        <p:tgtEl>
                                          <p:spTgt spid="156"/>
                                        </p:tgtEl>
                                        <p:attrNameLst>
                                          <p:attrName>ppt_y</p:attrName>
                                        </p:attrNameLst>
                                      </p:cBhvr>
                                      <p:tavLst>
                                        <p:tav tm="0">
                                          <p:val>
                                            <p:fltVal val="0.5"/>
                                          </p:val>
                                        </p:tav>
                                        <p:tav tm="100000">
                                          <p:val>
                                            <p:strVal val="#ppt_y"/>
                                          </p:val>
                                        </p:tav>
                                      </p:tavLst>
                                    </p:anim>
                                  </p:childTnLst>
                                </p:cTn>
                              </p:par>
                              <p:par>
                                <p:cTn id="138" presetID="53" presetClass="entr" presetSubtype="528" repeatCount="indefinite" fill="hold" grpId="0" nodeType="withEffect">
                                  <p:stCondLst>
                                    <p:cond delay="1791"/>
                                  </p:stCondLst>
                                  <p:childTnLst>
                                    <p:set>
                                      <p:cBhvr>
                                        <p:cTn id="139" dur="1" fill="hold">
                                          <p:stCondLst>
                                            <p:cond delay="0"/>
                                          </p:stCondLst>
                                        </p:cTn>
                                        <p:tgtEl>
                                          <p:spTgt spid="226"/>
                                        </p:tgtEl>
                                        <p:attrNameLst>
                                          <p:attrName>style.visibility</p:attrName>
                                        </p:attrNameLst>
                                      </p:cBhvr>
                                      <p:to>
                                        <p:strVal val="visible"/>
                                      </p:to>
                                    </p:set>
                                    <p:anim calcmode="lin" valueType="num">
                                      <p:cBhvr>
                                        <p:cTn id="140" dur="5546" fill="hold"/>
                                        <p:tgtEl>
                                          <p:spTgt spid="226"/>
                                        </p:tgtEl>
                                        <p:attrNameLst>
                                          <p:attrName>ppt_w</p:attrName>
                                        </p:attrNameLst>
                                      </p:cBhvr>
                                      <p:tavLst>
                                        <p:tav tm="0">
                                          <p:val>
                                            <p:fltVal val="0"/>
                                          </p:val>
                                        </p:tav>
                                        <p:tav tm="100000">
                                          <p:val>
                                            <p:strVal val="#ppt_w"/>
                                          </p:val>
                                        </p:tav>
                                      </p:tavLst>
                                    </p:anim>
                                    <p:anim calcmode="lin" valueType="num">
                                      <p:cBhvr>
                                        <p:cTn id="141" dur="5546" fill="hold"/>
                                        <p:tgtEl>
                                          <p:spTgt spid="226"/>
                                        </p:tgtEl>
                                        <p:attrNameLst>
                                          <p:attrName>ppt_h</p:attrName>
                                        </p:attrNameLst>
                                      </p:cBhvr>
                                      <p:tavLst>
                                        <p:tav tm="0">
                                          <p:val>
                                            <p:fltVal val="0"/>
                                          </p:val>
                                        </p:tav>
                                        <p:tav tm="100000">
                                          <p:val>
                                            <p:strVal val="#ppt_h"/>
                                          </p:val>
                                        </p:tav>
                                      </p:tavLst>
                                    </p:anim>
                                    <p:animEffect transition="in" filter="fade">
                                      <p:cBhvr>
                                        <p:cTn id="142" dur="5546"/>
                                        <p:tgtEl>
                                          <p:spTgt spid="226"/>
                                        </p:tgtEl>
                                      </p:cBhvr>
                                    </p:animEffect>
                                    <p:anim calcmode="lin" valueType="num">
                                      <p:cBhvr>
                                        <p:cTn id="143" dur="5546" fill="hold"/>
                                        <p:tgtEl>
                                          <p:spTgt spid="226"/>
                                        </p:tgtEl>
                                        <p:attrNameLst>
                                          <p:attrName>ppt_x</p:attrName>
                                        </p:attrNameLst>
                                      </p:cBhvr>
                                      <p:tavLst>
                                        <p:tav tm="0">
                                          <p:val>
                                            <p:fltVal val="0.5"/>
                                          </p:val>
                                        </p:tav>
                                        <p:tav tm="100000">
                                          <p:val>
                                            <p:strVal val="#ppt_x"/>
                                          </p:val>
                                        </p:tav>
                                      </p:tavLst>
                                    </p:anim>
                                    <p:anim calcmode="lin" valueType="num">
                                      <p:cBhvr>
                                        <p:cTn id="144" dur="5546" fill="hold"/>
                                        <p:tgtEl>
                                          <p:spTgt spid="226"/>
                                        </p:tgtEl>
                                        <p:attrNameLst>
                                          <p:attrName>ppt_y</p:attrName>
                                        </p:attrNameLst>
                                      </p:cBhvr>
                                      <p:tavLst>
                                        <p:tav tm="0">
                                          <p:val>
                                            <p:fltVal val="0.5"/>
                                          </p:val>
                                        </p:tav>
                                        <p:tav tm="100000">
                                          <p:val>
                                            <p:strVal val="#ppt_y"/>
                                          </p:val>
                                        </p:tav>
                                      </p:tavLst>
                                    </p:anim>
                                  </p:childTnLst>
                                </p:cTn>
                              </p:par>
                              <p:par>
                                <p:cTn id="145" presetID="53" presetClass="entr" presetSubtype="528" repeatCount="indefinite" fill="hold" grpId="0" nodeType="withEffect">
                                  <p:stCondLst>
                                    <p:cond delay="731"/>
                                  </p:stCondLst>
                                  <p:childTnLst>
                                    <p:set>
                                      <p:cBhvr>
                                        <p:cTn id="146" dur="1" fill="hold">
                                          <p:stCondLst>
                                            <p:cond delay="0"/>
                                          </p:stCondLst>
                                        </p:cTn>
                                        <p:tgtEl>
                                          <p:spTgt spid="237"/>
                                        </p:tgtEl>
                                        <p:attrNameLst>
                                          <p:attrName>style.visibility</p:attrName>
                                        </p:attrNameLst>
                                      </p:cBhvr>
                                      <p:to>
                                        <p:strVal val="visible"/>
                                      </p:to>
                                    </p:set>
                                    <p:anim calcmode="lin" valueType="num">
                                      <p:cBhvr>
                                        <p:cTn id="147" dur="6797" fill="hold"/>
                                        <p:tgtEl>
                                          <p:spTgt spid="237"/>
                                        </p:tgtEl>
                                        <p:attrNameLst>
                                          <p:attrName>ppt_w</p:attrName>
                                        </p:attrNameLst>
                                      </p:cBhvr>
                                      <p:tavLst>
                                        <p:tav tm="0">
                                          <p:val>
                                            <p:fltVal val="0"/>
                                          </p:val>
                                        </p:tav>
                                        <p:tav tm="100000">
                                          <p:val>
                                            <p:strVal val="#ppt_w"/>
                                          </p:val>
                                        </p:tav>
                                      </p:tavLst>
                                    </p:anim>
                                    <p:anim calcmode="lin" valueType="num">
                                      <p:cBhvr>
                                        <p:cTn id="148" dur="6797" fill="hold"/>
                                        <p:tgtEl>
                                          <p:spTgt spid="237"/>
                                        </p:tgtEl>
                                        <p:attrNameLst>
                                          <p:attrName>ppt_h</p:attrName>
                                        </p:attrNameLst>
                                      </p:cBhvr>
                                      <p:tavLst>
                                        <p:tav tm="0">
                                          <p:val>
                                            <p:fltVal val="0"/>
                                          </p:val>
                                        </p:tav>
                                        <p:tav tm="100000">
                                          <p:val>
                                            <p:strVal val="#ppt_h"/>
                                          </p:val>
                                        </p:tav>
                                      </p:tavLst>
                                    </p:anim>
                                    <p:animEffect transition="in" filter="fade">
                                      <p:cBhvr>
                                        <p:cTn id="149" dur="6797"/>
                                        <p:tgtEl>
                                          <p:spTgt spid="237"/>
                                        </p:tgtEl>
                                      </p:cBhvr>
                                    </p:animEffect>
                                    <p:anim calcmode="lin" valueType="num">
                                      <p:cBhvr>
                                        <p:cTn id="150" dur="6797" fill="hold"/>
                                        <p:tgtEl>
                                          <p:spTgt spid="237"/>
                                        </p:tgtEl>
                                        <p:attrNameLst>
                                          <p:attrName>ppt_x</p:attrName>
                                        </p:attrNameLst>
                                      </p:cBhvr>
                                      <p:tavLst>
                                        <p:tav tm="0">
                                          <p:val>
                                            <p:fltVal val="0.5"/>
                                          </p:val>
                                        </p:tav>
                                        <p:tav tm="100000">
                                          <p:val>
                                            <p:strVal val="#ppt_x"/>
                                          </p:val>
                                        </p:tav>
                                      </p:tavLst>
                                    </p:anim>
                                    <p:anim calcmode="lin" valueType="num">
                                      <p:cBhvr>
                                        <p:cTn id="151" dur="6797" fill="hold"/>
                                        <p:tgtEl>
                                          <p:spTgt spid="237"/>
                                        </p:tgtEl>
                                        <p:attrNameLst>
                                          <p:attrName>ppt_y</p:attrName>
                                        </p:attrNameLst>
                                      </p:cBhvr>
                                      <p:tavLst>
                                        <p:tav tm="0">
                                          <p:val>
                                            <p:fltVal val="0.5"/>
                                          </p:val>
                                        </p:tav>
                                        <p:tav tm="100000">
                                          <p:val>
                                            <p:strVal val="#ppt_y"/>
                                          </p:val>
                                        </p:tav>
                                      </p:tavLst>
                                    </p:anim>
                                  </p:childTnLst>
                                </p:cTn>
                              </p:par>
                              <p:par>
                                <p:cTn id="152" presetID="53" presetClass="entr" presetSubtype="528" repeatCount="indefinite" fill="hold" grpId="0" nodeType="withEffect">
                                  <p:stCondLst>
                                    <p:cond delay="1855"/>
                                  </p:stCondLst>
                                  <p:childTnLst>
                                    <p:set>
                                      <p:cBhvr>
                                        <p:cTn id="153" dur="1" fill="hold">
                                          <p:stCondLst>
                                            <p:cond delay="0"/>
                                          </p:stCondLst>
                                        </p:cTn>
                                        <p:tgtEl>
                                          <p:spTgt spid="238"/>
                                        </p:tgtEl>
                                        <p:attrNameLst>
                                          <p:attrName>style.visibility</p:attrName>
                                        </p:attrNameLst>
                                      </p:cBhvr>
                                      <p:to>
                                        <p:strVal val="visible"/>
                                      </p:to>
                                    </p:set>
                                    <p:anim calcmode="lin" valueType="num">
                                      <p:cBhvr>
                                        <p:cTn id="154" dur="7034" fill="hold"/>
                                        <p:tgtEl>
                                          <p:spTgt spid="238"/>
                                        </p:tgtEl>
                                        <p:attrNameLst>
                                          <p:attrName>ppt_w</p:attrName>
                                        </p:attrNameLst>
                                      </p:cBhvr>
                                      <p:tavLst>
                                        <p:tav tm="0">
                                          <p:val>
                                            <p:fltVal val="0"/>
                                          </p:val>
                                        </p:tav>
                                        <p:tav tm="100000">
                                          <p:val>
                                            <p:strVal val="#ppt_w"/>
                                          </p:val>
                                        </p:tav>
                                      </p:tavLst>
                                    </p:anim>
                                    <p:anim calcmode="lin" valueType="num">
                                      <p:cBhvr>
                                        <p:cTn id="155" dur="7034" fill="hold"/>
                                        <p:tgtEl>
                                          <p:spTgt spid="238"/>
                                        </p:tgtEl>
                                        <p:attrNameLst>
                                          <p:attrName>ppt_h</p:attrName>
                                        </p:attrNameLst>
                                      </p:cBhvr>
                                      <p:tavLst>
                                        <p:tav tm="0">
                                          <p:val>
                                            <p:fltVal val="0"/>
                                          </p:val>
                                        </p:tav>
                                        <p:tav tm="100000">
                                          <p:val>
                                            <p:strVal val="#ppt_h"/>
                                          </p:val>
                                        </p:tav>
                                      </p:tavLst>
                                    </p:anim>
                                    <p:animEffect transition="in" filter="fade">
                                      <p:cBhvr>
                                        <p:cTn id="156" dur="7034"/>
                                        <p:tgtEl>
                                          <p:spTgt spid="238"/>
                                        </p:tgtEl>
                                      </p:cBhvr>
                                    </p:animEffect>
                                    <p:anim calcmode="lin" valueType="num">
                                      <p:cBhvr>
                                        <p:cTn id="157" dur="7034" fill="hold"/>
                                        <p:tgtEl>
                                          <p:spTgt spid="238"/>
                                        </p:tgtEl>
                                        <p:attrNameLst>
                                          <p:attrName>ppt_x</p:attrName>
                                        </p:attrNameLst>
                                      </p:cBhvr>
                                      <p:tavLst>
                                        <p:tav tm="0">
                                          <p:val>
                                            <p:fltVal val="0.5"/>
                                          </p:val>
                                        </p:tav>
                                        <p:tav tm="100000">
                                          <p:val>
                                            <p:strVal val="#ppt_x"/>
                                          </p:val>
                                        </p:tav>
                                      </p:tavLst>
                                    </p:anim>
                                    <p:anim calcmode="lin" valueType="num">
                                      <p:cBhvr>
                                        <p:cTn id="158" dur="7034" fill="hold"/>
                                        <p:tgtEl>
                                          <p:spTgt spid="238"/>
                                        </p:tgtEl>
                                        <p:attrNameLst>
                                          <p:attrName>ppt_y</p:attrName>
                                        </p:attrNameLst>
                                      </p:cBhvr>
                                      <p:tavLst>
                                        <p:tav tm="0">
                                          <p:val>
                                            <p:fltVal val="0.5"/>
                                          </p:val>
                                        </p:tav>
                                        <p:tav tm="100000">
                                          <p:val>
                                            <p:strVal val="#ppt_y"/>
                                          </p:val>
                                        </p:tav>
                                      </p:tavLst>
                                    </p:anim>
                                  </p:childTnLst>
                                </p:cTn>
                              </p:par>
                              <p:par>
                                <p:cTn id="159" presetID="53" presetClass="entr" presetSubtype="528" repeatCount="indefinite" fill="hold" grpId="0" nodeType="withEffect">
                                  <p:stCondLst>
                                    <p:cond delay="560"/>
                                  </p:stCondLst>
                                  <p:childTnLst>
                                    <p:set>
                                      <p:cBhvr>
                                        <p:cTn id="160" dur="1" fill="hold">
                                          <p:stCondLst>
                                            <p:cond delay="0"/>
                                          </p:stCondLst>
                                        </p:cTn>
                                        <p:tgtEl>
                                          <p:spTgt spid="239"/>
                                        </p:tgtEl>
                                        <p:attrNameLst>
                                          <p:attrName>style.visibility</p:attrName>
                                        </p:attrNameLst>
                                      </p:cBhvr>
                                      <p:to>
                                        <p:strVal val="visible"/>
                                      </p:to>
                                    </p:set>
                                    <p:anim calcmode="lin" valueType="num">
                                      <p:cBhvr>
                                        <p:cTn id="161" dur="6907" fill="hold"/>
                                        <p:tgtEl>
                                          <p:spTgt spid="239"/>
                                        </p:tgtEl>
                                        <p:attrNameLst>
                                          <p:attrName>ppt_w</p:attrName>
                                        </p:attrNameLst>
                                      </p:cBhvr>
                                      <p:tavLst>
                                        <p:tav tm="0">
                                          <p:val>
                                            <p:fltVal val="0"/>
                                          </p:val>
                                        </p:tav>
                                        <p:tav tm="100000">
                                          <p:val>
                                            <p:strVal val="#ppt_w"/>
                                          </p:val>
                                        </p:tav>
                                      </p:tavLst>
                                    </p:anim>
                                    <p:anim calcmode="lin" valueType="num">
                                      <p:cBhvr>
                                        <p:cTn id="162" dur="6907" fill="hold"/>
                                        <p:tgtEl>
                                          <p:spTgt spid="239"/>
                                        </p:tgtEl>
                                        <p:attrNameLst>
                                          <p:attrName>ppt_h</p:attrName>
                                        </p:attrNameLst>
                                      </p:cBhvr>
                                      <p:tavLst>
                                        <p:tav tm="0">
                                          <p:val>
                                            <p:fltVal val="0"/>
                                          </p:val>
                                        </p:tav>
                                        <p:tav tm="100000">
                                          <p:val>
                                            <p:strVal val="#ppt_h"/>
                                          </p:val>
                                        </p:tav>
                                      </p:tavLst>
                                    </p:anim>
                                    <p:animEffect transition="in" filter="fade">
                                      <p:cBhvr>
                                        <p:cTn id="163" dur="6907"/>
                                        <p:tgtEl>
                                          <p:spTgt spid="239"/>
                                        </p:tgtEl>
                                      </p:cBhvr>
                                    </p:animEffect>
                                    <p:anim calcmode="lin" valueType="num">
                                      <p:cBhvr>
                                        <p:cTn id="164" dur="6907" fill="hold"/>
                                        <p:tgtEl>
                                          <p:spTgt spid="239"/>
                                        </p:tgtEl>
                                        <p:attrNameLst>
                                          <p:attrName>ppt_x</p:attrName>
                                        </p:attrNameLst>
                                      </p:cBhvr>
                                      <p:tavLst>
                                        <p:tav tm="0">
                                          <p:val>
                                            <p:fltVal val="0.5"/>
                                          </p:val>
                                        </p:tav>
                                        <p:tav tm="100000">
                                          <p:val>
                                            <p:strVal val="#ppt_x"/>
                                          </p:val>
                                        </p:tav>
                                      </p:tavLst>
                                    </p:anim>
                                    <p:anim calcmode="lin" valueType="num">
                                      <p:cBhvr>
                                        <p:cTn id="165" dur="6907" fill="hold"/>
                                        <p:tgtEl>
                                          <p:spTgt spid="239"/>
                                        </p:tgtEl>
                                        <p:attrNameLst>
                                          <p:attrName>ppt_y</p:attrName>
                                        </p:attrNameLst>
                                      </p:cBhvr>
                                      <p:tavLst>
                                        <p:tav tm="0">
                                          <p:val>
                                            <p:fltVal val="0.5"/>
                                          </p:val>
                                        </p:tav>
                                        <p:tav tm="100000">
                                          <p:val>
                                            <p:strVal val="#ppt_y"/>
                                          </p:val>
                                        </p:tav>
                                      </p:tavLst>
                                    </p:anim>
                                  </p:childTnLst>
                                </p:cTn>
                              </p:par>
                              <p:par>
                                <p:cTn id="166" presetID="53" presetClass="entr" presetSubtype="528" repeatCount="indefinite" fill="hold" grpId="0" nodeType="withEffect">
                                  <p:stCondLst>
                                    <p:cond delay="595"/>
                                  </p:stCondLst>
                                  <p:childTnLst>
                                    <p:set>
                                      <p:cBhvr>
                                        <p:cTn id="167" dur="1" fill="hold">
                                          <p:stCondLst>
                                            <p:cond delay="0"/>
                                          </p:stCondLst>
                                        </p:cTn>
                                        <p:tgtEl>
                                          <p:spTgt spid="240"/>
                                        </p:tgtEl>
                                        <p:attrNameLst>
                                          <p:attrName>style.visibility</p:attrName>
                                        </p:attrNameLst>
                                      </p:cBhvr>
                                      <p:to>
                                        <p:strVal val="visible"/>
                                      </p:to>
                                    </p:set>
                                    <p:anim calcmode="lin" valueType="num">
                                      <p:cBhvr>
                                        <p:cTn id="168" dur="5060" fill="hold"/>
                                        <p:tgtEl>
                                          <p:spTgt spid="240"/>
                                        </p:tgtEl>
                                        <p:attrNameLst>
                                          <p:attrName>ppt_w</p:attrName>
                                        </p:attrNameLst>
                                      </p:cBhvr>
                                      <p:tavLst>
                                        <p:tav tm="0">
                                          <p:val>
                                            <p:fltVal val="0"/>
                                          </p:val>
                                        </p:tav>
                                        <p:tav tm="100000">
                                          <p:val>
                                            <p:strVal val="#ppt_w"/>
                                          </p:val>
                                        </p:tav>
                                      </p:tavLst>
                                    </p:anim>
                                    <p:anim calcmode="lin" valueType="num">
                                      <p:cBhvr>
                                        <p:cTn id="169" dur="5060" fill="hold"/>
                                        <p:tgtEl>
                                          <p:spTgt spid="240"/>
                                        </p:tgtEl>
                                        <p:attrNameLst>
                                          <p:attrName>ppt_h</p:attrName>
                                        </p:attrNameLst>
                                      </p:cBhvr>
                                      <p:tavLst>
                                        <p:tav tm="0">
                                          <p:val>
                                            <p:fltVal val="0"/>
                                          </p:val>
                                        </p:tav>
                                        <p:tav tm="100000">
                                          <p:val>
                                            <p:strVal val="#ppt_h"/>
                                          </p:val>
                                        </p:tav>
                                      </p:tavLst>
                                    </p:anim>
                                    <p:animEffect transition="in" filter="fade">
                                      <p:cBhvr>
                                        <p:cTn id="170" dur="5060"/>
                                        <p:tgtEl>
                                          <p:spTgt spid="240"/>
                                        </p:tgtEl>
                                      </p:cBhvr>
                                    </p:animEffect>
                                    <p:anim calcmode="lin" valueType="num">
                                      <p:cBhvr>
                                        <p:cTn id="171" dur="5060" fill="hold"/>
                                        <p:tgtEl>
                                          <p:spTgt spid="240"/>
                                        </p:tgtEl>
                                        <p:attrNameLst>
                                          <p:attrName>ppt_x</p:attrName>
                                        </p:attrNameLst>
                                      </p:cBhvr>
                                      <p:tavLst>
                                        <p:tav tm="0">
                                          <p:val>
                                            <p:fltVal val="0.5"/>
                                          </p:val>
                                        </p:tav>
                                        <p:tav tm="100000">
                                          <p:val>
                                            <p:strVal val="#ppt_x"/>
                                          </p:val>
                                        </p:tav>
                                      </p:tavLst>
                                    </p:anim>
                                    <p:anim calcmode="lin" valueType="num">
                                      <p:cBhvr>
                                        <p:cTn id="172" dur="5060" fill="hold"/>
                                        <p:tgtEl>
                                          <p:spTgt spid="240"/>
                                        </p:tgtEl>
                                        <p:attrNameLst>
                                          <p:attrName>ppt_y</p:attrName>
                                        </p:attrNameLst>
                                      </p:cBhvr>
                                      <p:tavLst>
                                        <p:tav tm="0">
                                          <p:val>
                                            <p:fltVal val="0.5"/>
                                          </p:val>
                                        </p:tav>
                                        <p:tav tm="100000">
                                          <p:val>
                                            <p:strVal val="#ppt_y"/>
                                          </p:val>
                                        </p:tav>
                                      </p:tavLst>
                                    </p:anim>
                                  </p:childTnLst>
                                </p:cTn>
                              </p:par>
                              <p:par>
                                <p:cTn id="173" presetID="53" presetClass="entr" presetSubtype="528" repeatCount="indefinite" fill="hold" grpId="0" nodeType="withEffect">
                                  <p:stCondLst>
                                    <p:cond delay="1481"/>
                                  </p:stCondLst>
                                  <p:childTnLst>
                                    <p:set>
                                      <p:cBhvr>
                                        <p:cTn id="174" dur="1" fill="hold">
                                          <p:stCondLst>
                                            <p:cond delay="0"/>
                                          </p:stCondLst>
                                        </p:cTn>
                                        <p:tgtEl>
                                          <p:spTgt spid="242"/>
                                        </p:tgtEl>
                                        <p:attrNameLst>
                                          <p:attrName>style.visibility</p:attrName>
                                        </p:attrNameLst>
                                      </p:cBhvr>
                                      <p:to>
                                        <p:strVal val="visible"/>
                                      </p:to>
                                    </p:set>
                                    <p:anim calcmode="lin" valueType="num">
                                      <p:cBhvr>
                                        <p:cTn id="175" dur="5366" fill="hold"/>
                                        <p:tgtEl>
                                          <p:spTgt spid="242"/>
                                        </p:tgtEl>
                                        <p:attrNameLst>
                                          <p:attrName>ppt_w</p:attrName>
                                        </p:attrNameLst>
                                      </p:cBhvr>
                                      <p:tavLst>
                                        <p:tav tm="0">
                                          <p:val>
                                            <p:fltVal val="0"/>
                                          </p:val>
                                        </p:tav>
                                        <p:tav tm="100000">
                                          <p:val>
                                            <p:strVal val="#ppt_w"/>
                                          </p:val>
                                        </p:tav>
                                      </p:tavLst>
                                    </p:anim>
                                    <p:anim calcmode="lin" valueType="num">
                                      <p:cBhvr>
                                        <p:cTn id="176" dur="5366" fill="hold"/>
                                        <p:tgtEl>
                                          <p:spTgt spid="242"/>
                                        </p:tgtEl>
                                        <p:attrNameLst>
                                          <p:attrName>ppt_h</p:attrName>
                                        </p:attrNameLst>
                                      </p:cBhvr>
                                      <p:tavLst>
                                        <p:tav tm="0">
                                          <p:val>
                                            <p:fltVal val="0"/>
                                          </p:val>
                                        </p:tav>
                                        <p:tav tm="100000">
                                          <p:val>
                                            <p:strVal val="#ppt_h"/>
                                          </p:val>
                                        </p:tav>
                                      </p:tavLst>
                                    </p:anim>
                                    <p:animEffect transition="in" filter="fade">
                                      <p:cBhvr>
                                        <p:cTn id="177" dur="5366"/>
                                        <p:tgtEl>
                                          <p:spTgt spid="242"/>
                                        </p:tgtEl>
                                      </p:cBhvr>
                                    </p:animEffect>
                                    <p:anim calcmode="lin" valueType="num">
                                      <p:cBhvr>
                                        <p:cTn id="178" dur="5366" fill="hold"/>
                                        <p:tgtEl>
                                          <p:spTgt spid="242"/>
                                        </p:tgtEl>
                                        <p:attrNameLst>
                                          <p:attrName>ppt_x</p:attrName>
                                        </p:attrNameLst>
                                      </p:cBhvr>
                                      <p:tavLst>
                                        <p:tav tm="0">
                                          <p:val>
                                            <p:fltVal val="0.5"/>
                                          </p:val>
                                        </p:tav>
                                        <p:tav tm="100000">
                                          <p:val>
                                            <p:strVal val="#ppt_x"/>
                                          </p:val>
                                        </p:tav>
                                      </p:tavLst>
                                    </p:anim>
                                    <p:anim calcmode="lin" valueType="num">
                                      <p:cBhvr>
                                        <p:cTn id="179" dur="5366" fill="hold"/>
                                        <p:tgtEl>
                                          <p:spTgt spid="242"/>
                                        </p:tgtEl>
                                        <p:attrNameLst>
                                          <p:attrName>ppt_y</p:attrName>
                                        </p:attrNameLst>
                                      </p:cBhvr>
                                      <p:tavLst>
                                        <p:tav tm="0">
                                          <p:val>
                                            <p:fltVal val="0.5"/>
                                          </p:val>
                                        </p:tav>
                                        <p:tav tm="100000">
                                          <p:val>
                                            <p:strVal val="#ppt_y"/>
                                          </p:val>
                                        </p:tav>
                                      </p:tavLst>
                                    </p:anim>
                                  </p:childTnLst>
                                </p:cTn>
                              </p:par>
                              <p:par>
                                <p:cTn id="180" presetID="53" presetClass="entr" presetSubtype="528" repeatCount="indefinite" fill="hold" grpId="0" nodeType="withEffect">
                                  <p:stCondLst>
                                    <p:cond delay="1091"/>
                                  </p:stCondLst>
                                  <p:childTnLst>
                                    <p:set>
                                      <p:cBhvr>
                                        <p:cTn id="181" dur="1" fill="hold">
                                          <p:stCondLst>
                                            <p:cond delay="0"/>
                                          </p:stCondLst>
                                        </p:cTn>
                                        <p:tgtEl>
                                          <p:spTgt spid="243"/>
                                        </p:tgtEl>
                                        <p:attrNameLst>
                                          <p:attrName>style.visibility</p:attrName>
                                        </p:attrNameLst>
                                      </p:cBhvr>
                                      <p:to>
                                        <p:strVal val="visible"/>
                                      </p:to>
                                    </p:set>
                                    <p:anim calcmode="lin" valueType="num">
                                      <p:cBhvr>
                                        <p:cTn id="182" dur="5755" fill="hold"/>
                                        <p:tgtEl>
                                          <p:spTgt spid="243"/>
                                        </p:tgtEl>
                                        <p:attrNameLst>
                                          <p:attrName>ppt_w</p:attrName>
                                        </p:attrNameLst>
                                      </p:cBhvr>
                                      <p:tavLst>
                                        <p:tav tm="0">
                                          <p:val>
                                            <p:fltVal val="0"/>
                                          </p:val>
                                        </p:tav>
                                        <p:tav tm="100000">
                                          <p:val>
                                            <p:strVal val="#ppt_w"/>
                                          </p:val>
                                        </p:tav>
                                      </p:tavLst>
                                    </p:anim>
                                    <p:anim calcmode="lin" valueType="num">
                                      <p:cBhvr>
                                        <p:cTn id="183" dur="5755" fill="hold"/>
                                        <p:tgtEl>
                                          <p:spTgt spid="243"/>
                                        </p:tgtEl>
                                        <p:attrNameLst>
                                          <p:attrName>ppt_h</p:attrName>
                                        </p:attrNameLst>
                                      </p:cBhvr>
                                      <p:tavLst>
                                        <p:tav tm="0">
                                          <p:val>
                                            <p:fltVal val="0"/>
                                          </p:val>
                                        </p:tav>
                                        <p:tav tm="100000">
                                          <p:val>
                                            <p:strVal val="#ppt_h"/>
                                          </p:val>
                                        </p:tav>
                                      </p:tavLst>
                                    </p:anim>
                                    <p:animEffect transition="in" filter="fade">
                                      <p:cBhvr>
                                        <p:cTn id="184" dur="5755"/>
                                        <p:tgtEl>
                                          <p:spTgt spid="243"/>
                                        </p:tgtEl>
                                      </p:cBhvr>
                                    </p:animEffect>
                                    <p:anim calcmode="lin" valueType="num">
                                      <p:cBhvr>
                                        <p:cTn id="185" dur="5755" fill="hold"/>
                                        <p:tgtEl>
                                          <p:spTgt spid="243"/>
                                        </p:tgtEl>
                                        <p:attrNameLst>
                                          <p:attrName>ppt_x</p:attrName>
                                        </p:attrNameLst>
                                      </p:cBhvr>
                                      <p:tavLst>
                                        <p:tav tm="0">
                                          <p:val>
                                            <p:fltVal val="0.5"/>
                                          </p:val>
                                        </p:tav>
                                        <p:tav tm="100000">
                                          <p:val>
                                            <p:strVal val="#ppt_x"/>
                                          </p:val>
                                        </p:tav>
                                      </p:tavLst>
                                    </p:anim>
                                    <p:anim calcmode="lin" valueType="num">
                                      <p:cBhvr>
                                        <p:cTn id="186" dur="5755" fill="hold"/>
                                        <p:tgtEl>
                                          <p:spTgt spid="243"/>
                                        </p:tgtEl>
                                        <p:attrNameLst>
                                          <p:attrName>ppt_y</p:attrName>
                                        </p:attrNameLst>
                                      </p:cBhvr>
                                      <p:tavLst>
                                        <p:tav tm="0">
                                          <p:val>
                                            <p:fltVal val="0.5"/>
                                          </p:val>
                                        </p:tav>
                                        <p:tav tm="100000">
                                          <p:val>
                                            <p:strVal val="#ppt_y"/>
                                          </p:val>
                                        </p:tav>
                                      </p:tavLst>
                                    </p:anim>
                                  </p:childTnLst>
                                </p:cTn>
                              </p:par>
                              <p:par>
                                <p:cTn id="187" presetID="53" presetClass="entr" presetSubtype="528" repeatCount="indefinite" fill="hold" grpId="0" nodeType="withEffect">
                                  <p:stCondLst>
                                    <p:cond delay="334"/>
                                  </p:stCondLst>
                                  <p:childTnLst>
                                    <p:set>
                                      <p:cBhvr>
                                        <p:cTn id="188" dur="1" fill="hold">
                                          <p:stCondLst>
                                            <p:cond delay="0"/>
                                          </p:stCondLst>
                                        </p:cTn>
                                        <p:tgtEl>
                                          <p:spTgt spid="244"/>
                                        </p:tgtEl>
                                        <p:attrNameLst>
                                          <p:attrName>style.visibility</p:attrName>
                                        </p:attrNameLst>
                                      </p:cBhvr>
                                      <p:to>
                                        <p:strVal val="visible"/>
                                      </p:to>
                                    </p:set>
                                    <p:anim calcmode="lin" valueType="num">
                                      <p:cBhvr>
                                        <p:cTn id="189" dur="7460" fill="hold"/>
                                        <p:tgtEl>
                                          <p:spTgt spid="244"/>
                                        </p:tgtEl>
                                        <p:attrNameLst>
                                          <p:attrName>ppt_w</p:attrName>
                                        </p:attrNameLst>
                                      </p:cBhvr>
                                      <p:tavLst>
                                        <p:tav tm="0">
                                          <p:val>
                                            <p:fltVal val="0"/>
                                          </p:val>
                                        </p:tav>
                                        <p:tav tm="100000">
                                          <p:val>
                                            <p:strVal val="#ppt_w"/>
                                          </p:val>
                                        </p:tav>
                                      </p:tavLst>
                                    </p:anim>
                                    <p:anim calcmode="lin" valueType="num">
                                      <p:cBhvr>
                                        <p:cTn id="190" dur="7460" fill="hold"/>
                                        <p:tgtEl>
                                          <p:spTgt spid="244"/>
                                        </p:tgtEl>
                                        <p:attrNameLst>
                                          <p:attrName>ppt_h</p:attrName>
                                        </p:attrNameLst>
                                      </p:cBhvr>
                                      <p:tavLst>
                                        <p:tav tm="0">
                                          <p:val>
                                            <p:fltVal val="0"/>
                                          </p:val>
                                        </p:tav>
                                        <p:tav tm="100000">
                                          <p:val>
                                            <p:strVal val="#ppt_h"/>
                                          </p:val>
                                        </p:tav>
                                      </p:tavLst>
                                    </p:anim>
                                    <p:animEffect transition="in" filter="fade">
                                      <p:cBhvr>
                                        <p:cTn id="191" dur="7460"/>
                                        <p:tgtEl>
                                          <p:spTgt spid="244"/>
                                        </p:tgtEl>
                                      </p:cBhvr>
                                    </p:animEffect>
                                    <p:anim calcmode="lin" valueType="num">
                                      <p:cBhvr>
                                        <p:cTn id="192" dur="7460" fill="hold"/>
                                        <p:tgtEl>
                                          <p:spTgt spid="244"/>
                                        </p:tgtEl>
                                        <p:attrNameLst>
                                          <p:attrName>ppt_x</p:attrName>
                                        </p:attrNameLst>
                                      </p:cBhvr>
                                      <p:tavLst>
                                        <p:tav tm="0">
                                          <p:val>
                                            <p:fltVal val="0.5"/>
                                          </p:val>
                                        </p:tav>
                                        <p:tav tm="100000">
                                          <p:val>
                                            <p:strVal val="#ppt_x"/>
                                          </p:val>
                                        </p:tav>
                                      </p:tavLst>
                                    </p:anim>
                                    <p:anim calcmode="lin" valueType="num">
                                      <p:cBhvr>
                                        <p:cTn id="193" dur="7460" fill="hold"/>
                                        <p:tgtEl>
                                          <p:spTgt spid="244"/>
                                        </p:tgtEl>
                                        <p:attrNameLst>
                                          <p:attrName>ppt_y</p:attrName>
                                        </p:attrNameLst>
                                      </p:cBhvr>
                                      <p:tavLst>
                                        <p:tav tm="0">
                                          <p:val>
                                            <p:fltVal val="0.5"/>
                                          </p:val>
                                        </p:tav>
                                        <p:tav tm="100000">
                                          <p:val>
                                            <p:strVal val="#ppt_y"/>
                                          </p:val>
                                        </p:tav>
                                      </p:tavLst>
                                    </p:anim>
                                  </p:childTnLst>
                                </p:cTn>
                              </p:par>
                              <p:par>
                                <p:cTn id="194" presetID="53" presetClass="entr" presetSubtype="528" repeatCount="indefinite" fill="hold" grpId="0" nodeType="withEffect">
                                  <p:stCondLst>
                                    <p:cond delay="1852"/>
                                  </p:stCondLst>
                                  <p:childTnLst>
                                    <p:set>
                                      <p:cBhvr>
                                        <p:cTn id="195" dur="1" fill="hold">
                                          <p:stCondLst>
                                            <p:cond delay="0"/>
                                          </p:stCondLst>
                                        </p:cTn>
                                        <p:tgtEl>
                                          <p:spTgt spid="245"/>
                                        </p:tgtEl>
                                        <p:attrNameLst>
                                          <p:attrName>style.visibility</p:attrName>
                                        </p:attrNameLst>
                                      </p:cBhvr>
                                      <p:to>
                                        <p:strVal val="visible"/>
                                      </p:to>
                                    </p:set>
                                    <p:anim calcmode="lin" valueType="num">
                                      <p:cBhvr>
                                        <p:cTn id="196" dur="5254" fill="hold"/>
                                        <p:tgtEl>
                                          <p:spTgt spid="245"/>
                                        </p:tgtEl>
                                        <p:attrNameLst>
                                          <p:attrName>ppt_w</p:attrName>
                                        </p:attrNameLst>
                                      </p:cBhvr>
                                      <p:tavLst>
                                        <p:tav tm="0">
                                          <p:val>
                                            <p:fltVal val="0"/>
                                          </p:val>
                                        </p:tav>
                                        <p:tav tm="100000">
                                          <p:val>
                                            <p:strVal val="#ppt_w"/>
                                          </p:val>
                                        </p:tav>
                                      </p:tavLst>
                                    </p:anim>
                                    <p:anim calcmode="lin" valueType="num">
                                      <p:cBhvr>
                                        <p:cTn id="197" dur="5254" fill="hold"/>
                                        <p:tgtEl>
                                          <p:spTgt spid="245"/>
                                        </p:tgtEl>
                                        <p:attrNameLst>
                                          <p:attrName>ppt_h</p:attrName>
                                        </p:attrNameLst>
                                      </p:cBhvr>
                                      <p:tavLst>
                                        <p:tav tm="0">
                                          <p:val>
                                            <p:fltVal val="0"/>
                                          </p:val>
                                        </p:tav>
                                        <p:tav tm="100000">
                                          <p:val>
                                            <p:strVal val="#ppt_h"/>
                                          </p:val>
                                        </p:tav>
                                      </p:tavLst>
                                    </p:anim>
                                    <p:animEffect transition="in" filter="fade">
                                      <p:cBhvr>
                                        <p:cTn id="198" dur="5254"/>
                                        <p:tgtEl>
                                          <p:spTgt spid="245"/>
                                        </p:tgtEl>
                                      </p:cBhvr>
                                    </p:animEffect>
                                    <p:anim calcmode="lin" valueType="num">
                                      <p:cBhvr>
                                        <p:cTn id="199" dur="5254" fill="hold"/>
                                        <p:tgtEl>
                                          <p:spTgt spid="245"/>
                                        </p:tgtEl>
                                        <p:attrNameLst>
                                          <p:attrName>ppt_x</p:attrName>
                                        </p:attrNameLst>
                                      </p:cBhvr>
                                      <p:tavLst>
                                        <p:tav tm="0">
                                          <p:val>
                                            <p:fltVal val="0.5"/>
                                          </p:val>
                                        </p:tav>
                                        <p:tav tm="100000">
                                          <p:val>
                                            <p:strVal val="#ppt_x"/>
                                          </p:val>
                                        </p:tav>
                                      </p:tavLst>
                                    </p:anim>
                                    <p:anim calcmode="lin" valueType="num">
                                      <p:cBhvr>
                                        <p:cTn id="200" dur="5254" fill="hold"/>
                                        <p:tgtEl>
                                          <p:spTgt spid="245"/>
                                        </p:tgtEl>
                                        <p:attrNameLst>
                                          <p:attrName>ppt_y</p:attrName>
                                        </p:attrNameLst>
                                      </p:cBhvr>
                                      <p:tavLst>
                                        <p:tav tm="0">
                                          <p:val>
                                            <p:fltVal val="0.5"/>
                                          </p:val>
                                        </p:tav>
                                        <p:tav tm="100000">
                                          <p:val>
                                            <p:strVal val="#ppt_y"/>
                                          </p:val>
                                        </p:tav>
                                      </p:tavLst>
                                    </p:anim>
                                  </p:childTnLst>
                                </p:cTn>
                              </p:par>
                              <p:par>
                                <p:cTn id="201" presetID="53" presetClass="entr" presetSubtype="528" repeatCount="indefinite" fill="hold" grpId="0" nodeType="withEffect">
                                  <p:stCondLst>
                                    <p:cond delay="657"/>
                                  </p:stCondLst>
                                  <p:childTnLst>
                                    <p:set>
                                      <p:cBhvr>
                                        <p:cTn id="202" dur="1" fill="hold">
                                          <p:stCondLst>
                                            <p:cond delay="0"/>
                                          </p:stCondLst>
                                        </p:cTn>
                                        <p:tgtEl>
                                          <p:spTgt spid="246"/>
                                        </p:tgtEl>
                                        <p:attrNameLst>
                                          <p:attrName>style.visibility</p:attrName>
                                        </p:attrNameLst>
                                      </p:cBhvr>
                                      <p:to>
                                        <p:strVal val="visible"/>
                                      </p:to>
                                    </p:set>
                                    <p:anim calcmode="lin" valueType="num">
                                      <p:cBhvr>
                                        <p:cTn id="203" dur="6642" fill="hold"/>
                                        <p:tgtEl>
                                          <p:spTgt spid="246"/>
                                        </p:tgtEl>
                                        <p:attrNameLst>
                                          <p:attrName>ppt_w</p:attrName>
                                        </p:attrNameLst>
                                      </p:cBhvr>
                                      <p:tavLst>
                                        <p:tav tm="0">
                                          <p:val>
                                            <p:fltVal val="0"/>
                                          </p:val>
                                        </p:tav>
                                        <p:tav tm="100000">
                                          <p:val>
                                            <p:strVal val="#ppt_w"/>
                                          </p:val>
                                        </p:tav>
                                      </p:tavLst>
                                    </p:anim>
                                    <p:anim calcmode="lin" valueType="num">
                                      <p:cBhvr>
                                        <p:cTn id="204" dur="6642" fill="hold"/>
                                        <p:tgtEl>
                                          <p:spTgt spid="246"/>
                                        </p:tgtEl>
                                        <p:attrNameLst>
                                          <p:attrName>ppt_h</p:attrName>
                                        </p:attrNameLst>
                                      </p:cBhvr>
                                      <p:tavLst>
                                        <p:tav tm="0">
                                          <p:val>
                                            <p:fltVal val="0"/>
                                          </p:val>
                                        </p:tav>
                                        <p:tav tm="100000">
                                          <p:val>
                                            <p:strVal val="#ppt_h"/>
                                          </p:val>
                                        </p:tav>
                                      </p:tavLst>
                                    </p:anim>
                                    <p:animEffect transition="in" filter="fade">
                                      <p:cBhvr>
                                        <p:cTn id="205" dur="6642"/>
                                        <p:tgtEl>
                                          <p:spTgt spid="246"/>
                                        </p:tgtEl>
                                      </p:cBhvr>
                                    </p:animEffect>
                                    <p:anim calcmode="lin" valueType="num">
                                      <p:cBhvr>
                                        <p:cTn id="206" dur="6642" fill="hold"/>
                                        <p:tgtEl>
                                          <p:spTgt spid="246"/>
                                        </p:tgtEl>
                                        <p:attrNameLst>
                                          <p:attrName>ppt_x</p:attrName>
                                        </p:attrNameLst>
                                      </p:cBhvr>
                                      <p:tavLst>
                                        <p:tav tm="0">
                                          <p:val>
                                            <p:fltVal val="0.5"/>
                                          </p:val>
                                        </p:tav>
                                        <p:tav tm="100000">
                                          <p:val>
                                            <p:strVal val="#ppt_x"/>
                                          </p:val>
                                        </p:tav>
                                      </p:tavLst>
                                    </p:anim>
                                    <p:anim calcmode="lin" valueType="num">
                                      <p:cBhvr>
                                        <p:cTn id="207" dur="6642" fill="hold"/>
                                        <p:tgtEl>
                                          <p:spTgt spid="246"/>
                                        </p:tgtEl>
                                        <p:attrNameLst>
                                          <p:attrName>ppt_y</p:attrName>
                                        </p:attrNameLst>
                                      </p:cBhvr>
                                      <p:tavLst>
                                        <p:tav tm="0">
                                          <p:val>
                                            <p:fltVal val="0.5"/>
                                          </p:val>
                                        </p:tav>
                                        <p:tav tm="100000">
                                          <p:val>
                                            <p:strVal val="#ppt_y"/>
                                          </p:val>
                                        </p:tav>
                                      </p:tavLst>
                                    </p:anim>
                                  </p:childTnLst>
                                </p:cTn>
                              </p:par>
                              <p:par>
                                <p:cTn id="208" presetID="53" presetClass="entr" presetSubtype="528" repeatCount="indefinite" fill="hold" grpId="0" nodeType="withEffect">
                                  <p:stCondLst>
                                    <p:cond delay="1083"/>
                                  </p:stCondLst>
                                  <p:childTnLst>
                                    <p:set>
                                      <p:cBhvr>
                                        <p:cTn id="209" dur="1" fill="hold">
                                          <p:stCondLst>
                                            <p:cond delay="0"/>
                                          </p:stCondLst>
                                        </p:cTn>
                                        <p:tgtEl>
                                          <p:spTgt spid="247"/>
                                        </p:tgtEl>
                                        <p:attrNameLst>
                                          <p:attrName>style.visibility</p:attrName>
                                        </p:attrNameLst>
                                      </p:cBhvr>
                                      <p:to>
                                        <p:strVal val="visible"/>
                                      </p:to>
                                    </p:set>
                                    <p:anim calcmode="lin" valueType="num">
                                      <p:cBhvr>
                                        <p:cTn id="210" dur="5889" fill="hold"/>
                                        <p:tgtEl>
                                          <p:spTgt spid="247"/>
                                        </p:tgtEl>
                                        <p:attrNameLst>
                                          <p:attrName>ppt_w</p:attrName>
                                        </p:attrNameLst>
                                      </p:cBhvr>
                                      <p:tavLst>
                                        <p:tav tm="0">
                                          <p:val>
                                            <p:fltVal val="0"/>
                                          </p:val>
                                        </p:tav>
                                        <p:tav tm="100000">
                                          <p:val>
                                            <p:strVal val="#ppt_w"/>
                                          </p:val>
                                        </p:tav>
                                      </p:tavLst>
                                    </p:anim>
                                    <p:anim calcmode="lin" valueType="num">
                                      <p:cBhvr>
                                        <p:cTn id="211" dur="5889" fill="hold"/>
                                        <p:tgtEl>
                                          <p:spTgt spid="247"/>
                                        </p:tgtEl>
                                        <p:attrNameLst>
                                          <p:attrName>ppt_h</p:attrName>
                                        </p:attrNameLst>
                                      </p:cBhvr>
                                      <p:tavLst>
                                        <p:tav tm="0">
                                          <p:val>
                                            <p:fltVal val="0"/>
                                          </p:val>
                                        </p:tav>
                                        <p:tav tm="100000">
                                          <p:val>
                                            <p:strVal val="#ppt_h"/>
                                          </p:val>
                                        </p:tav>
                                      </p:tavLst>
                                    </p:anim>
                                    <p:animEffect transition="in" filter="fade">
                                      <p:cBhvr>
                                        <p:cTn id="212" dur="5889"/>
                                        <p:tgtEl>
                                          <p:spTgt spid="247"/>
                                        </p:tgtEl>
                                      </p:cBhvr>
                                    </p:animEffect>
                                    <p:anim calcmode="lin" valueType="num">
                                      <p:cBhvr>
                                        <p:cTn id="213" dur="5889" fill="hold"/>
                                        <p:tgtEl>
                                          <p:spTgt spid="247"/>
                                        </p:tgtEl>
                                        <p:attrNameLst>
                                          <p:attrName>ppt_x</p:attrName>
                                        </p:attrNameLst>
                                      </p:cBhvr>
                                      <p:tavLst>
                                        <p:tav tm="0">
                                          <p:val>
                                            <p:fltVal val="0.5"/>
                                          </p:val>
                                        </p:tav>
                                        <p:tav tm="100000">
                                          <p:val>
                                            <p:strVal val="#ppt_x"/>
                                          </p:val>
                                        </p:tav>
                                      </p:tavLst>
                                    </p:anim>
                                    <p:anim calcmode="lin" valueType="num">
                                      <p:cBhvr>
                                        <p:cTn id="214" dur="5889" fill="hold"/>
                                        <p:tgtEl>
                                          <p:spTgt spid="247"/>
                                        </p:tgtEl>
                                        <p:attrNameLst>
                                          <p:attrName>ppt_y</p:attrName>
                                        </p:attrNameLst>
                                      </p:cBhvr>
                                      <p:tavLst>
                                        <p:tav tm="0">
                                          <p:val>
                                            <p:fltVal val="0.5"/>
                                          </p:val>
                                        </p:tav>
                                        <p:tav tm="100000">
                                          <p:val>
                                            <p:strVal val="#ppt_y"/>
                                          </p:val>
                                        </p:tav>
                                      </p:tavLst>
                                    </p:anim>
                                  </p:childTnLst>
                                </p:cTn>
                              </p:par>
                              <p:par>
                                <p:cTn id="215" presetID="53" presetClass="entr" presetSubtype="528" repeatCount="indefinite" fill="hold" grpId="0" nodeType="withEffect">
                                  <p:stCondLst>
                                    <p:cond delay="854"/>
                                  </p:stCondLst>
                                  <p:childTnLst>
                                    <p:set>
                                      <p:cBhvr>
                                        <p:cTn id="216" dur="1" fill="hold">
                                          <p:stCondLst>
                                            <p:cond delay="0"/>
                                          </p:stCondLst>
                                        </p:cTn>
                                        <p:tgtEl>
                                          <p:spTgt spid="248"/>
                                        </p:tgtEl>
                                        <p:attrNameLst>
                                          <p:attrName>style.visibility</p:attrName>
                                        </p:attrNameLst>
                                      </p:cBhvr>
                                      <p:to>
                                        <p:strVal val="visible"/>
                                      </p:to>
                                    </p:set>
                                    <p:anim calcmode="lin" valueType="num">
                                      <p:cBhvr>
                                        <p:cTn id="217" dur="5408" fill="hold"/>
                                        <p:tgtEl>
                                          <p:spTgt spid="248"/>
                                        </p:tgtEl>
                                        <p:attrNameLst>
                                          <p:attrName>ppt_w</p:attrName>
                                        </p:attrNameLst>
                                      </p:cBhvr>
                                      <p:tavLst>
                                        <p:tav tm="0">
                                          <p:val>
                                            <p:fltVal val="0"/>
                                          </p:val>
                                        </p:tav>
                                        <p:tav tm="100000">
                                          <p:val>
                                            <p:strVal val="#ppt_w"/>
                                          </p:val>
                                        </p:tav>
                                      </p:tavLst>
                                    </p:anim>
                                    <p:anim calcmode="lin" valueType="num">
                                      <p:cBhvr>
                                        <p:cTn id="218" dur="5408" fill="hold"/>
                                        <p:tgtEl>
                                          <p:spTgt spid="248"/>
                                        </p:tgtEl>
                                        <p:attrNameLst>
                                          <p:attrName>ppt_h</p:attrName>
                                        </p:attrNameLst>
                                      </p:cBhvr>
                                      <p:tavLst>
                                        <p:tav tm="0">
                                          <p:val>
                                            <p:fltVal val="0"/>
                                          </p:val>
                                        </p:tav>
                                        <p:tav tm="100000">
                                          <p:val>
                                            <p:strVal val="#ppt_h"/>
                                          </p:val>
                                        </p:tav>
                                      </p:tavLst>
                                    </p:anim>
                                    <p:animEffect transition="in" filter="fade">
                                      <p:cBhvr>
                                        <p:cTn id="219" dur="5408"/>
                                        <p:tgtEl>
                                          <p:spTgt spid="248"/>
                                        </p:tgtEl>
                                      </p:cBhvr>
                                    </p:animEffect>
                                    <p:anim calcmode="lin" valueType="num">
                                      <p:cBhvr>
                                        <p:cTn id="220" dur="5408" fill="hold"/>
                                        <p:tgtEl>
                                          <p:spTgt spid="248"/>
                                        </p:tgtEl>
                                        <p:attrNameLst>
                                          <p:attrName>ppt_x</p:attrName>
                                        </p:attrNameLst>
                                      </p:cBhvr>
                                      <p:tavLst>
                                        <p:tav tm="0">
                                          <p:val>
                                            <p:fltVal val="0.5"/>
                                          </p:val>
                                        </p:tav>
                                        <p:tav tm="100000">
                                          <p:val>
                                            <p:strVal val="#ppt_x"/>
                                          </p:val>
                                        </p:tav>
                                      </p:tavLst>
                                    </p:anim>
                                    <p:anim calcmode="lin" valueType="num">
                                      <p:cBhvr>
                                        <p:cTn id="221" dur="5408" fill="hold"/>
                                        <p:tgtEl>
                                          <p:spTgt spid="248"/>
                                        </p:tgtEl>
                                        <p:attrNameLst>
                                          <p:attrName>ppt_y</p:attrName>
                                        </p:attrNameLst>
                                      </p:cBhvr>
                                      <p:tavLst>
                                        <p:tav tm="0">
                                          <p:val>
                                            <p:fltVal val="0.5"/>
                                          </p:val>
                                        </p:tav>
                                        <p:tav tm="100000">
                                          <p:val>
                                            <p:strVal val="#ppt_y"/>
                                          </p:val>
                                        </p:tav>
                                      </p:tavLst>
                                    </p:anim>
                                  </p:childTnLst>
                                </p:cTn>
                              </p:par>
                              <p:par>
                                <p:cTn id="222" presetID="53" presetClass="entr" presetSubtype="528" repeatCount="indefinite" fill="hold" grpId="0" nodeType="withEffect">
                                  <p:stCondLst>
                                    <p:cond delay="793"/>
                                  </p:stCondLst>
                                  <p:childTnLst>
                                    <p:set>
                                      <p:cBhvr>
                                        <p:cTn id="223" dur="1" fill="hold">
                                          <p:stCondLst>
                                            <p:cond delay="0"/>
                                          </p:stCondLst>
                                        </p:cTn>
                                        <p:tgtEl>
                                          <p:spTgt spid="252"/>
                                        </p:tgtEl>
                                        <p:attrNameLst>
                                          <p:attrName>style.visibility</p:attrName>
                                        </p:attrNameLst>
                                      </p:cBhvr>
                                      <p:to>
                                        <p:strVal val="visible"/>
                                      </p:to>
                                    </p:set>
                                    <p:anim calcmode="lin" valueType="num">
                                      <p:cBhvr>
                                        <p:cTn id="224" dur="5173" fill="hold"/>
                                        <p:tgtEl>
                                          <p:spTgt spid="252"/>
                                        </p:tgtEl>
                                        <p:attrNameLst>
                                          <p:attrName>ppt_w</p:attrName>
                                        </p:attrNameLst>
                                      </p:cBhvr>
                                      <p:tavLst>
                                        <p:tav tm="0">
                                          <p:val>
                                            <p:fltVal val="0"/>
                                          </p:val>
                                        </p:tav>
                                        <p:tav tm="100000">
                                          <p:val>
                                            <p:strVal val="#ppt_w"/>
                                          </p:val>
                                        </p:tav>
                                      </p:tavLst>
                                    </p:anim>
                                    <p:anim calcmode="lin" valueType="num">
                                      <p:cBhvr>
                                        <p:cTn id="225" dur="5173" fill="hold"/>
                                        <p:tgtEl>
                                          <p:spTgt spid="252"/>
                                        </p:tgtEl>
                                        <p:attrNameLst>
                                          <p:attrName>ppt_h</p:attrName>
                                        </p:attrNameLst>
                                      </p:cBhvr>
                                      <p:tavLst>
                                        <p:tav tm="0">
                                          <p:val>
                                            <p:fltVal val="0"/>
                                          </p:val>
                                        </p:tav>
                                        <p:tav tm="100000">
                                          <p:val>
                                            <p:strVal val="#ppt_h"/>
                                          </p:val>
                                        </p:tav>
                                      </p:tavLst>
                                    </p:anim>
                                    <p:animEffect transition="in" filter="fade">
                                      <p:cBhvr>
                                        <p:cTn id="226" dur="5173"/>
                                        <p:tgtEl>
                                          <p:spTgt spid="252"/>
                                        </p:tgtEl>
                                      </p:cBhvr>
                                    </p:animEffect>
                                    <p:anim calcmode="lin" valueType="num">
                                      <p:cBhvr>
                                        <p:cTn id="227" dur="5173" fill="hold"/>
                                        <p:tgtEl>
                                          <p:spTgt spid="252"/>
                                        </p:tgtEl>
                                        <p:attrNameLst>
                                          <p:attrName>ppt_x</p:attrName>
                                        </p:attrNameLst>
                                      </p:cBhvr>
                                      <p:tavLst>
                                        <p:tav tm="0">
                                          <p:val>
                                            <p:fltVal val="0.5"/>
                                          </p:val>
                                        </p:tav>
                                        <p:tav tm="100000">
                                          <p:val>
                                            <p:strVal val="#ppt_x"/>
                                          </p:val>
                                        </p:tav>
                                      </p:tavLst>
                                    </p:anim>
                                    <p:anim calcmode="lin" valueType="num">
                                      <p:cBhvr>
                                        <p:cTn id="228" dur="5173" fill="hold"/>
                                        <p:tgtEl>
                                          <p:spTgt spid="252"/>
                                        </p:tgtEl>
                                        <p:attrNameLst>
                                          <p:attrName>ppt_y</p:attrName>
                                        </p:attrNameLst>
                                      </p:cBhvr>
                                      <p:tavLst>
                                        <p:tav tm="0">
                                          <p:val>
                                            <p:fltVal val="0.5"/>
                                          </p:val>
                                        </p:tav>
                                        <p:tav tm="100000">
                                          <p:val>
                                            <p:strVal val="#ppt_y"/>
                                          </p:val>
                                        </p:tav>
                                      </p:tavLst>
                                    </p:anim>
                                  </p:childTnLst>
                                </p:cTn>
                              </p:par>
                              <p:par>
                                <p:cTn id="229" presetID="53" presetClass="entr" presetSubtype="528" repeatCount="indefinite" fill="hold" grpId="0" nodeType="withEffect">
                                  <p:stCondLst>
                                    <p:cond delay="367"/>
                                  </p:stCondLst>
                                  <p:childTnLst>
                                    <p:set>
                                      <p:cBhvr>
                                        <p:cTn id="230" dur="1" fill="hold">
                                          <p:stCondLst>
                                            <p:cond delay="0"/>
                                          </p:stCondLst>
                                        </p:cTn>
                                        <p:tgtEl>
                                          <p:spTgt spid="257"/>
                                        </p:tgtEl>
                                        <p:attrNameLst>
                                          <p:attrName>style.visibility</p:attrName>
                                        </p:attrNameLst>
                                      </p:cBhvr>
                                      <p:to>
                                        <p:strVal val="visible"/>
                                      </p:to>
                                    </p:set>
                                    <p:anim calcmode="lin" valueType="num">
                                      <p:cBhvr>
                                        <p:cTn id="231" dur="6982" fill="hold"/>
                                        <p:tgtEl>
                                          <p:spTgt spid="257"/>
                                        </p:tgtEl>
                                        <p:attrNameLst>
                                          <p:attrName>ppt_w</p:attrName>
                                        </p:attrNameLst>
                                      </p:cBhvr>
                                      <p:tavLst>
                                        <p:tav tm="0">
                                          <p:val>
                                            <p:fltVal val="0"/>
                                          </p:val>
                                        </p:tav>
                                        <p:tav tm="100000">
                                          <p:val>
                                            <p:strVal val="#ppt_w"/>
                                          </p:val>
                                        </p:tav>
                                      </p:tavLst>
                                    </p:anim>
                                    <p:anim calcmode="lin" valueType="num">
                                      <p:cBhvr>
                                        <p:cTn id="232" dur="6982" fill="hold"/>
                                        <p:tgtEl>
                                          <p:spTgt spid="257"/>
                                        </p:tgtEl>
                                        <p:attrNameLst>
                                          <p:attrName>ppt_h</p:attrName>
                                        </p:attrNameLst>
                                      </p:cBhvr>
                                      <p:tavLst>
                                        <p:tav tm="0">
                                          <p:val>
                                            <p:fltVal val="0"/>
                                          </p:val>
                                        </p:tav>
                                        <p:tav tm="100000">
                                          <p:val>
                                            <p:strVal val="#ppt_h"/>
                                          </p:val>
                                        </p:tav>
                                      </p:tavLst>
                                    </p:anim>
                                    <p:animEffect transition="in" filter="fade">
                                      <p:cBhvr>
                                        <p:cTn id="233" dur="6982"/>
                                        <p:tgtEl>
                                          <p:spTgt spid="257"/>
                                        </p:tgtEl>
                                      </p:cBhvr>
                                    </p:animEffect>
                                    <p:anim calcmode="lin" valueType="num">
                                      <p:cBhvr>
                                        <p:cTn id="234" dur="6982" fill="hold"/>
                                        <p:tgtEl>
                                          <p:spTgt spid="257"/>
                                        </p:tgtEl>
                                        <p:attrNameLst>
                                          <p:attrName>ppt_x</p:attrName>
                                        </p:attrNameLst>
                                      </p:cBhvr>
                                      <p:tavLst>
                                        <p:tav tm="0">
                                          <p:val>
                                            <p:fltVal val="0.5"/>
                                          </p:val>
                                        </p:tav>
                                        <p:tav tm="100000">
                                          <p:val>
                                            <p:strVal val="#ppt_x"/>
                                          </p:val>
                                        </p:tav>
                                      </p:tavLst>
                                    </p:anim>
                                    <p:anim calcmode="lin" valueType="num">
                                      <p:cBhvr>
                                        <p:cTn id="235" dur="6982" fill="hold"/>
                                        <p:tgtEl>
                                          <p:spTgt spid="257"/>
                                        </p:tgtEl>
                                        <p:attrNameLst>
                                          <p:attrName>ppt_y</p:attrName>
                                        </p:attrNameLst>
                                      </p:cBhvr>
                                      <p:tavLst>
                                        <p:tav tm="0">
                                          <p:val>
                                            <p:fltVal val="0.5"/>
                                          </p:val>
                                        </p:tav>
                                        <p:tav tm="100000">
                                          <p:val>
                                            <p:strVal val="#ppt_y"/>
                                          </p:val>
                                        </p:tav>
                                      </p:tavLst>
                                    </p:anim>
                                  </p:childTnLst>
                                </p:cTn>
                              </p:par>
                              <p:par>
                                <p:cTn id="236" presetID="53" presetClass="entr" presetSubtype="528" repeatCount="indefinite" fill="hold" grpId="0" nodeType="withEffect">
                                  <p:stCondLst>
                                    <p:cond delay="232"/>
                                  </p:stCondLst>
                                  <p:childTnLst>
                                    <p:set>
                                      <p:cBhvr>
                                        <p:cTn id="237" dur="1" fill="hold">
                                          <p:stCondLst>
                                            <p:cond delay="0"/>
                                          </p:stCondLst>
                                        </p:cTn>
                                        <p:tgtEl>
                                          <p:spTgt spid="262"/>
                                        </p:tgtEl>
                                        <p:attrNameLst>
                                          <p:attrName>style.visibility</p:attrName>
                                        </p:attrNameLst>
                                      </p:cBhvr>
                                      <p:to>
                                        <p:strVal val="visible"/>
                                      </p:to>
                                    </p:set>
                                    <p:anim calcmode="lin" valueType="num">
                                      <p:cBhvr>
                                        <p:cTn id="238" dur="6854" fill="hold"/>
                                        <p:tgtEl>
                                          <p:spTgt spid="262"/>
                                        </p:tgtEl>
                                        <p:attrNameLst>
                                          <p:attrName>ppt_w</p:attrName>
                                        </p:attrNameLst>
                                      </p:cBhvr>
                                      <p:tavLst>
                                        <p:tav tm="0">
                                          <p:val>
                                            <p:fltVal val="0"/>
                                          </p:val>
                                        </p:tav>
                                        <p:tav tm="100000">
                                          <p:val>
                                            <p:strVal val="#ppt_w"/>
                                          </p:val>
                                        </p:tav>
                                      </p:tavLst>
                                    </p:anim>
                                    <p:anim calcmode="lin" valueType="num">
                                      <p:cBhvr>
                                        <p:cTn id="239" dur="6854" fill="hold"/>
                                        <p:tgtEl>
                                          <p:spTgt spid="262"/>
                                        </p:tgtEl>
                                        <p:attrNameLst>
                                          <p:attrName>ppt_h</p:attrName>
                                        </p:attrNameLst>
                                      </p:cBhvr>
                                      <p:tavLst>
                                        <p:tav tm="0">
                                          <p:val>
                                            <p:fltVal val="0"/>
                                          </p:val>
                                        </p:tav>
                                        <p:tav tm="100000">
                                          <p:val>
                                            <p:strVal val="#ppt_h"/>
                                          </p:val>
                                        </p:tav>
                                      </p:tavLst>
                                    </p:anim>
                                    <p:animEffect transition="in" filter="fade">
                                      <p:cBhvr>
                                        <p:cTn id="240" dur="6854"/>
                                        <p:tgtEl>
                                          <p:spTgt spid="262"/>
                                        </p:tgtEl>
                                      </p:cBhvr>
                                    </p:animEffect>
                                    <p:anim calcmode="lin" valueType="num">
                                      <p:cBhvr>
                                        <p:cTn id="241" dur="6854" fill="hold"/>
                                        <p:tgtEl>
                                          <p:spTgt spid="262"/>
                                        </p:tgtEl>
                                        <p:attrNameLst>
                                          <p:attrName>ppt_x</p:attrName>
                                        </p:attrNameLst>
                                      </p:cBhvr>
                                      <p:tavLst>
                                        <p:tav tm="0">
                                          <p:val>
                                            <p:fltVal val="0.5"/>
                                          </p:val>
                                        </p:tav>
                                        <p:tav tm="100000">
                                          <p:val>
                                            <p:strVal val="#ppt_x"/>
                                          </p:val>
                                        </p:tav>
                                      </p:tavLst>
                                    </p:anim>
                                    <p:anim calcmode="lin" valueType="num">
                                      <p:cBhvr>
                                        <p:cTn id="242" dur="6854" fill="hold"/>
                                        <p:tgtEl>
                                          <p:spTgt spid="262"/>
                                        </p:tgtEl>
                                        <p:attrNameLst>
                                          <p:attrName>ppt_y</p:attrName>
                                        </p:attrNameLst>
                                      </p:cBhvr>
                                      <p:tavLst>
                                        <p:tav tm="0">
                                          <p:val>
                                            <p:fltVal val="0.5"/>
                                          </p:val>
                                        </p:tav>
                                        <p:tav tm="100000">
                                          <p:val>
                                            <p:strVal val="#ppt_y"/>
                                          </p:val>
                                        </p:tav>
                                      </p:tavLst>
                                    </p:anim>
                                  </p:childTnLst>
                                </p:cTn>
                              </p:par>
                              <p:par>
                                <p:cTn id="243" presetID="53" presetClass="entr" presetSubtype="528" repeatCount="indefinite" fill="hold" grpId="0" nodeType="withEffect">
                                  <p:stCondLst>
                                    <p:cond delay="1449"/>
                                  </p:stCondLst>
                                  <p:childTnLst>
                                    <p:set>
                                      <p:cBhvr>
                                        <p:cTn id="244" dur="1" fill="hold">
                                          <p:stCondLst>
                                            <p:cond delay="0"/>
                                          </p:stCondLst>
                                        </p:cTn>
                                        <p:tgtEl>
                                          <p:spTgt spid="265"/>
                                        </p:tgtEl>
                                        <p:attrNameLst>
                                          <p:attrName>style.visibility</p:attrName>
                                        </p:attrNameLst>
                                      </p:cBhvr>
                                      <p:to>
                                        <p:strVal val="visible"/>
                                      </p:to>
                                    </p:set>
                                    <p:anim calcmode="lin" valueType="num">
                                      <p:cBhvr>
                                        <p:cTn id="245" dur="7040" fill="hold"/>
                                        <p:tgtEl>
                                          <p:spTgt spid="265"/>
                                        </p:tgtEl>
                                        <p:attrNameLst>
                                          <p:attrName>ppt_w</p:attrName>
                                        </p:attrNameLst>
                                      </p:cBhvr>
                                      <p:tavLst>
                                        <p:tav tm="0">
                                          <p:val>
                                            <p:fltVal val="0"/>
                                          </p:val>
                                        </p:tav>
                                        <p:tav tm="100000">
                                          <p:val>
                                            <p:strVal val="#ppt_w"/>
                                          </p:val>
                                        </p:tav>
                                      </p:tavLst>
                                    </p:anim>
                                    <p:anim calcmode="lin" valueType="num">
                                      <p:cBhvr>
                                        <p:cTn id="246" dur="7040" fill="hold"/>
                                        <p:tgtEl>
                                          <p:spTgt spid="265"/>
                                        </p:tgtEl>
                                        <p:attrNameLst>
                                          <p:attrName>ppt_h</p:attrName>
                                        </p:attrNameLst>
                                      </p:cBhvr>
                                      <p:tavLst>
                                        <p:tav tm="0">
                                          <p:val>
                                            <p:fltVal val="0"/>
                                          </p:val>
                                        </p:tav>
                                        <p:tav tm="100000">
                                          <p:val>
                                            <p:strVal val="#ppt_h"/>
                                          </p:val>
                                        </p:tav>
                                      </p:tavLst>
                                    </p:anim>
                                    <p:animEffect transition="in" filter="fade">
                                      <p:cBhvr>
                                        <p:cTn id="247" dur="7040"/>
                                        <p:tgtEl>
                                          <p:spTgt spid="265"/>
                                        </p:tgtEl>
                                      </p:cBhvr>
                                    </p:animEffect>
                                    <p:anim calcmode="lin" valueType="num">
                                      <p:cBhvr>
                                        <p:cTn id="248" dur="7040" fill="hold"/>
                                        <p:tgtEl>
                                          <p:spTgt spid="265"/>
                                        </p:tgtEl>
                                        <p:attrNameLst>
                                          <p:attrName>ppt_x</p:attrName>
                                        </p:attrNameLst>
                                      </p:cBhvr>
                                      <p:tavLst>
                                        <p:tav tm="0">
                                          <p:val>
                                            <p:fltVal val="0.5"/>
                                          </p:val>
                                        </p:tav>
                                        <p:tav tm="100000">
                                          <p:val>
                                            <p:strVal val="#ppt_x"/>
                                          </p:val>
                                        </p:tav>
                                      </p:tavLst>
                                    </p:anim>
                                    <p:anim calcmode="lin" valueType="num">
                                      <p:cBhvr>
                                        <p:cTn id="249" dur="7040" fill="hold"/>
                                        <p:tgtEl>
                                          <p:spTgt spid="265"/>
                                        </p:tgtEl>
                                        <p:attrNameLst>
                                          <p:attrName>ppt_y</p:attrName>
                                        </p:attrNameLst>
                                      </p:cBhvr>
                                      <p:tavLst>
                                        <p:tav tm="0">
                                          <p:val>
                                            <p:fltVal val="0.5"/>
                                          </p:val>
                                        </p:tav>
                                        <p:tav tm="100000">
                                          <p:val>
                                            <p:strVal val="#ppt_y"/>
                                          </p:val>
                                        </p:tav>
                                      </p:tavLst>
                                    </p:anim>
                                  </p:childTnLst>
                                </p:cTn>
                              </p:par>
                              <p:par>
                                <p:cTn id="250" presetID="53" presetClass="entr" presetSubtype="528" repeatCount="indefinite" fill="hold" grpId="0" nodeType="withEffect">
                                  <p:stCondLst>
                                    <p:cond delay="1214"/>
                                  </p:stCondLst>
                                  <p:childTnLst>
                                    <p:set>
                                      <p:cBhvr>
                                        <p:cTn id="251" dur="1" fill="hold">
                                          <p:stCondLst>
                                            <p:cond delay="0"/>
                                          </p:stCondLst>
                                        </p:cTn>
                                        <p:tgtEl>
                                          <p:spTgt spid="266"/>
                                        </p:tgtEl>
                                        <p:attrNameLst>
                                          <p:attrName>style.visibility</p:attrName>
                                        </p:attrNameLst>
                                      </p:cBhvr>
                                      <p:to>
                                        <p:strVal val="visible"/>
                                      </p:to>
                                    </p:set>
                                    <p:anim calcmode="lin" valueType="num">
                                      <p:cBhvr>
                                        <p:cTn id="252" dur="6173" fill="hold"/>
                                        <p:tgtEl>
                                          <p:spTgt spid="266"/>
                                        </p:tgtEl>
                                        <p:attrNameLst>
                                          <p:attrName>ppt_w</p:attrName>
                                        </p:attrNameLst>
                                      </p:cBhvr>
                                      <p:tavLst>
                                        <p:tav tm="0">
                                          <p:val>
                                            <p:fltVal val="0"/>
                                          </p:val>
                                        </p:tav>
                                        <p:tav tm="100000">
                                          <p:val>
                                            <p:strVal val="#ppt_w"/>
                                          </p:val>
                                        </p:tav>
                                      </p:tavLst>
                                    </p:anim>
                                    <p:anim calcmode="lin" valueType="num">
                                      <p:cBhvr>
                                        <p:cTn id="253" dur="6173" fill="hold"/>
                                        <p:tgtEl>
                                          <p:spTgt spid="266"/>
                                        </p:tgtEl>
                                        <p:attrNameLst>
                                          <p:attrName>ppt_h</p:attrName>
                                        </p:attrNameLst>
                                      </p:cBhvr>
                                      <p:tavLst>
                                        <p:tav tm="0">
                                          <p:val>
                                            <p:fltVal val="0"/>
                                          </p:val>
                                        </p:tav>
                                        <p:tav tm="100000">
                                          <p:val>
                                            <p:strVal val="#ppt_h"/>
                                          </p:val>
                                        </p:tav>
                                      </p:tavLst>
                                    </p:anim>
                                    <p:animEffect transition="in" filter="fade">
                                      <p:cBhvr>
                                        <p:cTn id="254" dur="6173"/>
                                        <p:tgtEl>
                                          <p:spTgt spid="266"/>
                                        </p:tgtEl>
                                      </p:cBhvr>
                                    </p:animEffect>
                                    <p:anim calcmode="lin" valueType="num">
                                      <p:cBhvr>
                                        <p:cTn id="255" dur="6173" fill="hold"/>
                                        <p:tgtEl>
                                          <p:spTgt spid="266"/>
                                        </p:tgtEl>
                                        <p:attrNameLst>
                                          <p:attrName>ppt_x</p:attrName>
                                        </p:attrNameLst>
                                      </p:cBhvr>
                                      <p:tavLst>
                                        <p:tav tm="0">
                                          <p:val>
                                            <p:fltVal val="0.5"/>
                                          </p:val>
                                        </p:tav>
                                        <p:tav tm="100000">
                                          <p:val>
                                            <p:strVal val="#ppt_x"/>
                                          </p:val>
                                        </p:tav>
                                      </p:tavLst>
                                    </p:anim>
                                    <p:anim calcmode="lin" valueType="num">
                                      <p:cBhvr>
                                        <p:cTn id="256" dur="6173" fill="hold"/>
                                        <p:tgtEl>
                                          <p:spTgt spid="266"/>
                                        </p:tgtEl>
                                        <p:attrNameLst>
                                          <p:attrName>ppt_y</p:attrName>
                                        </p:attrNameLst>
                                      </p:cBhvr>
                                      <p:tavLst>
                                        <p:tav tm="0">
                                          <p:val>
                                            <p:fltVal val="0.5"/>
                                          </p:val>
                                        </p:tav>
                                        <p:tav tm="100000">
                                          <p:val>
                                            <p:strVal val="#ppt_y"/>
                                          </p:val>
                                        </p:tav>
                                      </p:tavLst>
                                    </p:anim>
                                  </p:childTnLst>
                                </p:cTn>
                              </p:par>
                              <p:par>
                                <p:cTn id="257" presetID="53" presetClass="entr" presetSubtype="528" repeatCount="indefinite" fill="hold" grpId="0" nodeType="withEffect">
                                  <p:stCondLst>
                                    <p:cond delay="1303"/>
                                  </p:stCondLst>
                                  <p:childTnLst>
                                    <p:set>
                                      <p:cBhvr>
                                        <p:cTn id="258" dur="1" fill="hold">
                                          <p:stCondLst>
                                            <p:cond delay="0"/>
                                          </p:stCondLst>
                                        </p:cTn>
                                        <p:tgtEl>
                                          <p:spTgt spid="267"/>
                                        </p:tgtEl>
                                        <p:attrNameLst>
                                          <p:attrName>style.visibility</p:attrName>
                                        </p:attrNameLst>
                                      </p:cBhvr>
                                      <p:to>
                                        <p:strVal val="visible"/>
                                      </p:to>
                                    </p:set>
                                    <p:anim calcmode="lin" valueType="num">
                                      <p:cBhvr>
                                        <p:cTn id="259" dur="6273" fill="hold"/>
                                        <p:tgtEl>
                                          <p:spTgt spid="267"/>
                                        </p:tgtEl>
                                        <p:attrNameLst>
                                          <p:attrName>ppt_w</p:attrName>
                                        </p:attrNameLst>
                                      </p:cBhvr>
                                      <p:tavLst>
                                        <p:tav tm="0">
                                          <p:val>
                                            <p:fltVal val="0"/>
                                          </p:val>
                                        </p:tav>
                                        <p:tav tm="100000">
                                          <p:val>
                                            <p:strVal val="#ppt_w"/>
                                          </p:val>
                                        </p:tav>
                                      </p:tavLst>
                                    </p:anim>
                                    <p:anim calcmode="lin" valueType="num">
                                      <p:cBhvr>
                                        <p:cTn id="260" dur="6273" fill="hold"/>
                                        <p:tgtEl>
                                          <p:spTgt spid="267"/>
                                        </p:tgtEl>
                                        <p:attrNameLst>
                                          <p:attrName>ppt_h</p:attrName>
                                        </p:attrNameLst>
                                      </p:cBhvr>
                                      <p:tavLst>
                                        <p:tav tm="0">
                                          <p:val>
                                            <p:fltVal val="0"/>
                                          </p:val>
                                        </p:tav>
                                        <p:tav tm="100000">
                                          <p:val>
                                            <p:strVal val="#ppt_h"/>
                                          </p:val>
                                        </p:tav>
                                      </p:tavLst>
                                    </p:anim>
                                    <p:animEffect transition="in" filter="fade">
                                      <p:cBhvr>
                                        <p:cTn id="261" dur="6273"/>
                                        <p:tgtEl>
                                          <p:spTgt spid="267"/>
                                        </p:tgtEl>
                                      </p:cBhvr>
                                    </p:animEffect>
                                    <p:anim calcmode="lin" valueType="num">
                                      <p:cBhvr>
                                        <p:cTn id="262" dur="6273" fill="hold"/>
                                        <p:tgtEl>
                                          <p:spTgt spid="267"/>
                                        </p:tgtEl>
                                        <p:attrNameLst>
                                          <p:attrName>ppt_x</p:attrName>
                                        </p:attrNameLst>
                                      </p:cBhvr>
                                      <p:tavLst>
                                        <p:tav tm="0">
                                          <p:val>
                                            <p:fltVal val="0.5"/>
                                          </p:val>
                                        </p:tav>
                                        <p:tav tm="100000">
                                          <p:val>
                                            <p:strVal val="#ppt_x"/>
                                          </p:val>
                                        </p:tav>
                                      </p:tavLst>
                                    </p:anim>
                                    <p:anim calcmode="lin" valueType="num">
                                      <p:cBhvr>
                                        <p:cTn id="263" dur="6273" fill="hold"/>
                                        <p:tgtEl>
                                          <p:spTgt spid="267"/>
                                        </p:tgtEl>
                                        <p:attrNameLst>
                                          <p:attrName>ppt_y</p:attrName>
                                        </p:attrNameLst>
                                      </p:cBhvr>
                                      <p:tavLst>
                                        <p:tav tm="0">
                                          <p:val>
                                            <p:fltVal val="0.5"/>
                                          </p:val>
                                        </p:tav>
                                        <p:tav tm="100000">
                                          <p:val>
                                            <p:strVal val="#ppt_y"/>
                                          </p:val>
                                        </p:tav>
                                      </p:tavLst>
                                    </p:anim>
                                  </p:childTnLst>
                                </p:cTn>
                              </p:par>
                              <p:par>
                                <p:cTn id="264" presetID="53" presetClass="entr" presetSubtype="528" repeatCount="indefinite" fill="hold" grpId="0" nodeType="withEffect">
                                  <p:stCondLst>
                                    <p:cond delay="1802"/>
                                  </p:stCondLst>
                                  <p:childTnLst>
                                    <p:set>
                                      <p:cBhvr>
                                        <p:cTn id="265" dur="1" fill="hold">
                                          <p:stCondLst>
                                            <p:cond delay="0"/>
                                          </p:stCondLst>
                                        </p:cTn>
                                        <p:tgtEl>
                                          <p:spTgt spid="268"/>
                                        </p:tgtEl>
                                        <p:attrNameLst>
                                          <p:attrName>style.visibility</p:attrName>
                                        </p:attrNameLst>
                                      </p:cBhvr>
                                      <p:to>
                                        <p:strVal val="visible"/>
                                      </p:to>
                                    </p:set>
                                    <p:anim calcmode="lin" valueType="num">
                                      <p:cBhvr>
                                        <p:cTn id="266" dur="6866" fill="hold"/>
                                        <p:tgtEl>
                                          <p:spTgt spid="268"/>
                                        </p:tgtEl>
                                        <p:attrNameLst>
                                          <p:attrName>ppt_w</p:attrName>
                                        </p:attrNameLst>
                                      </p:cBhvr>
                                      <p:tavLst>
                                        <p:tav tm="0">
                                          <p:val>
                                            <p:fltVal val="0"/>
                                          </p:val>
                                        </p:tav>
                                        <p:tav tm="100000">
                                          <p:val>
                                            <p:strVal val="#ppt_w"/>
                                          </p:val>
                                        </p:tav>
                                      </p:tavLst>
                                    </p:anim>
                                    <p:anim calcmode="lin" valueType="num">
                                      <p:cBhvr>
                                        <p:cTn id="267" dur="6866" fill="hold"/>
                                        <p:tgtEl>
                                          <p:spTgt spid="268"/>
                                        </p:tgtEl>
                                        <p:attrNameLst>
                                          <p:attrName>ppt_h</p:attrName>
                                        </p:attrNameLst>
                                      </p:cBhvr>
                                      <p:tavLst>
                                        <p:tav tm="0">
                                          <p:val>
                                            <p:fltVal val="0"/>
                                          </p:val>
                                        </p:tav>
                                        <p:tav tm="100000">
                                          <p:val>
                                            <p:strVal val="#ppt_h"/>
                                          </p:val>
                                        </p:tav>
                                      </p:tavLst>
                                    </p:anim>
                                    <p:animEffect transition="in" filter="fade">
                                      <p:cBhvr>
                                        <p:cTn id="268" dur="6866"/>
                                        <p:tgtEl>
                                          <p:spTgt spid="268"/>
                                        </p:tgtEl>
                                      </p:cBhvr>
                                    </p:animEffect>
                                    <p:anim calcmode="lin" valueType="num">
                                      <p:cBhvr>
                                        <p:cTn id="269" dur="6866" fill="hold"/>
                                        <p:tgtEl>
                                          <p:spTgt spid="268"/>
                                        </p:tgtEl>
                                        <p:attrNameLst>
                                          <p:attrName>ppt_x</p:attrName>
                                        </p:attrNameLst>
                                      </p:cBhvr>
                                      <p:tavLst>
                                        <p:tav tm="0">
                                          <p:val>
                                            <p:fltVal val="0.5"/>
                                          </p:val>
                                        </p:tav>
                                        <p:tav tm="100000">
                                          <p:val>
                                            <p:strVal val="#ppt_x"/>
                                          </p:val>
                                        </p:tav>
                                      </p:tavLst>
                                    </p:anim>
                                    <p:anim calcmode="lin" valueType="num">
                                      <p:cBhvr>
                                        <p:cTn id="270" dur="6866" fill="hold"/>
                                        <p:tgtEl>
                                          <p:spTgt spid="268"/>
                                        </p:tgtEl>
                                        <p:attrNameLst>
                                          <p:attrName>ppt_y</p:attrName>
                                        </p:attrNameLst>
                                      </p:cBhvr>
                                      <p:tavLst>
                                        <p:tav tm="0">
                                          <p:val>
                                            <p:fltVal val="0.5"/>
                                          </p:val>
                                        </p:tav>
                                        <p:tav tm="100000">
                                          <p:val>
                                            <p:strVal val="#ppt_y"/>
                                          </p:val>
                                        </p:tav>
                                      </p:tavLst>
                                    </p:anim>
                                  </p:childTnLst>
                                </p:cTn>
                              </p:par>
                              <p:par>
                                <p:cTn id="271" presetID="53" presetClass="entr" presetSubtype="528" repeatCount="indefinite" fill="hold" grpId="0" nodeType="withEffect">
                                  <p:stCondLst>
                                    <p:cond delay="1083"/>
                                  </p:stCondLst>
                                  <p:childTnLst>
                                    <p:set>
                                      <p:cBhvr>
                                        <p:cTn id="272" dur="1" fill="hold">
                                          <p:stCondLst>
                                            <p:cond delay="0"/>
                                          </p:stCondLst>
                                        </p:cTn>
                                        <p:tgtEl>
                                          <p:spTgt spid="269"/>
                                        </p:tgtEl>
                                        <p:attrNameLst>
                                          <p:attrName>style.visibility</p:attrName>
                                        </p:attrNameLst>
                                      </p:cBhvr>
                                      <p:to>
                                        <p:strVal val="visible"/>
                                      </p:to>
                                    </p:set>
                                    <p:anim calcmode="lin" valueType="num">
                                      <p:cBhvr>
                                        <p:cTn id="273" dur="5969" fill="hold"/>
                                        <p:tgtEl>
                                          <p:spTgt spid="269"/>
                                        </p:tgtEl>
                                        <p:attrNameLst>
                                          <p:attrName>ppt_w</p:attrName>
                                        </p:attrNameLst>
                                      </p:cBhvr>
                                      <p:tavLst>
                                        <p:tav tm="0">
                                          <p:val>
                                            <p:fltVal val="0"/>
                                          </p:val>
                                        </p:tav>
                                        <p:tav tm="100000">
                                          <p:val>
                                            <p:strVal val="#ppt_w"/>
                                          </p:val>
                                        </p:tav>
                                      </p:tavLst>
                                    </p:anim>
                                    <p:anim calcmode="lin" valueType="num">
                                      <p:cBhvr>
                                        <p:cTn id="274" dur="5969" fill="hold"/>
                                        <p:tgtEl>
                                          <p:spTgt spid="269"/>
                                        </p:tgtEl>
                                        <p:attrNameLst>
                                          <p:attrName>ppt_h</p:attrName>
                                        </p:attrNameLst>
                                      </p:cBhvr>
                                      <p:tavLst>
                                        <p:tav tm="0">
                                          <p:val>
                                            <p:fltVal val="0"/>
                                          </p:val>
                                        </p:tav>
                                        <p:tav tm="100000">
                                          <p:val>
                                            <p:strVal val="#ppt_h"/>
                                          </p:val>
                                        </p:tav>
                                      </p:tavLst>
                                    </p:anim>
                                    <p:animEffect transition="in" filter="fade">
                                      <p:cBhvr>
                                        <p:cTn id="275" dur="5969"/>
                                        <p:tgtEl>
                                          <p:spTgt spid="269"/>
                                        </p:tgtEl>
                                      </p:cBhvr>
                                    </p:animEffect>
                                    <p:anim calcmode="lin" valueType="num">
                                      <p:cBhvr>
                                        <p:cTn id="276" dur="5969" fill="hold"/>
                                        <p:tgtEl>
                                          <p:spTgt spid="269"/>
                                        </p:tgtEl>
                                        <p:attrNameLst>
                                          <p:attrName>ppt_x</p:attrName>
                                        </p:attrNameLst>
                                      </p:cBhvr>
                                      <p:tavLst>
                                        <p:tav tm="0">
                                          <p:val>
                                            <p:fltVal val="0.5"/>
                                          </p:val>
                                        </p:tav>
                                        <p:tav tm="100000">
                                          <p:val>
                                            <p:strVal val="#ppt_x"/>
                                          </p:val>
                                        </p:tav>
                                      </p:tavLst>
                                    </p:anim>
                                    <p:anim calcmode="lin" valueType="num">
                                      <p:cBhvr>
                                        <p:cTn id="277" dur="5969" fill="hold"/>
                                        <p:tgtEl>
                                          <p:spTgt spid="269"/>
                                        </p:tgtEl>
                                        <p:attrNameLst>
                                          <p:attrName>ppt_y</p:attrName>
                                        </p:attrNameLst>
                                      </p:cBhvr>
                                      <p:tavLst>
                                        <p:tav tm="0">
                                          <p:val>
                                            <p:fltVal val="0.5"/>
                                          </p:val>
                                        </p:tav>
                                        <p:tav tm="100000">
                                          <p:val>
                                            <p:strVal val="#ppt_y"/>
                                          </p:val>
                                        </p:tav>
                                      </p:tavLst>
                                    </p:anim>
                                  </p:childTnLst>
                                </p:cTn>
                              </p:par>
                              <p:par>
                                <p:cTn id="278" presetID="53" presetClass="entr" presetSubtype="528" repeatCount="indefinite" fill="hold" grpId="0" nodeType="withEffect">
                                  <p:stCondLst>
                                    <p:cond delay="1270"/>
                                  </p:stCondLst>
                                  <p:childTnLst>
                                    <p:set>
                                      <p:cBhvr>
                                        <p:cTn id="279" dur="1" fill="hold">
                                          <p:stCondLst>
                                            <p:cond delay="0"/>
                                          </p:stCondLst>
                                        </p:cTn>
                                        <p:tgtEl>
                                          <p:spTgt spid="384"/>
                                        </p:tgtEl>
                                        <p:attrNameLst>
                                          <p:attrName>style.visibility</p:attrName>
                                        </p:attrNameLst>
                                      </p:cBhvr>
                                      <p:to>
                                        <p:strVal val="visible"/>
                                      </p:to>
                                    </p:set>
                                    <p:anim calcmode="lin" valueType="num">
                                      <p:cBhvr>
                                        <p:cTn id="280" dur="7002" fill="hold"/>
                                        <p:tgtEl>
                                          <p:spTgt spid="384"/>
                                        </p:tgtEl>
                                        <p:attrNameLst>
                                          <p:attrName>ppt_w</p:attrName>
                                        </p:attrNameLst>
                                      </p:cBhvr>
                                      <p:tavLst>
                                        <p:tav tm="0">
                                          <p:val>
                                            <p:fltVal val="0"/>
                                          </p:val>
                                        </p:tav>
                                        <p:tav tm="100000">
                                          <p:val>
                                            <p:strVal val="#ppt_w"/>
                                          </p:val>
                                        </p:tav>
                                      </p:tavLst>
                                    </p:anim>
                                    <p:anim calcmode="lin" valueType="num">
                                      <p:cBhvr>
                                        <p:cTn id="281" dur="7002" fill="hold"/>
                                        <p:tgtEl>
                                          <p:spTgt spid="384"/>
                                        </p:tgtEl>
                                        <p:attrNameLst>
                                          <p:attrName>ppt_h</p:attrName>
                                        </p:attrNameLst>
                                      </p:cBhvr>
                                      <p:tavLst>
                                        <p:tav tm="0">
                                          <p:val>
                                            <p:fltVal val="0"/>
                                          </p:val>
                                        </p:tav>
                                        <p:tav tm="100000">
                                          <p:val>
                                            <p:strVal val="#ppt_h"/>
                                          </p:val>
                                        </p:tav>
                                      </p:tavLst>
                                    </p:anim>
                                    <p:animEffect transition="in" filter="fade">
                                      <p:cBhvr>
                                        <p:cTn id="282" dur="7002"/>
                                        <p:tgtEl>
                                          <p:spTgt spid="384"/>
                                        </p:tgtEl>
                                      </p:cBhvr>
                                    </p:animEffect>
                                    <p:anim calcmode="lin" valueType="num">
                                      <p:cBhvr>
                                        <p:cTn id="283" dur="7002" fill="hold"/>
                                        <p:tgtEl>
                                          <p:spTgt spid="384"/>
                                        </p:tgtEl>
                                        <p:attrNameLst>
                                          <p:attrName>ppt_x</p:attrName>
                                        </p:attrNameLst>
                                      </p:cBhvr>
                                      <p:tavLst>
                                        <p:tav tm="0">
                                          <p:val>
                                            <p:fltVal val="0.5"/>
                                          </p:val>
                                        </p:tav>
                                        <p:tav tm="100000">
                                          <p:val>
                                            <p:strVal val="#ppt_x"/>
                                          </p:val>
                                        </p:tav>
                                      </p:tavLst>
                                    </p:anim>
                                    <p:anim calcmode="lin" valueType="num">
                                      <p:cBhvr>
                                        <p:cTn id="284" dur="7002" fill="hold"/>
                                        <p:tgtEl>
                                          <p:spTgt spid="384"/>
                                        </p:tgtEl>
                                        <p:attrNameLst>
                                          <p:attrName>ppt_y</p:attrName>
                                        </p:attrNameLst>
                                      </p:cBhvr>
                                      <p:tavLst>
                                        <p:tav tm="0">
                                          <p:val>
                                            <p:fltVal val="0.5"/>
                                          </p:val>
                                        </p:tav>
                                        <p:tav tm="100000">
                                          <p:val>
                                            <p:strVal val="#ppt_y"/>
                                          </p:val>
                                        </p:tav>
                                      </p:tavLst>
                                    </p:anim>
                                  </p:childTnLst>
                                </p:cTn>
                              </p:par>
                              <p:par>
                                <p:cTn id="285" presetID="53" presetClass="entr" presetSubtype="528" repeatCount="indefinite" fill="hold" grpId="0" nodeType="withEffect">
                                  <p:stCondLst>
                                    <p:cond delay="1739"/>
                                  </p:stCondLst>
                                  <p:childTnLst>
                                    <p:set>
                                      <p:cBhvr>
                                        <p:cTn id="286" dur="1" fill="hold">
                                          <p:stCondLst>
                                            <p:cond delay="0"/>
                                          </p:stCondLst>
                                        </p:cTn>
                                        <p:tgtEl>
                                          <p:spTgt spid="388"/>
                                        </p:tgtEl>
                                        <p:attrNameLst>
                                          <p:attrName>style.visibility</p:attrName>
                                        </p:attrNameLst>
                                      </p:cBhvr>
                                      <p:to>
                                        <p:strVal val="visible"/>
                                      </p:to>
                                    </p:set>
                                    <p:anim calcmode="lin" valueType="num">
                                      <p:cBhvr>
                                        <p:cTn id="287" dur="7370" fill="hold"/>
                                        <p:tgtEl>
                                          <p:spTgt spid="388"/>
                                        </p:tgtEl>
                                        <p:attrNameLst>
                                          <p:attrName>ppt_w</p:attrName>
                                        </p:attrNameLst>
                                      </p:cBhvr>
                                      <p:tavLst>
                                        <p:tav tm="0">
                                          <p:val>
                                            <p:fltVal val="0"/>
                                          </p:val>
                                        </p:tav>
                                        <p:tav tm="100000">
                                          <p:val>
                                            <p:strVal val="#ppt_w"/>
                                          </p:val>
                                        </p:tav>
                                      </p:tavLst>
                                    </p:anim>
                                    <p:anim calcmode="lin" valueType="num">
                                      <p:cBhvr>
                                        <p:cTn id="288" dur="7370" fill="hold"/>
                                        <p:tgtEl>
                                          <p:spTgt spid="388"/>
                                        </p:tgtEl>
                                        <p:attrNameLst>
                                          <p:attrName>ppt_h</p:attrName>
                                        </p:attrNameLst>
                                      </p:cBhvr>
                                      <p:tavLst>
                                        <p:tav tm="0">
                                          <p:val>
                                            <p:fltVal val="0"/>
                                          </p:val>
                                        </p:tav>
                                        <p:tav tm="100000">
                                          <p:val>
                                            <p:strVal val="#ppt_h"/>
                                          </p:val>
                                        </p:tav>
                                      </p:tavLst>
                                    </p:anim>
                                    <p:animEffect transition="in" filter="fade">
                                      <p:cBhvr>
                                        <p:cTn id="289" dur="7370"/>
                                        <p:tgtEl>
                                          <p:spTgt spid="388"/>
                                        </p:tgtEl>
                                      </p:cBhvr>
                                    </p:animEffect>
                                    <p:anim calcmode="lin" valueType="num">
                                      <p:cBhvr>
                                        <p:cTn id="290" dur="7370" fill="hold"/>
                                        <p:tgtEl>
                                          <p:spTgt spid="388"/>
                                        </p:tgtEl>
                                        <p:attrNameLst>
                                          <p:attrName>ppt_x</p:attrName>
                                        </p:attrNameLst>
                                      </p:cBhvr>
                                      <p:tavLst>
                                        <p:tav tm="0">
                                          <p:val>
                                            <p:fltVal val="0.5"/>
                                          </p:val>
                                        </p:tav>
                                        <p:tav tm="100000">
                                          <p:val>
                                            <p:strVal val="#ppt_x"/>
                                          </p:val>
                                        </p:tav>
                                      </p:tavLst>
                                    </p:anim>
                                    <p:anim calcmode="lin" valueType="num">
                                      <p:cBhvr>
                                        <p:cTn id="291" dur="7370" fill="hold"/>
                                        <p:tgtEl>
                                          <p:spTgt spid="388"/>
                                        </p:tgtEl>
                                        <p:attrNameLst>
                                          <p:attrName>ppt_y</p:attrName>
                                        </p:attrNameLst>
                                      </p:cBhvr>
                                      <p:tavLst>
                                        <p:tav tm="0">
                                          <p:val>
                                            <p:fltVal val="0.5"/>
                                          </p:val>
                                        </p:tav>
                                        <p:tav tm="100000">
                                          <p:val>
                                            <p:strVal val="#ppt_y"/>
                                          </p:val>
                                        </p:tav>
                                      </p:tavLst>
                                    </p:anim>
                                  </p:childTnLst>
                                </p:cTn>
                              </p:par>
                              <p:par>
                                <p:cTn id="292" presetID="53" presetClass="entr" presetSubtype="528" repeatCount="indefinite" fill="hold" grpId="0" nodeType="withEffect">
                                  <p:stCondLst>
                                    <p:cond delay="1018"/>
                                  </p:stCondLst>
                                  <p:childTnLst>
                                    <p:set>
                                      <p:cBhvr>
                                        <p:cTn id="293" dur="1" fill="hold">
                                          <p:stCondLst>
                                            <p:cond delay="0"/>
                                          </p:stCondLst>
                                        </p:cTn>
                                        <p:tgtEl>
                                          <p:spTgt spid="392"/>
                                        </p:tgtEl>
                                        <p:attrNameLst>
                                          <p:attrName>style.visibility</p:attrName>
                                        </p:attrNameLst>
                                      </p:cBhvr>
                                      <p:to>
                                        <p:strVal val="visible"/>
                                      </p:to>
                                    </p:set>
                                    <p:anim calcmode="lin" valueType="num">
                                      <p:cBhvr>
                                        <p:cTn id="294" dur="5261" fill="hold"/>
                                        <p:tgtEl>
                                          <p:spTgt spid="392"/>
                                        </p:tgtEl>
                                        <p:attrNameLst>
                                          <p:attrName>ppt_w</p:attrName>
                                        </p:attrNameLst>
                                      </p:cBhvr>
                                      <p:tavLst>
                                        <p:tav tm="0">
                                          <p:val>
                                            <p:fltVal val="0"/>
                                          </p:val>
                                        </p:tav>
                                        <p:tav tm="100000">
                                          <p:val>
                                            <p:strVal val="#ppt_w"/>
                                          </p:val>
                                        </p:tav>
                                      </p:tavLst>
                                    </p:anim>
                                    <p:anim calcmode="lin" valueType="num">
                                      <p:cBhvr>
                                        <p:cTn id="295" dur="5261" fill="hold"/>
                                        <p:tgtEl>
                                          <p:spTgt spid="392"/>
                                        </p:tgtEl>
                                        <p:attrNameLst>
                                          <p:attrName>ppt_h</p:attrName>
                                        </p:attrNameLst>
                                      </p:cBhvr>
                                      <p:tavLst>
                                        <p:tav tm="0">
                                          <p:val>
                                            <p:fltVal val="0"/>
                                          </p:val>
                                        </p:tav>
                                        <p:tav tm="100000">
                                          <p:val>
                                            <p:strVal val="#ppt_h"/>
                                          </p:val>
                                        </p:tav>
                                      </p:tavLst>
                                    </p:anim>
                                    <p:animEffect transition="in" filter="fade">
                                      <p:cBhvr>
                                        <p:cTn id="296" dur="5261"/>
                                        <p:tgtEl>
                                          <p:spTgt spid="392"/>
                                        </p:tgtEl>
                                      </p:cBhvr>
                                    </p:animEffect>
                                    <p:anim calcmode="lin" valueType="num">
                                      <p:cBhvr>
                                        <p:cTn id="297" dur="5261" fill="hold"/>
                                        <p:tgtEl>
                                          <p:spTgt spid="392"/>
                                        </p:tgtEl>
                                        <p:attrNameLst>
                                          <p:attrName>ppt_x</p:attrName>
                                        </p:attrNameLst>
                                      </p:cBhvr>
                                      <p:tavLst>
                                        <p:tav tm="0">
                                          <p:val>
                                            <p:fltVal val="0.5"/>
                                          </p:val>
                                        </p:tav>
                                        <p:tav tm="100000">
                                          <p:val>
                                            <p:strVal val="#ppt_x"/>
                                          </p:val>
                                        </p:tav>
                                      </p:tavLst>
                                    </p:anim>
                                    <p:anim calcmode="lin" valueType="num">
                                      <p:cBhvr>
                                        <p:cTn id="298" dur="5261" fill="hold"/>
                                        <p:tgtEl>
                                          <p:spTgt spid="392"/>
                                        </p:tgtEl>
                                        <p:attrNameLst>
                                          <p:attrName>ppt_y</p:attrName>
                                        </p:attrNameLst>
                                      </p:cBhvr>
                                      <p:tavLst>
                                        <p:tav tm="0">
                                          <p:val>
                                            <p:fltVal val="0.5"/>
                                          </p:val>
                                        </p:tav>
                                        <p:tav tm="100000">
                                          <p:val>
                                            <p:strVal val="#ppt_y"/>
                                          </p:val>
                                        </p:tav>
                                      </p:tavLst>
                                    </p:anim>
                                  </p:childTnLst>
                                </p:cTn>
                              </p:par>
                              <p:par>
                                <p:cTn id="299" presetID="53" presetClass="entr" presetSubtype="528" repeatCount="indefinite" fill="hold" grpId="0" nodeType="withEffect">
                                  <p:stCondLst>
                                    <p:cond delay="630"/>
                                  </p:stCondLst>
                                  <p:childTnLst>
                                    <p:set>
                                      <p:cBhvr>
                                        <p:cTn id="300" dur="1" fill="hold">
                                          <p:stCondLst>
                                            <p:cond delay="0"/>
                                          </p:stCondLst>
                                        </p:cTn>
                                        <p:tgtEl>
                                          <p:spTgt spid="397"/>
                                        </p:tgtEl>
                                        <p:attrNameLst>
                                          <p:attrName>style.visibility</p:attrName>
                                        </p:attrNameLst>
                                      </p:cBhvr>
                                      <p:to>
                                        <p:strVal val="visible"/>
                                      </p:to>
                                    </p:set>
                                    <p:anim calcmode="lin" valueType="num">
                                      <p:cBhvr>
                                        <p:cTn id="301" dur="6177" fill="hold"/>
                                        <p:tgtEl>
                                          <p:spTgt spid="397"/>
                                        </p:tgtEl>
                                        <p:attrNameLst>
                                          <p:attrName>ppt_w</p:attrName>
                                        </p:attrNameLst>
                                      </p:cBhvr>
                                      <p:tavLst>
                                        <p:tav tm="0">
                                          <p:val>
                                            <p:fltVal val="0"/>
                                          </p:val>
                                        </p:tav>
                                        <p:tav tm="100000">
                                          <p:val>
                                            <p:strVal val="#ppt_w"/>
                                          </p:val>
                                        </p:tav>
                                      </p:tavLst>
                                    </p:anim>
                                    <p:anim calcmode="lin" valueType="num">
                                      <p:cBhvr>
                                        <p:cTn id="302" dur="6177" fill="hold"/>
                                        <p:tgtEl>
                                          <p:spTgt spid="397"/>
                                        </p:tgtEl>
                                        <p:attrNameLst>
                                          <p:attrName>ppt_h</p:attrName>
                                        </p:attrNameLst>
                                      </p:cBhvr>
                                      <p:tavLst>
                                        <p:tav tm="0">
                                          <p:val>
                                            <p:fltVal val="0"/>
                                          </p:val>
                                        </p:tav>
                                        <p:tav tm="100000">
                                          <p:val>
                                            <p:strVal val="#ppt_h"/>
                                          </p:val>
                                        </p:tav>
                                      </p:tavLst>
                                    </p:anim>
                                    <p:animEffect transition="in" filter="fade">
                                      <p:cBhvr>
                                        <p:cTn id="303" dur="6177"/>
                                        <p:tgtEl>
                                          <p:spTgt spid="397"/>
                                        </p:tgtEl>
                                      </p:cBhvr>
                                    </p:animEffect>
                                    <p:anim calcmode="lin" valueType="num">
                                      <p:cBhvr>
                                        <p:cTn id="304" dur="6177" fill="hold"/>
                                        <p:tgtEl>
                                          <p:spTgt spid="397"/>
                                        </p:tgtEl>
                                        <p:attrNameLst>
                                          <p:attrName>ppt_x</p:attrName>
                                        </p:attrNameLst>
                                      </p:cBhvr>
                                      <p:tavLst>
                                        <p:tav tm="0">
                                          <p:val>
                                            <p:fltVal val="0.5"/>
                                          </p:val>
                                        </p:tav>
                                        <p:tav tm="100000">
                                          <p:val>
                                            <p:strVal val="#ppt_x"/>
                                          </p:val>
                                        </p:tav>
                                      </p:tavLst>
                                    </p:anim>
                                    <p:anim calcmode="lin" valueType="num">
                                      <p:cBhvr>
                                        <p:cTn id="305" dur="6177" fill="hold"/>
                                        <p:tgtEl>
                                          <p:spTgt spid="397"/>
                                        </p:tgtEl>
                                        <p:attrNameLst>
                                          <p:attrName>ppt_y</p:attrName>
                                        </p:attrNameLst>
                                      </p:cBhvr>
                                      <p:tavLst>
                                        <p:tav tm="0">
                                          <p:val>
                                            <p:fltVal val="0.5"/>
                                          </p:val>
                                        </p:tav>
                                        <p:tav tm="100000">
                                          <p:val>
                                            <p:strVal val="#ppt_y"/>
                                          </p:val>
                                        </p:tav>
                                      </p:tavLst>
                                    </p:anim>
                                  </p:childTnLst>
                                </p:cTn>
                              </p:par>
                              <p:par>
                                <p:cTn id="306" presetID="53" presetClass="entr" presetSubtype="528" repeatCount="indefinite" fill="hold" grpId="0" nodeType="withEffect">
                                  <p:stCondLst>
                                    <p:cond delay="1490"/>
                                  </p:stCondLst>
                                  <p:childTnLst>
                                    <p:set>
                                      <p:cBhvr>
                                        <p:cTn id="307" dur="1" fill="hold">
                                          <p:stCondLst>
                                            <p:cond delay="0"/>
                                          </p:stCondLst>
                                        </p:cTn>
                                        <p:tgtEl>
                                          <p:spTgt spid="402"/>
                                        </p:tgtEl>
                                        <p:attrNameLst>
                                          <p:attrName>style.visibility</p:attrName>
                                        </p:attrNameLst>
                                      </p:cBhvr>
                                      <p:to>
                                        <p:strVal val="visible"/>
                                      </p:to>
                                    </p:set>
                                    <p:anim calcmode="lin" valueType="num">
                                      <p:cBhvr>
                                        <p:cTn id="308" dur="5255" fill="hold"/>
                                        <p:tgtEl>
                                          <p:spTgt spid="402"/>
                                        </p:tgtEl>
                                        <p:attrNameLst>
                                          <p:attrName>ppt_w</p:attrName>
                                        </p:attrNameLst>
                                      </p:cBhvr>
                                      <p:tavLst>
                                        <p:tav tm="0">
                                          <p:val>
                                            <p:fltVal val="0"/>
                                          </p:val>
                                        </p:tav>
                                        <p:tav tm="100000">
                                          <p:val>
                                            <p:strVal val="#ppt_w"/>
                                          </p:val>
                                        </p:tav>
                                      </p:tavLst>
                                    </p:anim>
                                    <p:anim calcmode="lin" valueType="num">
                                      <p:cBhvr>
                                        <p:cTn id="309" dur="5255" fill="hold"/>
                                        <p:tgtEl>
                                          <p:spTgt spid="402"/>
                                        </p:tgtEl>
                                        <p:attrNameLst>
                                          <p:attrName>ppt_h</p:attrName>
                                        </p:attrNameLst>
                                      </p:cBhvr>
                                      <p:tavLst>
                                        <p:tav tm="0">
                                          <p:val>
                                            <p:fltVal val="0"/>
                                          </p:val>
                                        </p:tav>
                                        <p:tav tm="100000">
                                          <p:val>
                                            <p:strVal val="#ppt_h"/>
                                          </p:val>
                                        </p:tav>
                                      </p:tavLst>
                                    </p:anim>
                                    <p:animEffect transition="in" filter="fade">
                                      <p:cBhvr>
                                        <p:cTn id="310" dur="5255"/>
                                        <p:tgtEl>
                                          <p:spTgt spid="402"/>
                                        </p:tgtEl>
                                      </p:cBhvr>
                                    </p:animEffect>
                                    <p:anim calcmode="lin" valueType="num">
                                      <p:cBhvr>
                                        <p:cTn id="311" dur="5255" fill="hold"/>
                                        <p:tgtEl>
                                          <p:spTgt spid="402"/>
                                        </p:tgtEl>
                                        <p:attrNameLst>
                                          <p:attrName>ppt_x</p:attrName>
                                        </p:attrNameLst>
                                      </p:cBhvr>
                                      <p:tavLst>
                                        <p:tav tm="0">
                                          <p:val>
                                            <p:fltVal val="0.5"/>
                                          </p:val>
                                        </p:tav>
                                        <p:tav tm="100000">
                                          <p:val>
                                            <p:strVal val="#ppt_x"/>
                                          </p:val>
                                        </p:tav>
                                      </p:tavLst>
                                    </p:anim>
                                    <p:anim calcmode="lin" valueType="num">
                                      <p:cBhvr>
                                        <p:cTn id="312" dur="5255" fill="hold"/>
                                        <p:tgtEl>
                                          <p:spTgt spid="402"/>
                                        </p:tgtEl>
                                        <p:attrNameLst>
                                          <p:attrName>ppt_y</p:attrName>
                                        </p:attrNameLst>
                                      </p:cBhvr>
                                      <p:tavLst>
                                        <p:tav tm="0">
                                          <p:val>
                                            <p:fltVal val="0.5"/>
                                          </p:val>
                                        </p:tav>
                                        <p:tav tm="100000">
                                          <p:val>
                                            <p:strVal val="#ppt_y"/>
                                          </p:val>
                                        </p:tav>
                                      </p:tavLst>
                                    </p:anim>
                                  </p:childTnLst>
                                </p:cTn>
                              </p:par>
                              <p:par>
                                <p:cTn id="313" presetID="53" presetClass="entr" presetSubtype="528" repeatCount="indefinite" fill="hold" grpId="0" nodeType="withEffect">
                                  <p:stCondLst>
                                    <p:cond delay="633"/>
                                  </p:stCondLst>
                                  <p:childTnLst>
                                    <p:set>
                                      <p:cBhvr>
                                        <p:cTn id="314" dur="1" fill="hold">
                                          <p:stCondLst>
                                            <p:cond delay="0"/>
                                          </p:stCondLst>
                                        </p:cTn>
                                        <p:tgtEl>
                                          <p:spTgt spid="403"/>
                                        </p:tgtEl>
                                        <p:attrNameLst>
                                          <p:attrName>style.visibility</p:attrName>
                                        </p:attrNameLst>
                                      </p:cBhvr>
                                      <p:to>
                                        <p:strVal val="visible"/>
                                      </p:to>
                                    </p:set>
                                    <p:anim calcmode="lin" valueType="num">
                                      <p:cBhvr>
                                        <p:cTn id="315" dur="5534" fill="hold"/>
                                        <p:tgtEl>
                                          <p:spTgt spid="403"/>
                                        </p:tgtEl>
                                        <p:attrNameLst>
                                          <p:attrName>ppt_w</p:attrName>
                                        </p:attrNameLst>
                                      </p:cBhvr>
                                      <p:tavLst>
                                        <p:tav tm="0">
                                          <p:val>
                                            <p:fltVal val="0"/>
                                          </p:val>
                                        </p:tav>
                                        <p:tav tm="100000">
                                          <p:val>
                                            <p:strVal val="#ppt_w"/>
                                          </p:val>
                                        </p:tav>
                                      </p:tavLst>
                                    </p:anim>
                                    <p:anim calcmode="lin" valueType="num">
                                      <p:cBhvr>
                                        <p:cTn id="316" dur="5534" fill="hold"/>
                                        <p:tgtEl>
                                          <p:spTgt spid="403"/>
                                        </p:tgtEl>
                                        <p:attrNameLst>
                                          <p:attrName>ppt_h</p:attrName>
                                        </p:attrNameLst>
                                      </p:cBhvr>
                                      <p:tavLst>
                                        <p:tav tm="0">
                                          <p:val>
                                            <p:fltVal val="0"/>
                                          </p:val>
                                        </p:tav>
                                        <p:tav tm="100000">
                                          <p:val>
                                            <p:strVal val="#ppt_h"/>
                                          </p:val>
                                        </p:tav>
                                      </p:tavLst>
                                    </p:anim>
                                    <p:animEffect transition="in" filter="fade">
                                      <p:cBhvr>
                                        <p:cTn id="317" dur="5534"/>
                                        <p:tgtEl>
                                          <p:spTgt spid="403"/>
                                        </p:tgtEl>
                                      </p:cBhvr>
                                    </p:animEffect>
                                    <p:anim calcmode="lin" valueType="num">
                                      <p:cBhvr>
                                        <p:cTn id="318" dur="5534" fill="hold"/>
                                        <p:tgtEl>
                                          <p:spTgt spid="403"/>
                                        </p:tgtEl>
                                        <p:attrNameLst>
                                          <p:attrName>ppt_x</p:attrName>
                                        </p:attrNameLst>
                                      </p:cBhvr>
                                      <p:tavLst>
                                        <p:tav tm="0">
                                          <p:val>
                                            <p:fltVal val="0.5"/>
                                          </p:val>
                                        </p:tav>
                                        <p:tav tm="100000">
                                          <p:val>
                                            <p:strVal val="#ppt_x"/>
                                          </p:val>
                                        </p:tav>
                                      </p:tavLst>
                                    </p:anim>
                                    <p:anim calcmode="lin" valueType="num">
                                      <p:cBhvr>
                                        <p:cTn id="319" dur="5534" fill="hold"/>
                                        <p:tgtEl>
                                          <p:spTgt spid="403"/>
                                        </p:tgtEl>
                                        <p:attrNameLst>
                                          <p:attrName>ppt_y</p:attrName>
                                        </p:attrNameLst>
                                      </p:cBhvr>
                                      <p:tavLst>
                                        <p:tav tm="0">
                                          <p:val>
                                            <p:fltVal val="0.5"/>
                                          </p:val>
                                        </p:tav>
                                        <p:tav tm="100000">
                                          <p:val>
                                            <p:strVal val="#ppt_y"/>
                                          </p:val>
                                        </p:tav>
                                      </p:tavLst>
                                    </p:anim>
                                  </p:childTnLst>
                                </p:cTn>
                              </p:par>
                              <p:par>
                                <p:cTn id="320" presetID="53" presetClass="entr" presetSubtype="528" repeatCount="indefinite" fill="hold" grpId="0" nodeType="withEffect">
                                  <p:stCondLst>
                                    <p:cond delay="377"/>
                                  </p:stCondLst>
                                  <p:childTnLst>
                                    <p:set>
                                      <p:cBhvr>
                                        <p:cTn id="321" dur="1" fill="hold">
                                          <p:stCondLst>
                                            <p:cond delay="0"/>
                                          </p:stCondLst>
                                        </p:cTn>
                                        <p:tgtEl>
                                          <p:spTgt spid="404"/>
                                        </p:tgtEl>
                                        <p:attrNameLst>
                                          <p:attrName>style.visibility</p:attrName>
                                        </p:attrNameLst>
                                      </p:cBhvr>
                                      <p:to>
                                        <p:strVal val="visible"/>
                                      </p:to>
                                    </p:set>
                                    <p:anim calcmode="lin" valueType="num">
                                      <p:cBhvr>
                                        <p:cTn id="322" dur="6932" fill="hold"/>
                                        <p:tgtEl>
                                          <p:spTgt spid="404"/>
                                        </p:tgtEl>
                                        <p:attrNameLst>
                                          <p:attrName>ppt_w</p:attrName>
                                        </p:attrNameLst>
                                      </p:cBhvr>
                                      <p:tavLst>
                                        <p:tav tm="0">
                                          <p:val>
                                            <p:fltVal val="0"/>
                                          </p:val>
                                        </p:tav>
                                        <p:tav tm="100000">
                                          <p:val>
                                            <p:strVal val="#ppt_w"/>
                                          </p:val>
                                        </p:tav>
                                      </p:tavLst>
                                    </p:anim>
                                    <p:anim calcmode="lin" valueType="num">
                                      <p:cBhvr>
                                        <p:cTn id="323" dur="6932" fill="hold"/>
                                        <p:tgtEl>
                                          <p:spTgt spid="404"/>
                                        </p:tgtEl>
                                        <p:attrNameLst>
                                          <p:attrName>ppt_h</p:attrName>
                                        </p:attrNameLst>
                                      </p:cBhvr>
                                      <p:tavLst>
                                        <p:tav tm="0">
                                          <p:val>
                                            <p:fltVal val="0"/>
                                          </p:val>
                                        </p:tav>
                                        <p:tav tm="100000">
                                          <p:val>
                                            <p:strVal val="#ppt_h"/>
                                          </p:val>
                                        </p:tav>
                                      </p:tavLst>
                                    </p:anim>
                                    <p:animEffect transition="in" filter="fade">
                                      <p:cBhvr>
                                        <p:cTn id="324" dur="6932"/>
                                        <p:tgtEl>
                                          <p:spTgt spid="404"/>
                                        </p:tgtEl>
                                      </p:cBhvr>
                                    </p:animEffect>
                                    <p:anim calcmode="lin" valueType="num">
                                      <p:cBhvr>
                                        <p:cTn id="325" dur="6932" fill="hold"/>
                                        <p:tgtEl>
                                          <p:spTgt spid="404"/>
                                        </p:tgtEl>
                                        <p:attrNameLst>
                                          <p:attrName>ppt_x</p:attrName>
                                        </p:attrNameLst>
                                      </p:cBhvr>
                                      <p:tavLst>
                                        <p:tav tm="0">
                                          <p:val>
                                            <p:fltVal val="0.5"/>
                                          </p:val>
                                        </p:tav>
                                        <p:tav tm="100000">
                                          <p:val>
                                            <p:strVal val="#ppt_x"/>
                                          </p:val>
                                        </p:tav>
                                      </p:tavLst>
                                    </p:anim>
                                    <p:anim calcmode="lin" valueType="num">
                                      <p:cBhvr>
                                        <p:cTn id="326" dur="6932" fill="hold"/>
                                        <p:tgtEl>
                                          <p:spTgt spid="404"/>
                                        </p:tgtEl>
                                        <p:attrNameLst>
                                          <p:attrName>ppt_y</p:attrName>
                                        </p:attrNameLst>
                                      </p:cBhvr>
                                      <p:tavLst>
                                        <p:tav tm="0">
                                          <p:val>
                                            <p:fltVal val="0.5"/>
                                          </p:val>
                                        </p:tav>
                                        <p:tav tm="100000">
                                          <p:val>
                                            <p:strVal val="#ppt_y"/>
                                          </p:val>
                                        </p:tav>
                                      </p:tavLst>
                                    </p:anim>
                                  </p:childTnLst>
                                </p:cTn>
                              </p:par>
                              <p:par>
                                <p:cTn id="327" presetID="53" presetClass="entr" presetSubtype="528" repeatCount="indefinite" fill="hold" grpId="0" nodeType="withEffect">
                                  <p:stCondLst>
                                    <p:cond delay="1461"/>
                                  </p:stCondLst>
                                  <p:childTnLst>
                                    <p:set>
                                      <p:cBhvr>
                                        <p:cTn id="328" dur="1" fill="hold">
                                          <p:stCondLst>
                                            <p:cond delay="0"/>
                                          </p:stCondLst>
                                        </p:cTn>
                                        <p:tgtEl>
                                          <p:spTgt spid="405"/>
                                        </p:tgtEl>
                                        <p:attrNameLst>
                                          <p:attrName>style.visibility</p:attrName>
                                        </p:attrNameLst>
                                      </p:cBhvr>
                                      <p:to>
                                        <p:strVal val="visible"/>
                                      </p:to>
                                    </p:set>
                                    <p:anim calcmode="lin" valueType="num">
                                      <p:cBhvr>
                                        <p:cTn id="329" dur="7218" fill="hold"/>
                                        <p:tgtEl>
                                          <p:spTgt spid="405"/>
                                        </p:tgtEl>
                                        <p:attrNameLst>
                                          <p:attrName>ppt_w</p:attrName>
                                        </p:attrNameLst>
                                      </p:cBhvr>
                                      <p:tavLst>
                                        <p:tav tm="0">
                                          <p:val>
                                            <p:fltVal val="0"/>
                                          </p:val>
                                        </p:tav>
                                        <p:tav tm="100000">
                                          <p:val>
                                            <p:strVal val="#ppt_w"/>
                                          </p:val>
                                        </p:tav>
                                      </p:tavLst>
                                    </p:anim>
                                    <p:anim calcmode="lin" valueType="num">
                                      <p:cBhvr>
                                        <p:cTn id="330" dur="7218" fill="hold"/>
                                        <p:tgtEl>
                                          <p:spTgt spid="405"/>
                                        </p:tgtEl>
                                        <p:attrNameLst>
                                          <p:attrName>ppt_h</p:attrName>
                                        </p:attrNameLst>
                                      </p:cBhvr>
                                      <p:tavLst>
                                        <p:tav tm="0">
                                          <p:val>
                                            <p:fltVal val="0"/>
                                          </p:val>
                                        </p:tav>
                                        <p:tav tm="100000">
                                          <p:val>
                                            <p:strVal val="#ppt_h"/>
                                          </p:val>
                                        </p:tav>
                                      </p:tavLst>
                                    </p:anim>
                                    <p:animEffect transition="in" filter="fade">
                                      <p:cBhvr>
                                        <p:cTn id="331" dur="7218"/>
                                        <p:tgtEl>
                                          <p:spTgt spid="405"/>
                                        </p:tgtEl>
                                      </p:cBhvr>
                                    </p:animEffect>
                                    <p:anim calcmode="lin" valueType="num">
                                      <p:cBhvr>
                                        <p:cTn id="332" dur="7218" fill="hold"/>
                                        <p:tgtEl>
                                          <p:spTgt spid="405"/>
                                        </p:tgtEl>
                                        <p:attrNameLst>
                                          <p:attrName>ppt_x</p:attrName>
                                        </p:attrNameLst>
                                      </p:cBhvr>
                                      <p:tavLst>
                                        <p:tav tm="0">
                                          <p:val>
                                            <p:fltVal val="0.5"/>
                                          </p:val>
                                        </p:tav>
                                        <p:tav tm="100000">
                                          <p:val>
                                            <p:strVal val="#ppt_x"/>
                                          </p:val>
                                        </p:tav>
                                      </p:tavLst>
                                    </p:anim>
                                    <p:anim calcmode="lin" valueType="num">
                                      <p:cBhvr>
                                        <p:cTn id="333" dur="7218" fill="hold"/>
                                        <p:tgtEl>
                                          <p:spTgt spid="405"/>
                                        </p:tgtEl>
                                        <p:attrNameLst>
                                          <p:attrName>ppt_y</p:attrName>
                                        </p:attrNameLst>
                                      </p:cBhvr>
                                      <p:tavLst>
                                        <p:tav tm="0">
                                          <p:val>
                                            <p:fltVal val="0.5"/>
                                          </p:val>
                                        </p:tav>
                                        <p:tav tm="100000">
                                          <p:val>
                                            <p:strVal val="#ppt_y"/>
                                          </p:val>
                                        </p:tav>
                                      </p:tavLst>
                                    </p:anim>
                                  </p:childTnLst>
                                </p:cTn>
                              </p:par>
                              <p:par>
                                <p:cTn id="334" presetID="53" presetClass="entr" presetSubtype="528" repeatCount="indefinite" fill="hold" grpId="0" nodeType="withEffect">
                                  <p:stCondLst>
                                    <p:cond delay="1078"/>
                                  </p:stCondLst>
                                  <p:childTnLst>
                                    <p:set>
                                      <p:cBhvr>
                                        <p:cTn id="335" dur="1" fill="hold">
                                          <p:stCondLst>
                                            <p:cond delay="0"/>
                                          </p:stCondLst>
                                        </p:cTn>
                                        <p:tgtEl>
                                          <p:spTgt spid="406"/>
                                        </p:tgtEl>
                                        <p:attrNameLst>
                                          <p:attrName>style.visibility</p:attrName>
                                        </p:attrNameLst>
                                      </p:cBhvr>
                                      <p:to>
                                        <p:strVal val="visible"/>
                                      </p:to>
                                    </p:set>
                                    <p:anim calcmode="lin" valueType="num">
                                      <p:cBhvr>
                                        <p:cTn id="336" dur="6826" fill="hold"/>
                                        <p:tgtEl>
                                          <p:spTgt spid="406"/>
                                        </p:tgtEl>
                                        <p:attrNameLst>
                                          <p:attrName>ppt_w</p:attrName>
                                        </p:attrNameLst>
                                      </p:cBhvr>
                                      <p:tavLst>
                                        <p:tav tm="0">
                                          <p:val>
                                            <p:fltVal val="0"/>
                                          </p:val>
                                        </p:tav>
                                        <p:tav tm="100000">
                                          <p:val>
                                            <p:strVal val="#ppt_w"/>
                                          </p:val>
                                        </p:tav>
                                      </p:tavLst>
                                    </p:anim>
                                    <p:anim calcmode="lin" valueType="num">
                                      <p:cBhvr>
                                        <p:cTn id="337" dur="6826" fill="hold"/>
                                        <p:tgtEl>
                                          <p:spTgt spid="406"/>
                                        </p:tgtEl>
                                        <p:attrNameLst>
                                          <p:attrName>ppt_h</p:attrName>
                                        </p:attrNameLst>
                                      </p:cBhvr>
                                      <p:tavLst>
                                        <p:tav tm="0">
                                          <p:val>
                                            <p:fltVal val="0"/>
                                          </p:val>
                                        </p:tav>
                                        <p:tav tm="100000">
                                          <p:val>
                                            <p:strVal val="#ppt_h"/>
                                          </p:val>
                                        </p:tav>
                                      </p:tavLst>
                                    </p:anim>
                                    <p:animEffect transition="in" filter="fade">
                                      <p:cBhvr>
                                        <p:cTn id="338" dur="6826"/>
                                        <p:tgtEl>
                                          <p:spTgt spid="406"/>
                                        </p:tgtEl>
                                      </p:cBhvr>
                                    </p:animEffect>
                                    <p:anim calcmode="lin" valueType="num">
                                      <p:cBhvr>
                                        <p:cTn id="339" dur="6826" fill="hold"/>
                                        <p:tgtEl>
                                          <p:spTgt spid="406"/>
                                        </p:tgtEl>
                                        <p:attrNameLst>
                                          <p:attrName>ppt_x</p:attrName>
                                        </p:attrNameLst>
                                      </p:cBhvr>
                                      <p:tavLst>
                                        <p:tav tm="0">
                                          <p:val>
                                            <p:fltVal val="0.5"/>
                                          </p:val>
                                        </p:tav>
                                        <p:tav tm="100000">
                                          <p:val>
                                            <p:strVal val="#ppt_x"/>
                                          </p:val>
                                        </p:tav>
                                      </p:tavLst>
                                    </p:anim>
                                    <p:anim calcmode="lin" valueType="num">
                                      <p:cBhvr>
                                        <p:cTn id="340" dur="6826" fill="hold"/>
                                        <p:tgtEl>
                                          <p:spTgt spid="406"/>
                                        </p:tgtEl>
                                        <p:attrNameLst>
                                          <p:attrName>ppt_y</p:attrName>
                                        </p:attrNameLst>
                                      </p:cBhvr>
                                      <p:tavLst>
                                        <p:tav tm="0">
                                          <p:val>
                                            <p:fltVal val="0.5"/>
                                          </p:val>
                                        </p:tav>
                                        <p:tav tm="100000">
                                          <p:val>
                                            <p:strVal val="#ppt_y"/>
                                          </p:val>
                                        </p:tav>
                                      </p:tavLst>
                                    </p:anim>
                                  </p:childTnLst>
                                </p:cTn>
                              </p:par>
                              <p:par>
                                <p:cTn id="341" presetID="53" presetClass="entr" presetSubtype="528" repeatCount="indefinite" fill="hold" grpId="0" nodeType="withEffect">
                                  <p:stCondLst>
                                    <p:cond delay="1447"/>
                                  </p:stCondLst>
                                  <p:childTnLst>
                                    <p:set>
                                      <p:cBhvr>
                                        <p:cTn id="342" dur="1" fill="hold">
                                          <p:stCondLst>
                                            <p:cond delay="0"/>
                                          </p:stCondLst>
                                        </p:cTn>
                                        <p:tgtEl>
                                          <p:spTgt spid="408"/>
                                        </p:tgtEl>
                                        <p:attrNameLst>
                                          <p:attrName>style.visibility</p:attrName>
                                        </p:attrNameLst>
                                      </p:cBhvr>
                                      <p:to>
                                        <p:strVal val="visible"/>
                                      </p:to>
                                    </p:set>
                                    <p:anim calcmode="lin" valueType="num">
                                      <p:cBhvr>
                                        <p:cTn id="343" dur="5322" fill="hold"/>
                                        <p:tgtEl>
                                          <p:spTgt spid="408"/>
                                        </p:tgtEl>
                                        <p:attrNameLst>
                                          <p:attrName>ppt_w</p:attrName>
                                        </p:attrNameLst>
                                      </p:cBhvr>
                                      <p:tavLst>
                                        <p:tav tm="0">
                                          <p:val>
                                            <p:fltVal val="0"/>
                                          </p:val>
                                        </p:tav>
                                        <p:tav tm="100000">
                                          <p:val>
                                            <p:strVal val="#ppt_w"/>
                                          </p:val>
                                        </p:tav>
                                      </p:tavLst>
                                    </p:anim>
                                    <p:anim calcmode="lin" valueType="num">
                                      <p:cBhvr>
                                        <p:cTn id="344" dur="5322" fill="hold"/>
                                        <p:tgtEl>
                                          <p:spTgt spid="408"/>
                                        </p:tgtEl>
                                        <p:attrNameLst>
                                          <p:attrName>ppt_h</p:attrName>
                                        </p:attrNameLst>
                                      </p:cBhvr>
                                      <p:tavLst>
                                        <p:tav tm="0">
                                          <p:val>
                                            <p:fltVal val="0"/>
                                          </p:val>
                                        </p:tav>
                                        <p:tav tm="100000">
                                          <p:val>
                                            <p:strVal val="#ppt_h"/>
                                          </p:val>
                                        </p:tav>
                                      </p:tavLst>
                                    </p:anim>
                                    <p:animEffect transition="in" filter="fade">
                                      <p:cBhvr>
                                        <p:cTn id="345" dur="5322"/>
                                        <p:tgtEl>
                                          <p:spTgt spid="408"/>
                                        </p:tgtEl>
                                      </p:cBhvr>
                                    </p:animEffect>
                                    <p:anim calcmode="lin" valueType="num">
                                      <p:cBhvr>
                                        <p:cTn id="346" dur="5322" fill="hold"/>
                                        <p:tgtEl>
                                          <p:spTgt spid="408"/>
                                        </p:tgtEl>
                                        <p:attrNameLst>
                                          <p:attrName>ppt_x</p:attrName>
                                        </p:attrNameLst>
                                      </p:cBhvr>
                                      <p:tavLst>
                                        <p:tav tm="0">
                                          <p:val>
                                            <p:fltVal val="0.5"/>
                                          </p:val>
                                        </p:tav>
                                        <p:tav tm="100000">
                                          <p:val>
                                            <p:strVal val="#ppt_x"/>
                                          </p:val>
                                        </p:tav>
                                      </p:tavLst>
                                    </p:anim>
                                    <p:anim calcmode="lin" valueType="num">
                                      <p:cBhvr>
                                        <p:cTn id="347" dur="5322" fill="hold"/>
                                        <p:tgtEl>
                                          <p:spTgt spid="408"/>
                                        </p:tgtEl>
                                        <p:attrNameLst>
                                          <p:attrName>ppt_y</p:attrName>
                                        </p:attrNameLst>
                                      </p:cBhvr>
                                      <p:tavLst>
                                        <p:tav tm="0">
                                          <p:val>
                                            <p:fltVal val="0.5"/>
                                          </p:val>
                                        </p:tav>
                                        <p:tav tm="100000">
                                          <p:val>
                                            <p:strVal val="#ppt_y"/>
                                          </p:val>
                                        </p:tav>
                                      </p:tavLst>
                                    </p:anim>
                                  </p:childTnLst>
                                </p:cTn>
                              </p:par>
                              <p:par>
                                <p:cTn id="348" presetID="53" presetClass="entr" presetSubtype="528" repeatCount="indefinite" fill="hold" grpId="0" nodeType="withEffect">
                                  <p:stCondLst>
                                    <p:cond delay="1654"/>
                                  </p:stCondLst>
                                  <p:childTnLst>
                                    <p:set>
                                      <p:cBhvr>
                                        <p:cTn id="349" dur="1" fill="hold">
                                          <p:stCondLst>
                                            <p:cond delay="0"/>
                                          </p:stCondLst>
                                        </p:cTn>
                                        <p:tgtEl>
                                          <p:spTgt spid="409"/>
                                        </p:tgtEl>
                                        <p:attrNameLst>
                                          <p:attrName>style.visibility</p:attrName>
                                        </p:attrNameLst>
                                      </p:cBhvr>
                                      <p:to>
                                        <p:strVal val="visible"/>
                                      </p:to>
                                    </p:set>
                                    <p:anim calcmode="lin" valueType="num">
                                      <p:cBhvr>
                                        <p:cTn id="350" dur="6922" fill="hold"/>
                                        <p:tgtEl>
                                          <p:spTgt spid="409"/>
                                        </p:tgtEl>
                                        <p:attrNameLst>
                                          <p:attrName>ppt_w</p:attrName>
                                        </p:attrNameLst>
                                      </p:cBhvr>
                                      <p:tavLst>
                                        <p:tav tm="0">
                                          <p:val>
                                            <p:fltVal val="0"/>
                                          </p:val>
                                        </p:tav>
                                        <p:tav tm="100000">
                                          <p:val>
                                            <p:strVal val="#ppt_w"/>
                                          </p:val>
                                        </p:tav>
                                      </p:tavLst>
                                    </p:anim>
                                    <p:anim calcmode="lin" valueType="num">
                                      <p:cBhvr>
                                        <p:cTn id="351" dur="6922" fill="hold"/>
                                        <p:tgtEl>
                                          <p:spTgt spid="409"/>
                                        </p:tgtEl>
                                        <p:attrNameLst>
                                          <p:attrName>ppt_h</p:attrName>
                                        </p:attrNameLst>
                                      </p:cBhvr>
                                      <p:tavLst>
                                        <p:tav tm="0">
                                          <p:val>
                                            <p:fltVal val="0"/>
                                          </p:val>
                                        </p:tav>
                                        <p:tav tm="100000">
                                          <p:val>
                                            <p:strVal val="#ppt_h"/>
                                          </p:val>
                                        </p:tav>
                                      </p:tavLst>
                                    </p:anim>
                                    <p:animEffect transition="in" filter="fade">
                                      <p:cBhvr>
                                        <p:cTn id="352" dur="6922"/>
                                        <p:tgtEl>
                                          <p:spTgt spid="409"/>
                                        </p:tgtEl>
                                      </p:cBhvr>
                                    </p:animEffect>
                                    <p:anim calcmode="lin" valueType="num">
                                      <p:cBhvr>
                                        <p:cTn id="353" dur="6922" fill="hold"/>
                                        <p:tgtEl>
                                          <p:spTgt spid="409"/>
                                        </p:tgtEl>
                                        <p:attrNameLst>
                                          <p:attrName>ppt_x</p:attrName>
                                        </p:attrNameLst>
                                      </p:cBhvr>
                                      <p:tavLst>
                                        <p:tav tm="0">
                                          <p:val>
                                            <p:fltVal val="0.5"/>
                                          </p:val>
                                        </p:tav>
                                        <p:tav tm="100000">
                                          <p:val>
                                            <p:strVal val="#ppt_x"/>
                                          </p:val>
                                        </p:tav>
                                      </p:tavLst>
                                    </p:anim>
                                    <p:anim calcmode="lin" valueType="num">
                                      <p:cBhvr>
                                        <p:cTn id="354" dur="6922" fill="hold"/>
                                        <p:tgtEl>
                                          <p:spTgt spid="409"/>
                                        </p:tgtEl>
                                        <p:attrNameLst>
                                          <p:attrName>ppt_y</p:attrName>
                                        </p:attrNameLst>
                                      </p:cBhvr>
                                      <p:tavLst>
                                        <p:tav tm="0">
                                          <p:val>
                                            <p:fltVal val="0.5"/>
                                          </p:val>
                                        </p:tav>
                                        <p:tav tm="100000">
                                          <p:val>
                                            <p:strVal val="#ppt_y"/>
                                          </p:val>
                                        </p:tav>
                                      </p:tavLst>
                                    </p:anim>
                                  </p:childTnLst>
                                </p:cTn>
                              </p:par>
                              <p:par>
                                <p:cTn id="355" presetID="53" presetClass="entr" presetSubtype="528" repeatCount="indefinite" fill="hold" grpId="0" nodeType="withEffect">
                                  <p:stCondLst>
                                    <p:cond delay="487"/>
                                  </p:stCondLst>
                                  <p:childTnLst>
                                    <p:set>
                                      <p:cBhvr>
                                        <p:cTn id="356" dur="1" fill="hold">
                                          <p:stCondLst>
                                            <p:cond delay="0"/>
                                          </p:stCondLst>
                                        </p:cTn>
                                        <p:tgtEl>
                                          <p:spTgt spid="412"/>
                                        </p:tgtEl>
                                        <p:attrNameLst>
                                          <p:attrName>style.visibility</p:attrName>
                                        </p:attrNameLst>
                                      </p:cBhvr>
                                      <p:to>
                                        <p:strVal val="visible"/>
                                      </p:to>
                                    </p:set>
                                    <p:anim calcmode="lin" valueType="num">
                                      <p:cBhvr>
                                        <p:cTn id="357" dur="7039" fill="hold"/>
                                        <p:tgtEl>
                                          <p:spTgt spid="412"/>
                                        </p:tgtEl>
                                        <p:attrNameLst>
                                          <p:attrName>ppt_w</p:attrName>
                                        </p:attrNameLst>
                                      </p:cBhvr>
                                      <p:tavLst>
                                        <p:tav tm="0">
                                          <p:val>
                                            <p:fltVal val="0"/>
                                          </p:val>
                                        </p:tav>
                                        <p:tav tm="100000">
                                          <p:val>
                                            <p:strVal val="#ppt_w"/>
                                          </p:val>
                                        </p:tav>
                                      </p:tavLst>
                                    </p:anim>
                                    <p:anim calcmode="lin" valueType="num">
                                      <p:cBhvr>
                                        <p:cTn id="358" dur="7039" fill="hold"/>
                                        <p:tgtEl>
                                          <p:spTgt spid="412"/>
                                        </p:tgtEl>
                                        <p:attrNameLst>
                                          <p:attrName>ppt_h</p:attrName>
                                        </p:attrNameLst>
                                      </p:cBhvr>
                                      <p:tavLst>
                                        <p:tav tm="0">
                                          <p:val>
                                            <p:fltVal val="0"/>
                                          </p:val>
                                        </p:tav>
                                        <p:tav tm="100000">
                                          <p:val>
                                            <p:strVal val="#ppt_h"/>
                                          </p:val>
                                        </p:tav>
                                      </p:tavLst>
                                    </p:anim>
                                    <p:animEffect transition="in" filter="fade">
                                      <p:cBhvr>
                                        <p:cTn id="359" dur="7039"/>
                                        <p:tgtEl>
                                          <p:spTgt spid="412"/>
                                        </p:tgtEl>
                                      </p:cBhvr>
                                    </p:animEffect>
                                    <p:anim calcmode="lin" valueType="num">
                                      <p:cBhvr>
                                        <p:cTn id="360" dur="7039" fill="hold"/>
                                        <p:tgtEl>
                                          <p:spTgt spid="412"/>
                                        </p:tgtEl>
                                        <p:attrNameLst>
                                          <p:attrName>ppt_x</p:attrName>
                                        </p:attrNameLst>
                                      </p:cBhvr>
                                      <p:tavLst>
                                        <p:tav tm="0">
                                          <p:val>
                                            <p:fltVal val="0.5"/>
                                          </p:val>
                                        </p:tav>
                                        <p:tav tm="100000">
                                          <p:val>
                                            <p:strVal val="#ppt_x"/>
                                          </p:val>
                                        </p:tav>
                                      </p:tavLst>
                                    </p:anim>
                                    <p:anim calcmode="lin" valueType="num">
                                      <p:cBhvr>
                                        <p:cTn id="361" dur="7039" fill="hold"/>
                                        <p:tgtEl>
                                          <p:spTgt spid="412"/>
                                        </p:tgtEl>
                                        <p:attrNameLst>
                                          <p:attrName>ppt_y</p:attrName>
                                        </p:attrNameLst>
                                      </p:cBhvr>
                                      <p:tavLst>
                                        <p:tav tm="0">
                                          <p:val>
                                            <p:fltVal val="0.5"/>
                                          </p:val>
                                        </p:tav>
                                        <p:tav tm="100000">
                                          <p:val>
                                            <p:strVal val="#ppt_y"/>
                                          </p:val>
                                        </p:tav>
                                      </p:tavLst>
                                    </p:anim>
                                  </p:childTnLst>
                                </p:cTn>
                              </p:par>
                              <p:par>
                                <p:cTn id="362" presetID="53" presetClass="entr" presetSubtype="528" repeatCount="indefinite" fill="hold" grpId="0" nodeType="withEffect">
                                  <p:stCondLst>
                                    <p:cond delay="1043"/>
                                  </p:stCondLst>
                                  <p:childTnLst>
                                    <p:set>
                                      <p:cBhvr>
                                        <p:cTn id="363" dur="1" fill="hold">
                                          <p:stCondLst>
                                            <p:cond delay="0"/>
                                          </p:stCondLst>
                                        </p:cTn>
                                        <p:tgtEl>
                                          <p:spTgt spid="413"/>
                                        </p:tgtEl>
                                        <p:attrNameLst>
                                          <p:attrName>style.visibility</p:attrName>
                                        </p:attrNameLst>
                                      </p:cBhvr>
                                      <p:to>
                                        <p:strVal val="visible"/>
                                      </p:to>
                                    </p:set>
                                    <p:anim calcmode="lin" valueType="num">
                                      <p:cBhvr>
                                        <p:cTn id="364" dur="6539" fill="hold"/>
                                        <p:tgtEl>
                                          <p:spTgt spid="413"/>
                                        </p:tgtEl>
                                        <p:attrNameLst>
                                          <p:attrName>ppt_w</p:attrName>
                                        </p:attrNameLst>
                                      </p:cBhvr>
                                      <p:tavLst>
                                        <p:tav tm="0">
                                          <p:val>
                                            <p:fltVal val="0"/>
                                          </p:val>
                                        </p:tav>
                                        <p:tav tm="100000">
                                          <p:val>
                                            <p:strVal val="#ppt_w"/>
                                          </p:val>
                                        </p:tav>
                                      </p:tavLst>
                                    </p:anim>
                                    <p:anim calcmode="lin" valueType="num">
                                      <p:cBhvr>
                                        <p:cTn id="365" dur="6539" fill="hold"/>
                                        <p:tgtEl>
                                          <p:spTgt spid="413"/>
                                        </p:tgtEl>
                                        <p:attrNameLst>
                                          <p:attrName>ppt_h</p:attrName>
                                        </p:attrNameLst>
                                      </p:cBhvr>
                                      <p:tavLst>
                                        <p:tav tm="0">
                                          <p:val>
                                            <p:fltVal val="0"/>
                                          </p:val>
                                        </p:tav>
                                        <p:tav tm="100000">
                                          <p:val>
                                            <p:strVal val="#ppt_h"/>
                                          </p:val>
                                        </p:tav>
                                      </p:tavLst>
                                    </p:anim>
                                    <p:animEffect transition="in" filter="fade">
                                      <p:cBhvr>
                                        <p:cTn id="366" dur="6539"/>
                                        <p:tgtEl>
                                          <p:spTgt spid="413"/>
                                        </p:tgtEl>
                                      </p:cBhvr>
                                    </p:animEffect>
                                    <p:anim calcmode="lin" valueType="num">
                                      <p:cBhvr>
                                        <p:cTn id="367" dur="6539" fill="hold"/>
                                        <p:tgtEl>
                                          <p:spTgt spid="413"/>
                                        </p:tgtEl>
                                        <p:attrNameLst>
                                          <p:attrName>ppt_x</p:attrName>
                                        </p:attrNameLst>
                                      </p:cBhvr>
                                      <p:tavLst>
                                        <p:tav tm="0">
                                          <p:val>
                                            <p:fltVal val="0.5"/>
                                          </p:val>
                                        </p:tav>
                                        <p:tav tm="100000">
                                          <p:val>
                                            <p:strVal val="#ppt_x"/>
                                          </p:val>
                                        </p:tav>
                                      </p:tavLst>
                                    </p:anim>
                                    <p:anim calcmode="lin" valueType="num">
                                      <p:cBhvr>
                                        <p:cTn id="368" dur="6539" fill="hold"/>
                                        <p:tgtEl>
                                          <p:spTgt spid="413"/>
                                        </p:tgtEl>
                                        <p:attrNameLst>
                                          <p:attrName>ppt_y</p:attrName>
                                        </p:attrNameLst>
                                      </p:cBhvr>
                                      <p:tavLst>
                                        <p:tav tm="0">
                                          <p:val>
                                            <p:fltVal val="0.5"/>
                                          </p:val>
                                        </p:tav>
                                        <p:tav tm="100000">
                                          <p:val>
                                            <p:strVal val="#ppt_y"/>
                                          </p:val>
                                        </p:tav>
                                      </p:tavLst>
                                    </p:anim>
                                  </p:childTnLst>
                                </p:cTn>
                              </p:par>
                              <p:par>
                                <p:cTn id="369" presetID="53" presetClass="entr" presetSubtype="528" repeatCount="indefinite" fill="hold" grpId="0" nodeType="withEffect">
                                  <p:stCondLst>
                                    <p:cond delay="502"/>
                                  </p:stCondLst>
                                  <p:childTnLst>
                                    <p:set>
                                      <p:cBhvr>
                                        <p:cTn id="370" dur="1" fill="hold">
                                          <p:stCondLst>
                                            <p:cond delay="0"/>
                                          </p:stCondLst>
                                        </p:cTn>
                                        <p:tgtEl>
                                          <p:spTgt spid="415"/>
                                        </p:tgtEl>
                                        <p:attrNameLst>
                                          <p:attrName>style.visibility</p:attrName>
                                        </p:attrNameLst>
                                      </p:cBhvr>
                                      <p:to>
                                        <p:strVal val="visible"/>
                                      </p:to>
                                    </p:set>
                                    <p:anim calcmode="lin" valueType="num">
                                      <p:cBhvr>
                                        <p:cTn id="371" dur="5392" fill="hold"/>
                                        <p:tgtEl>
                                          <p:spTgt spid="415"/>
                                        </p:tgtEl>
                                        <p:attrNameLst>
                                          <p:attrName>ppt_w</p:attrName>
                                        </p:attrNameLst>
                                      </p:cBhvr>
                                      <p:tavLst>
                                        <p:tav tm="0">
                                          <p:val>
                                            <p:fltVal val="0"/>
                                          </p:val>
                                        </p:tav>
                                        <p:tav tm="100000">
                                          <p:val>
                                            <p:strVal val="#ppt_w"/>
                                          </p:val>
                                        </p:tav>
                                      </p:tavLst>
                                    </p:anim>
                                    <p:anim calcmode="lin" valueType="num">
                                      <p:cBhvr>
                                        <p:cTn id="372" dur="5392" fill="hold"/>
                                        <p:tgtEl>
                                          <p:spTgt spid="415"/>
                                        </p:tgtEl>
                                        <p:attrNameLst>
                                          <p:attrName>ppt_h</p:attrName>
                                        </p:attrNameLst>
                                      </p:cBhvr>
                                      <p:tavLst>
                                        <p:tav tm="0">
                                          <p:val>
                                            <p:fltVal val="0"/>
                                          </p:val>
                                        </p:tav>
                                        <p:tav tm="100000">
                                          <p:val>
                                            <p:strVal val="#ppt_h"/>
                                          </p:val>
                                        </p:tav>
                                      </p:tavLst>
                                    </p:anim>
                                    <p:animEffect transition="in" filter="fade">
                                      <p:cBhvr>
                                        <p:cTn id="373" dur="5392"/>
                                        <p:tgtEl>
                                          <p:spTgt spid="415"/>
                                        </p:tgtEl>
                                      </p:cBhvr>
                                    </p:animEffect>
                                    <p:anim calcmode="lin" valueType="num">
                                      <p:cBhvr>
                                        <p:cTn id="374" dur="5392" fill="hold"/>
                                        <p:tgtEl>
                                          <p:spTgt spid="415"/>
                                        </p:tgtEl>
                                        <p:attrNameLst>
                                          <p:attrName>ppt_x</p:attrName>
                                        </p:attrNameLst>
                                      </p:cBhvr>
                                      <p:tavLst>
                                        <p:tav tm="0">
                                          <p:val>
                                            <p:fltVal val="0.5"/>
                                          </p:val>
                                        </p:tav>
                                        <p:tav tm="100000">
                                          <p:val>
                                            <p:strVal val="#ppt_x"/>
                                          </p:val>
                                        </p:tav>
                                      </p:tavLst>
                                    </p:anim>
                                    <p:anim calcmode="lin" valueType="num">
                                      <p:cBhvr>
                                        <p:cTn id="375" dur="5392" fill="hold"/>
                                        <p:tgtEl>
                                          <p:spTgt spid="415"/>
                                        </p:tgtEl>
                                        <p:attrNameLst>
                                          <p:attrName>ppt_y</p:attrName>
                                        </p:attrNameLst>
                                      </p:cBhvr>
                                      <p:tavLst>
                                        <p:tav tm="0">
                                          <p:val>
                                            <p:fltVal val="0.5"/>
                                          </p:val>
                                        </p:tav>
                                        <p:tav tm="100000">
                                          <p:val>
                                            <p:strVal val="#ppt_y"/>
                                          </p:val>
                                        </p:tav>
                                      </p:tavLst>
                                    </p:anim>
                                  </p:childTnLst>
                                </p:cTn>
                              </p:par>
                              <p:par>
                                <p:cTn id="376" presetID="53" presetClass="entr" presetSubtype="528" repeatCount="indefinite" fill="hold" grpId="0" nodeType="withEffect">
                                  <p:stCondLst>
                                    <p:cond delay="820"/>
                                  </p:stCondLst>
                                  <p:childTnLst>
                                    <p:set>
                                      <p:cBhvr>
                                        <p:cTn id="377" dur="1" fill="hold">
                                          <p:stCondLst>
                                            <p:cond delay="0"/>
                                          </p:stCondLst>
                                        </p:cTn>
                                        <p:tgtEl>
                                          <p:spTgt spid="416"/>
                                        </p:tgtEl>
                                        <p:attrNameLst>
                                          <p:attrName>style.visibility</p:attrName>
                                        </p:attrNameLst>
                                      </p:cBhvr>
                                      <p:to>
                                        <p:strVal val="visible"/>
                                      </p:to>
                                    </p:set>
                                    <p:anim calcmode="lin" valueType="num">
                                      <p:cBhvr>
                                        <p:cTn id="378" dur="5326" fill="hold"/>
                                        <p:tgtEl>
                                          <p:spTgt spid="416"/>
                                        </p:tgtEl>
                                        <p:attrNameLst>
                                          <p:attrName>ppt_w</p:attrName>
                                        </p:attrNameLst>
                                      </p:cBhvr>
                                      <p:tavLst>
                                        <p:tav tm="0">
                                          <p:val>
                                            <p:fltVal val="0"/>
                                          </p:val>
                                        </p:tav>
                                        <p:tav tm="100000">
                                          <p:val>
                                            <p:strVal val="#ppt_w"/>
                                          </p:val>
                                        </p:tav>
                                      </p:tavLst>
                                    </p:anim>
                                    <p:anim calcmode="lin" valueType="num">
                                      <p:cBhvr>
                                        <p:cTn id="379" dur="5326" fill="hold"/>
                                        <p:tgtEl>
                                          <p:spTgt spid="416"/>
                                        </p:tgtEl>
                                        <p:attrNameLst>
                                          <p:attrName>ppt_h</p:attrName>
                                        </p:attrNameLst>
                                      </p:cBhvr>
                                      <p:tavLst>
                                        <p:tav tm="0">
                                          <p:val>
                                            <p:fltVal val="0"/>
                                          </p:val>
                                        </p:tav>
                                        <p:tav tm="100000">
                                          <p:val>
                                            <p:strVal val="#ppt_h"/>
                                          </p:val>
                                        </p:tav>
                                      </p:tavLst>
                                    </p:anim>
                                    <p:animEffect transition="in" filter="fade">
                                      <p:cBhvr>
                                        <p:cTn id="380" dur="5326"/>
                                        <p:tgtEl>
                                          <p:spTgt spid="416"/>
                                        </p:tgtEl>
                                      </p:cBhvr>
                                    </p:animEffect>
                                    <p:anim calcmode="lin" valueType="num">
                                      <p:cBhvr>
                                        <p:cTn id="381" dur="5326" fill="hold"/>
                                        <p:tgtEl>
                                          <p:spTgt spid="416"/>
                                        </p:tgtEl>
                                        <p:attrNameLst>
                                          <p:attrName>ppt_x</p:attrName>
                                        </p:attrNameLst>
                                      </p:cBhvr>
                                      <p:tavLst>
                                        <p:tav tm="0">
                                          <p:val>
                                            <p:fltVal val="0.5"/>
                                          </p:val>
                                        </p:tav>
                                        <p:tav tm="100000">
                                          <p:val>
                                            <p:strVal val="#ppt_x"/>
                                          </p:val>
                                        </p:tav>
                                      </p:tavLst>
                                    </p:anim>
                                    <p:anim calcmode="lin" valueType="num">
                                      <p:cBhvr>
                                        <p:cTn id="382" dur="5326" fill="hold"/>
                                        <p:tgtEl>
                                          <p:spTgt spid="416"/>
                                        </p:tgtEl>
                                        <p:attrNameLst>
                                          <p:attrName>ppt_y</p:attrName>
                                        </p:attrNameLst>
                                      </p:cBhvr>
                                      <p:tavLst>
                                        <p:tav tm="0">
                                          <p:val>
                                            <p:fltVal val="0.5"/>
                                          </p:val>
                                        </p:tav>
                                        <p:tav tm="100000">
                                          <p:val>
                                            <p:strVal val="#ppt_y"/>
                                          </p:val>
                                        </p:tav>
                                      </p:tavLst>
                                    </p:anim>
                                  </p:childTnLst>
                                </p:cTn>
                              </p:par>
                              <p:par>
                                <p:cTn id="383" presetID="53" presetClass="entr" presetSubtype="528" repeatCount="indefinite" fill="hold" grpId="0" nodeType="withEffect">
                                  <p:stCondLst>
                                    <p:cond delay="1436"/>
                                  </p:stCondLst>
                                  <p:childTnLst>
                                    <p:set>
                                      <p:cBhvr>
                                        <p:cTn id="384" dur="1" fill="hold">
                                          <p:stCondLst>
                                            <p:cond delay="0"/>
                                          </p:stCondLst>
                                        </p:cTn>
                                        <p:tgtEl>
                                          <p:spTgt spid="417"/>
                                        </p:tgtEl>
                                        <p:attrNameLst>
                                          <p:attrName>style.visibility</p:attrName>
                                        </p:attrNameLst>
                                      </p:cBhvr>
                                      <p:to>
                                        <p:strVal val="visible"/>
                                      </p:to>
                                    </p:set>
                                    <p:anim calcmode="lin" valueType="num">
                                      <p:cBhvr>
                                        <p:cTn id="385" dur="5561" fill="hold"/>
                                        <p:tgtEl>
                                          <p:spTgt spid="417"/>
                                        </p:tgtEl>
                                        <p:attrNameLst>
                                          <p:attrName>ppt_w</p:attrName>
                                        </p:attrNameLst>
                                      </p:cBhvr>
                                      <p:tavLst>
                                        <p:tav tm="0">
                                          <p:val>
                                            <p:fltVal val="0"/>
                                          </p:val>
                                        </p:tav>
                                        <p:tav tm="100000">
                                          <p:val>
                                            <p:strVal val="#ppt_w"/>
                                          </p:val>
                                        </p:tav>
                                      </p:tavLst>
                                    </p:anim>
                                    <p:anim calcmode="lin" valueType="num">
                                      <p:cBhvr>
                                        <p:cTn id="386" dur="5561" fill="hold"/>
                                        <p:tgtEl>
                                          <p:spTgt spid="417"/>
                                        </p:tgtEl>
                                        <p:attrNameLst>
                                          <p:attrName>ppt_h</p:attrName>
                                        </p:attrNameLst>
                                      </p:cBhvr>
                                      <p:tavLst>
                                        <p:tav tm="0">
                                          <p:val>
                                            <p:fltVal val="0"/>
                                          </p:val>
                                        </p:tav>
                                        <p:tav tm="100000">
                                          <p:val>
                                            <p:strVal val="#ppt_h"/>
                                          </p:val>
                                        </p:tav>
                                      </p:tavLst>
                                    </p:anim>
                                    <p:animEffect transition="in" filter="fade">
                                      <p:cBhvr>
                                        <p:cTn id="387" dur="5561"/>
                                        <p:tgtEl>
                                          <p:spTgt spid="417"/>
                                        </p:tgtEl>
                                      </p:cBhvr>
                                    </p:animEffect>
                                    <p:anim calcmode="lin" valueType="num">
                                      <p:cBhvr>
                                        <p:cTn id="388" dur="5561" fill="hold"/>
                                        <p:tgtEl>
                                          <p:spTgt spid="417"/>
                                        </p:tgtEl>
                                        <p:attrNameLst>
                                          <p:attrName>ppt_x</p:attrName>
                                        </p:attrNameLst>
                                      </p:cBhvr>
                                      <p:tavLst>
                                        <p:tav tm="0">
                                          <p:val>
                                            <p:fltVal val="0.5"/>
                                          </p:val>
                                        </p:tav>
                                        <p:tav tm="100000">
                                          <p:val>
                                            <p:strVal val="#ppt_x"/>
                                          </p:val>
                                        </p:tav>
                                      </p:tavLst>
                                    </p:anim>
                                    <p:anim calcmode="lin" valueType="num">
                                      <p:cBhvr>
                                        <p:cTn id="389" dur="5561" fill="hold"/>
                                        <p:tgtEl>
                                          <p:spTgt spid="417"/>
                                        </p:tgtEl>
                                        <p:attrNameLst>
                                          <p:attrName>ppt_y</p:attrName>
                                        </p:attrNameLst>
                                      </p:cBhvr>
                                      <p:tavLst>
                                        <p:tav tm="0">
                                          <p:val>
                                            <p:fltVal val="0.5"/>
                                          </p:val>
                                        </p:tav>
                                        <p:tav tm="100000">
                                          <p:val>
                                            <p:strVal val="#ppt_y"/>
                                          </p:val>
                                        </p:tav>
                                      </p:tavLst>
                                    </p:anim>
                                  </p:childTnLst>
                                </p:cTn>
                              </p:par>
                              <p:par>
                                <p:cTn id="390" presetID="53" presetClass="entr" presetSubtype="528" repeatCount="indefinite" fill="hold" grpId="0" nodeType="withEffect">
                                  <p:stCondLst>
                                    <p:cond delay="1228"/>
                                  </p:stCondLst>
                                  <p:childTnLst>
                                    <p:set>
                                      <p:cBhvr>
                                        <p:cTn id="391" dur="1" fill="hold">
                                          <p:stCondLst>
                                            <p:cond delay="0"/>
                                          </p:stCondLst>
                                        </p:cTn>
                                        <p:tgtEl>
                                          <p:spTgt spid="418"/>
                                        </p:tgtEl>
                                        <p:attrNameLst>
                                          <p:attrName>style.visibility</p:attrName>
                                        </p:attrNameLst>
                                      </p:cBhvr>
                                      <p:to>
                                        <p:strVal val="visible"/>
                                      </p:to>
                                    </p:set>
                                    <p:anim calcmode="lin" valueType="num">
                                      <p:cBhvr>
                                        <p:cTn id="392" dur="6911" fill="hold"/>
                                        <p:tgtEl>
                                          <p:spTgt spid="418"/>
                                        </p:tgtEl>
                                        <p:attrNameLst>
                                          <p:attrName>ppt_w</p:attrName>
                                        </p:attrNameLst>
                                      </p:cBhvr>
                                      <p:tavLst>
                                        <p:tav tm="0">
                                          <p:val>
                                            <p:fltVal val="0"/>
                                          </p:val>
                                        </p:tav>
                                        <p:tav tm="100000">
                                          <p:val>
                                            <p:strVal val="#ppt_w"/>
                                          </p:val>
                                        </p:tav>
                                      </p:tavLst>
                                    </p:anim>
                                    <p:anim calcmode="lin" valueType="num">
                                      <p:cBhvr>
                                        <p:cTn id="393" dur="6911" fill="hold"/>
                                        <p:tgtEl>
                                          <p:spTgt spid="418"/>
                                        </p:tgtEl>
                                        <p:attrNameLst>
                                          <p:attrName>ppt_h</p:attrName>
                                        </p:attrNameLst>
                                      </p:cBhvr>
                                      <p:tavLst>
                                        <p:tav tm="0">
                                          <p:val>
                                            <p:fltVal val="0"/>
                                          </p:val>
                                        </p:tav>
                                        <p:tav tm="100000">
                                          <p:val>
                                            <p:strVal val="#ppt_h"/>
                                          </p:val>
                                        </p:tav>
                                      </p:tavLst>
                                    </p:anim>
                                    <p:animEffect transition="in" filter="fade">
                                      <p:cBhvr>
                                        <p:cTn id="394" dur="6911"/>
                                        <p:tgtEl>
                                          <p:spTgt spid="418"/>
                                        </p:tgtEl>
                                      </p:cBhvr>
                                    </p:animEffect>
                                    <p:anim calcmode="lin" valueType="num">
                                      <p:cBhvr>
                                        <p:cTn id="395" dur="6911" fill="hold"/>
                                        <p:tgtEl>
                                          <p:spTgt spid="418"/>
                                        </p:tgtEl>
                                        <p:attrNameLst>
                                          <p:attrName>ppt_x</p:attrName>
                                        </p:attrNameLst>
                                      </p:cBhvr>
                                      <p:tavLst>
                                        <p:tav tm="0">
                                          <p:val>
                                            <p:fltVal val="0.5"/>
                                          </p:val>
                                        </p:tav>
                                        <p:tav tm="100000">
                                          <p:val>
                                            <p:strVal val="#ppt_x"/>
                                          </p:val>
                                        </p:tav>
                                      </p:tavLst>
                                    </p:anim>
                                    <p:anim calcmode="lin" valueType="num">
                                      <p:cBhvr>
                                        <p:cTn id="396" dur="6911" fill="hold"/>
                                        <p:tgtEl>
                                          <p:spTgt spid="418"/>
                                        </p:tgtEl>
                                        <p:attrNameLst>
                                          <p:attrName>ppt_y</p:attrName>
                                        </p:attrNameLst>
                                      </p:cBhvr>
                                      <p:tavLst>
                                        <p:tav tm="0">
                                          <p:val>
                                            <p:fltVal val="0.5"/>
                                          </p:val>
                                        </p:tav>
                                        <p:tav tm="100000">
                                          <p:val>
                                            <p:strVal val="#ppt_y"/>
                                          </p:val>
                                        </p:tav>
                                      </p:tavLst>
                                    </p:anim>
                                  </p:childTnLst>
                                </p:cTn>
                              </p:par>
                              <p:par>
                                <p:cTn id="397" presetID="53" presetClass="entr" presetSubtype="528" repeatCount="indefinite" fill="hold" grpId="0" nodeType="withEffect">
                                  <p:stCondLst>
                                    <p:cond delay="904"/>
                                  </p:stCondLst>
                                  <p:childTnLst>
                                    <p:set>
                                      <p:cBhvr>
                                        <p:cTn id="398" dur="1" fill="hold">
                                          <p:stCondLst>
                                            <p:cond delay="0"/>
                                          </p:stCondLst>
                                        </p:cTn>
                                        <p:tgtEl>
                                          <p:spTgt spid="423"/>
                                        </p:tgtEl>
                                        <p:attrNameLst>
                                          <p:attrName>style.visibility</p:attrName>
                                        </p:attrNameLst>
                                      </p:cBhvr>
                                      <p:to>
                                        <p:strVal val="visible"/>
                                      </p:to>
                                    </p:set>
                                    <p:anim calcmode="lin" valueType="num">
                                      <p:cBhvr>
                                        <p:cTn id="399" dur="5869" fill="hold"/>
                                        <p:tgtEl>
                                          <p:spTgt spid="423"/>
                                        </p:tgtEl>
                                        <p:attrNameLst>
                                          <p:attrName>ppt_w</p:attrName>
                                        </p:attrNameLst>
                                      </p:cBhvr>
                                      <p:tavLst>
                                        <p:tav tm="0">
                                          <p:val>
                                            <p:fltVal val="0"/>
                                          </p:val>
                                        </p:tav>
                                        <p:tav tm="100000">
                                          <p:val>
                                            <p:strVal val="#ppt_w"/>
                                          </p:val>
                                        </p:tav>
                                      </p:tavLst>
                                    </p:anim>
                                    <p:anim calcmode="lin" valueType="num">
                                      <p:cBhvr>
                                        <p:cTn id="400" dur="5869" fill="hold"/>
                                        <p:tgtEl>
                                          <p:spTgt spid="423"/>
                                        </p:tgtEl>
                                        <p:attrNameLst>
                                          <p:attrName>ppt_h</p:attrName>
                                        </p:attrNameLst>
                                      </p:cBhvr>
                                      <p:tavLst>
                                        <p:tav tm="0">
                                          <p:val>
                                            <p:fltVal val="0"/>
                                          </p:val>
                                        </p:tav>
                                        <p:tav tm="100000">
                                          <p:val>
                                            <p:strVal val="#ppt_h"/>
                                          </p:val>
                                        </p:tav>
                                      </p:tavLst>
                                    </p:anim>
                                    <p:animEffect transition="in" filter="fade">
                                      <p:cBhvr>
                                        <p:cTn id="401" dur="5869"/>
                                        <p:tgtEl>
                                          <p:spTgt spid="423"/>
                                        </p:tgtEl>
                                      </p:cBhvr>
                                    </p:animEffect>
                                    <p:anim calcmode="lin" valueType="num">
                                      <p:cBhvr>
                                        <p:cTn id="402" dur="5869" fill="hold"/>
                                        <p:tgtEl>
                                          <p:spTgt spid="423"/>
                                        </p:tgtEl>
                                        <p:attrNameLst>
                                          <p:attrName>ppt_x</p:attrName>
                                        </p:attrNameLst>
                                      </p:cBhvr>
                                      <p:tavLst>
                                        <p:tav tm="0">
                                          <p:val>
                                            <p:fltVal val="0.5"/>
                                          </p:val>
                                        </p:tav>
                                        <p:tav tm="100000">
                                          <p:val>
                                            <p:strVal val="#ppt_x"/>
                                          </p:val>
                                        </p:tav>
                                      </p:tavLst>
                                    </p:anim>
                                    <p:anim calcmode="lin" valueType="num">
                                      <p:cBhvr>
                                        <p:cTn id="403" dur="5869" fill="hold"/>
                                        <p:tgtEl>
                                          <p:spTgt spid="423"/>
                                        </p:tgtEl>
                                        <p:attrNameLst>
                                          <p:attrName>ppt_y</p:attrName>
                                        </p:attrNameLst>
                                      </p:cBhvr>
                                      <p:tavLst>
                                        <p:tav tm="0">
                                          <p:val>
                                            <p:fltVal val="0.5"/>
                                          </p:val>
                                        </p:tav>
                                        <p:tav tm="100000">
                                          <p:val>
                                            <p:strVal val="#ppt_y"/>
                                          </p:val>
                                        </p:tav>
                                      </p:tavLst>
                                    </p:anim>
                                  </p:childTnLst>
                                </p:cTn>
                              </p:par>
                              <p:par>
                                <p:cTn id="404" presetID="53" presetClass="entr" presetSubtype="528" repeatCount="indefinite" fill="hold" grpId="0" nodeType="withEffect">
                                  <p:stCondLst>
                                    <p:cond delay="603"/>
                                  </p:stCondLst>
                                  <p:childTnLst>
                                    <p:set>
                                      <p:cBhvr>
                                        <p:cTn id="405" dur="1" fill="hold">
                                          <p:stCondLst>
                                            <p:cond delay="0"/>
                                          </p:stCondLst>
                                        </p:cTn>
                                        <p:tgtEl>
                                          <p:spTgt spid="426"/>
                                        </p:tgtEl>
                                        <p:attrNameLst>
                                          <p:attrName>style.visibility</p:attrName>
                                        </p:attrNameLst>
                                      </p:cBhvr>
                                      <p:to>
                                        <p:strVal val="visible"/>
                                      </p:to>
                                    </p:set>
                                    <p:anim calcmode="lin" valueType="num">
                                      <p:cBhvr>
                                        <p:cTn id="406" dur="6813" fill="hold"/>
                                        <p:tgtEl>
                                          <p:spTgt spid="426"/>
                                        </p:tgtEl>
                                        <p:attrNameLst>
                                          <p:attrName>ppt_w</p:attrName>
                                        </p:attrNameLst>
                                      </p:cBhvr>
                                      <p:tavLst>
                                        <p:tav tm="0">
                                          <p:val>
                                            <p:fltVal val="0"/>
                                          </p:val>
                                        </p:tav>
                                        <p:tav tm="100000">
                                          <p:val>
                                            <p:strVal val="#ppt_w"/>
                                          </p:val>
                                        </p:tav>
                                      </p:tavLst>
                                    </p:anim>
                                    <p:anim calcmode="lin" valueType="num">
                                      <p:cBhvr>
                                        <p:cTn id="407" dur="6813" fill="hold"/>
                                        <p:tgtEl>
                                          <p:spTgt spid="426"/>
                                        </p:tgtEl>
                                        <p:attrNameLst>
                                          <p:attrName>ppt_h</p:attrName>
                                        </p:attrNameLst>
                                      </p:cBhvr>
                                      <p:tavLst>
                                        <p:tav tm="0">
                                          <p:val>
                                            <p:fltVal val="0"/>
                                          </p:val>
                                        </p:tav>
                                        <p:tav tm="100000">
                                          <p:val>
                                            <p:strVal val="#ppt_h"/>
                                          </p:val>
                                        </p:tav>
                                      </p:tavLst>
                                    </p:anim>
                                    <p:animEffect transition="in" filter="fade">
                                      <p:cBhvr>
                                        <p:cTn id="408" dur="6813"/>
                                        <p:tgtEl>
                                          <p:spTgt spid="426"/>
                                        </p:tgtEl>
                                      </p:cBhvr>
                                    </p:animEffect>
                                    <p:anim calcmode="lin" valueType="num">
                                      <p:cBhvr>
                                        <p:cTn id="409" dur="6813" fill="hold"/>
                                        <p:tgtEl>
                                          <p:spTgt spid="426"/>
                                        </p:tgtEl>
                                        <p:attrNameLst>
                                          <p:attrName>ppt_x</p:attrName>
                                        </p:attrNameLst>
                                      </p:cBhvr>
                                      <p:tavLst>
                                        <p:tav tm="0">
                                          <p:val>
                                            <p:fltVal val="0.5"/>
                                          </p:val>
                                        </p:tav>
                                        <p:tav tm="100000">
                                          <p:val>
                                            <p:strVal val="#ppt_x"/>
                                          </p:val>
                                        </p:tav>
                                      </p:tavLst>
                                    </p:anim>
                                    <p:anim calcmode="lin" valueType="num">
                                      <p:cBhvr>
                                        <p:cTn id="410" dur="6813" fill="hold"/>
                                        <p:tgtEl>
                                          <p:spTgt spid="426"/>
                                        </p:tgtEl>
                                        <p:attrNameLst>
                                          <p:attrName>ppt_y</p:attrName>
                                        </p:attrNameLst>
                                      </p:cBhvr>
                                      <p:tavLst>
                                        <p:tav tm="0">
                                          <p:val>
                                            <p:fltVal val="0.5"/>
                                          </p:val>
                                        </p:tav>
                                        <p:tav tm="100000">
                                          <p:val>
                                            <p:strVal val="#ppt_y"/>
                                          </p:val>
                                        </p:tav>
                                      </p:tavLst>
                                    </p:anim>
                                  </p:childTnLst>
                                </p:cTn>
                              </p:par>
                              <p:par>
                                <p:cTn id="411" presetID="53" presetClass="entr" presetSubtype="528" repeatCount="indefinite" fill="hold" grpId="0" nodeType="withEffect">
                                  <p:stCondLst>
                                    <p:cond delay="857"/>
                                  </p:stCondLst>
                                  <p:childTnLst>
                                    <p:set>
                                      <p:cBhvr>
                                        <p:cTn id="412" dur="1" fill="hold">
                                          <p:stCondLst>
                                            <p:cond delay="0"/>
                                          </p:stCondLst>
                                        </p:cTn>
                                        <p:tgtEl>
                                          <p:spTgt spid="427"/>
                                        </p:tgtEl>
                                        <p:attrNameLst>
                                          <p:attrName>style.visibility</p:attrName>
                                        </p:attrNameLst>
                                      </p:cBhvr>
                                      <p:to>
                                        <p:strVal val="visible"/>
                                      </p:to>
                                    </p:set>
                                    <p:anim calcmode="lin" valueType="num">
                                      <p:cBhvr>
                                        <p:cTn id="413" dur="5399" fill="hold"/>
                                        <p:tgtEl>
                                          <p:spTgt spid="427"/>
                                        </p:tgtEl>
                                        <p:attrNameLst>
                                          <p:attrName>ppt_w</p:attrName>
                                        </p:attrNameLst>
                                      </p:cBhvr>
                                      <p:tavLst>
                                        <p:tav tm="0">
                                          <p:val>
                                            <p:fltVal val="0"/>
                                          </p:val>
                                        </p:tav>
                                        <p:tav tm="100000">
                                          <p:val>
                                            <p:strVal val="#ppt_w"/>
                                          </p:val>
                                        </p:tav>
                                      </p:tavLst>
                                    </p:anim>
                                    <p:anim calcmode="lin" valueType="num">
                                      <p:cBhvr>
                                        <p:cTn id="414" dur="5399" fill="hold"/>
                                        <p:tgtEl>
                                          <p:spTgt spid="427"/>
                                        </p:tgtEl>
                                        <p:attrNameLst>
                                          <p:attrName>ppt_h</p:attrName>
                                        </p:attrNameLst>
                                      </p:cBhvr>
                                      <p:tavLst>
                                        <p:tav tm="0">
                                          <p:val>
                                            <p:fltVal val="0"/>
                                          </p:val>
                                        </p:tav>
                                        <p:tav tm="100000">
                                          <p:val>
                                            <p:strVal val="#ppt_h"/>
                                          </p:val>
                                        </p:tav>
                                      </p:tavLst>
                                    </p:anim>
                                    <p:animEffect transition="in" filter="fade">
                                      <p:cBhvr>
                                        <p:cTn id="415" dur="5399"/>
                                        <p:tgtEl>
                                          <p:spTgt spid="427"/>
                                        </p:tgtEl>
                                      </p:cBhvr>
                                    </p:animEffect>
                                    <p:anim calcmode="lin" valueType="num">
                                      <p:cBhvr>
                                        <p:cTn id="416" dur="5399" fill="hold"/>
                                        <p:tgtEl>
                                          <p:spTgt spid="427"/>
                                        </p:tgtEl>
                                        <p:attrNameLst>
                                          <p:attrName>ppt_x</p:attrName>
                                        </p:attrNameLst>
                                      </p:cBhvr>
                                      <p:tavLst>
                                        <p:tav tm="0">
                                          <p:val>
                                            <p:fltVal val="0.5"/>
                                          </p:val>
                                        </p:tav>
                                        <p:tav tm="100000">
                                          <p:val>
                                            <p:strVal val="#ppt_x"/>
                                          </p:val>
                                        </p:tav>
                                      </p:tavLst>
                                    </p:anim>
                                    <p:anim calcmode="lin" valueType="num">
                                      <p:cBhvr>
                                        <p:cTn id="417" dur="5399" fill="hold"/>
                                        <p:tgtEl>
                                          <p:spTgt spid="427"/>
                                        </p:tgtEl>
                                        <p:attrNameLst>
                                          <p:attrName>ppt_y</p:attrName>
                                        </p:attrNameLst>
                                      </p:cBhvr>
                                      <p:tavLst>
                                        <p:tav tm="0">
                                          <p:val>
                                            <p:fltVal val="0.5"/>
                                          </p:val>
                                        </p:tav>
                                        <p:tav tm="100000">
                                          <p:val>
                                            <p:strVal val="#ppt_y"/>
                                          </p:val>
                                        </p:tav>
                                      </p:tavLst>
                                    </p:anim>
                                  </p:childTnLst>
                                </p:cTn>
                              </p:par>
                              <p:par>
                                <p:cTn id="418" presetID="53" presetClass="entr" presetSubtype="528" repeatCount="indefinite" fill="hold" grpId="0" nodeType="withEffect">
                                  <p:stCondLst>
                                    <p:cond delay="1332"/>
                                  </p:stCondLst>
                                  <p:childTnLst>
                                    <p:set>
                                      <p:cBhvr>
                                        <p:cTn id="419" dur="1" fill="hold">
                                          <p:stCondLst>
                                            <p:cond delay="0"/>
                                          </p:stCondLst>
                                        </p:cTn>
                                        <p:tgtEl>
                                          <p:spTgt spid="428"/>
                                        </p:tgtEl>
                                        <p:attrNameLst>
                                          <p:attrName>style.visibility</p:attrName>
                                        </p:attrNameLst>
                                      </p:cBhvr>
                                      <p:to>
                                        <p:strVal val="visible"/>
                                      </p:to>
                                    </p:set>
                                    <p:anim calcmode="lin" valueType="num">
                                      <p:cBhvr>
                                        <p:cTn id="420" dur="6980" fill="hold"/>
                                        <p:tgtEl>
                                          <p:spTgt spid="428"/>
                                        </p:tgtEl>
                                        <p:attrNameLst>
                                          <p:attrName>ppt_w</p:attrName>
                                        </p:attrNameLst>
                                      </p:cBhvr>
                                      <p:tavLst>
                                        <p:tav tm="0">
                                          <p:val>
                                            <p:fltVal val="0"/>
                                          </p:val>
                                        </p:tav>
                                        <p:tav tm="100000">
                                          <p:val>
                                            <p:strVal val="#ppt_w"/>
                                          </p:val>
                                        </p:tav>
                                      </p:tavLst>
                                    </p:anim>
                                    <p:anim calcmode="lin" valueType="num">
                                      <p:cBhvr>
                                        <p:cTn id="421" dur="6980" fill="hold"/>
                                        <p:tgtEl>
                                          <p:spTgt spid="428"/>
                                        </p:tgtEl>
                                        <p:attrNameLst>
                                          <p:attrName>ppt_h</p:attrName>
                                        </p:attrNameLst>
                                      </p:cBhvr>
                                      <p:tavLst>
                                        <p:tav tm="0">
                                          <p:val>
                                            <p:fltVal val="0"/>
                                          </p:val>
                                        </p:tav>
                                        <p:tav tm="100000">
                                          <p:val>
                                            <p:strVal val="#ppt_h"/>
                                          </p:val>
                                        </p:tav>
                                      </p:tavLst>
                                    </p:anim>
                                    <p:animEffect transition="in" filter="fade">
                                      <p:cBhvr>
                                        <p:cTn id="422" dur="6980"/>
                                        <p:tgtEl>
                                          <p:spTgt spid="428"/>
                                        </p:tgtEl>
                                      </p:cBhvr>
                                    </p:animEffect>
                                    <p:anim calcmode="lin" valueType="num">
                                      <p:cBhvr>
                                        <p:cTn id="423" dur="6980" fill="hold"/>
                                        <p:tgtEl>
                                          <p:spTgt spid="428"/>
                                        </p:tgtEl>
                                        <p:attrNameLst>
                                          <p:attrName>ppt_x</p:attrName>
                                        </p:attrNameLst>
                                      </p:cBhvr>
                                      <p:tavLst>
                                        <p:tav tm="0">
                                          <p:val>
                                            <p:fltVal val="0.5"/>
                                          </p:val>
                                        </p:tav>
                                        <p:tav tm="100000">
                                          <p:val>
                                            <p:strVal val="#ppt_x"/>
                                          </p:val>
                                        </p:tav>
                                      </p:tavLst>
                                    </p:anim>
                                    <p:anim calcmode="lin" valueType="num">
                                      <p:cBhvr>
                                        <p:cTn id="424" dur="6980" fill="hold"/>
                                        <p:tgtEl>
                                          <p:spTgt spid="428"/>
                                        </p:tgtEl>
                                        <p:attrNameLst>
                                          <p:attrName>ppt_y</p:attrName>
                                        </p:attrNameLst>
                                      </p:cBhvr>
                                      <p:tavLst>
                                        <p:tav tm="0">
                                          <p:val>
                                            <p:fltVal val="0.5"/>
                                          </p:val>
                                        </p:tav>
                                        <p:tav tm="100000">
                                          <p:val>
                                            <p:strVal val="#ppt_y"/>
                                          </p:val>
                                        </p:tav>
                                      </p:tavLst>
                                    </p:anim>
                                  </p:childTnLst>
                                </p:cTn>
                              </p:par>
                              <p:par>
                                <p:cTn id="425" presetID="53" presetClass="entr" presetSubtype="528" repeatCount="indefinite" fill="hold" grpId="0" nodeType="withEffect">
                                  <p:stCondLst>
                                    <p:cond delay="1850"/>
                                  </p:stCondLst>
                                  <p:childTnLst>
                                    <p:set>
                                      <p:cBhvr>
                                        <p:cTn id="426" dur="1" fill="hold">
                                          <p:stCondLst>
                                            <p:cond delay="0"/>
                                          </p:stCondLst>
                                        </p:cTn>
                                        <p:tgtEl>
                                          <p:spTgt spid="429"/>
                                        </p:tgtEl>
                                        <p:attrNameLst>
                                          <p:attrName>style.visibility</p:attrName>
                                        </p:attrNameLst>
                                      </p:cBhvr>
                                      <p:to>
                                        <p:strVal val="visible"/>
                                      </p:to>
                                    </p:set>
                                    <p:anim calcmode="lin" valueType="num">
                                      <p:cBhvr>
                                        <p:cTn id="427" dur="5960" fill="hold"/>
                                        <p:tgtEl>
                                          <p:spTgt spid="429"/>
                                        </p:tgtEl>
                                        <p:attrNameLst>
                                          <p:attrName>ppt_w</p:attrName>
                                        </p:attrNameLst>
                                      </p:cBhvr>
                                      <p:tavLst>
                                        <p:tav tm="0">
                                          <p:val>
                                            <p:fltVal val="0"/>
                                          </p:val>
                                        </p:tav>
                                        <p:tav tm="100000">
                                          <p:val>
                                            <p:strVal val="#ppt_w"/>
                                          </p:val>
                                        </p:tav>
                                      </p:tavLst>
                                    </p:anim>
                                    <p:anim calcmode="lin" valueType="num">
                                      <p:cBhvr>
                                        <p:cTn id="428" dur="5960" fill="hold"/>
                                        <p:tgtEl>
                                          <p:spTgt spid="429"/>
                                        </p:tgtEl>
                                        <p:attrNameLst>
                                          <p:attrName>ppt_h</p:attrName>
                                        </p:attrNameLst>
                                      </p:cBhvr>
                                      <p:tavLst>
                                        <p:tav tm="0">
                                          <p:val>
                                            <p:fltVal val="0"/>
                                          </p:val>
                                        </p:tav>
                                        <p:tav tm="100000">
                                          <p:val>
                                            <p:strVal val="#ppt_h"/>
                                          </p:val>
                                        </p:tav>
                                      </p:tavLst>
                                    </p:anim>
                                    <p:animEffect transition="in" filter="fade">
                                      <p:cBhvr>
                                        <p:cTn id="429" dur="5960"/>
                                        <p:tgtEl>
                                          <p:spTgt spid="429"/>
                                        </p:tgtEl>
                                      </p:cBhvr>
                                    </p:animEffect>
                                    <p:anim calcmode="lin" valueType="num">
                                      <p:cBhvr>
                                        <p:cTn id="430" dur="5960" fill="hold"/>
                                        <p:tgtEl>
                                          <p:spTgt spid="429"/>
                                        </p:tgtEl>
                                        <p:attrNameLst>
                                          <p:attrName>ppt_x</p:attrName>
                                        </p:attrNameLst>
                                      </p:cBhvr>
                                      <p:tavLst>
                                        <p:tav tm="0">
                                          <p:val>
                                            <p:fltVal val="0.5"/>
                                          </p:val>
                                        </p:tav>
                                        <p:tav tm="100000">
                                          <p:val>
                                            <p:strVal val="#ppt_x"/>
                                          </p:val>
                                        </p:tav>
                                      </p:tavLst>
                                    </p:anim>
                                    <p:anim calcmode="lin" valueType="num">
                                      <p:cBhvr>
                                        <p:cTn id="431" dur="5960" fill="hold"/>
                                        <p:tgtEl>
                                          <p:spTgt spid="429"/>
                                        </p:tgtEl>
                                        <p:attrNameLst>
                                          <p:attrName>ppt_y</p:attrName>
                                        </p:attrNameLst>
                                      </p:cBhvr>
                                      <p:tavLst>
                                        <p:tav tm="0">
                                          <p:val>
                                            <p:fltVal val="0.5"/>
                                          </p:val>
                                        </p:tav>
                                        <p:tav tm="100000">
                                          <p:val>
                                            <p:strVal val="#ppt_y"/>
                                          </p:val>
                                        </p:tav>
                                      </p:tavLst>
                                    </p:anim>
                                  </p:childTnLst>
                                </p:cTn>
                              </p:par>
                              <p:par>
                                <p:cTn id="432" presetID="53" presetClass="entr" presetSubtype="528" repeatCount="indefinite" fill="hold" grpId="0" nodeType="withEffect">
                                  <p:stCondLst>
                                    <p:cond delay="464"/>
                                  </p:stCondLst>
                                  <p:childTnLst>
                                    <p:set>
                                      <p:cBhvr>
                                        <p:cTn id="433" dur="1" fill="hold">
                                          <p:stCondLst>
                                            <p:cond delay="0"/>
                                          </p:stCondLst>
                                        </p:cTn>
                                        <p:tgtEl>
                                          <p:spTgt spid="430"/>
                                        </p:tgtEl>
                                        <p:attrNameLst>
                                          <p:attrName>style.visibility</p:attrName>
                                        </p:attrNameLst>
                                      </p:cBhvr>
                                      <p:to>
                                        <p:strVal val="visible"/>
                                      </p:to>
                                    </p:set>
                                    <p:anim calcmode="lin" valueType="num">
                                      <p:cBhvr>
                                        <p:cTn id="434" dur="6406" fill="hold"/>
                                        <p:tgtEl>
                                          <p:spTgt spid="430"/>
                                        </p:tgtEl>
                                        <p:attrNameLst>
                                          <p:attrName>ppt_w</p:attrName>
                                        </p:attrNameLst>
                                      </p:cBhvr>
                                      <p:tavLst>
                                        <p:tav tm="0">
                                          <p:val>
                                            <p:fltVal val="0"/>
                                          </p:val>
                                        </p:tav>
                                        <p:tav tm="100000">
                                          <p:val>
                                            <p:strVal val="#ppt_w"/>
                                          </p:val>
                                        </p:tav>
                                      </p:tavLst>
                                    </p:anim>
                                    <p:anim calcmode="lin" valueType="num">
                                      <p:cBhvr>
                                        <p:cTn id="435" dur="6406" fill="hold"/>
                                        <p:tgtEl>
                                          <p:spTgt spid="430"/>
                                        </p:tgtEl>
                                        <p:attrNameLst>
                                          <p:attrName>ppt_h</p:attrName>
                                        </p:attrNameLst>
                                      </p:cBhvr>
                                      <p:tavLst>
                                        <p:tav tm="0">
                                          <p:val>
                                            <p:fltVal val="0"/>
                                          </p:val>
                                        </p:tav>
                                        <p:tav tm="100000">
                                          <p:val>
                                            <p:strVal val="#ppt_h"/>
                                          </p:val>
                                        </p:tav>
                                      </p:tavLst>
                                    </p:anim>
                                    <p:animEffect transition="in" filter="fade">
                                      <p:cBhvr>
                                        <p:cTn id="436" dur="6406"/>
                                        <p:tgtEl>
                                          <p:spTgt spid="430"/>
                                        </p:tgtEl>
                                      </p:cBhvr>
                                    </p:animEffect>
                                    <p:anim calcmode="lin" valueType="num">
                                      <p:cBhvr>
                                        <p:cTn id="437" dur="6406" fill="hold"/>
                                        <p:tgtEl>
                                          <p:spTgt spid="430"/>
                                        </p:tgtEl>
                                        <p:attrNameLst>
                                          <p:attrName>ppt_x</p:attrName>
                                        </p:attrNameLst>
                                      </p:cBhvr>
                                      <p:tavLst>
                                        <p:tav tm="0">
                                          <p:val>
                                            <p:fltVal val="0.5"/>
                                          </p:val>
                                        </p:tav>
                                        <p:tav tm="100000">
                                          <p:val>
                                            <p:strVal val="#ppt_x"/>
                                          </p:val>
                                        </p:tav>
                                      </p:tavLst>
                                    </p:anim>
                                    <p:anim calcmode="lin" valueType="num">
                                      <p:cBhvr>
                                        <p:cTn id="438" dur="6406" fill="hold"/>
                                        <p:tgtEl>
                                          <p:spTgt spid="430"/>
                                        </p:tgtEl>
                                        <p:attrNameLst>
                                          <p:attrName>ppt_y</p:attrName>
                                        </p:attrNameLst>
                                      </p:cBhvr>
                                      <p:tavLst>
                                        <p:tav tm="0">
                                          <p:val>
                                            <p:fltVal val="0.5"/>
                                          </p:val>
                                        </p:tav>
                                        <p:tav tm="100000">
                                          <p:val>
                                            <p:strVal val="#ppt_y"/>
                                          </p:val>
                                        </p:tav>
                                      </p:tavLst>
                                    </p:anim>
                                  </p:childTnLst>
                                </p:cTn>
                              </p:par>
                              <p:par>
                                <p:cTn id="439" presetID="53" presetClass="entr" presetSubtype="528" repeatCount="indefinite" fill="hold" grpId="0" nodeType="withEffect">
                                  <p:stCondLst>
                                    <p:cond delay="1093"/>
                                  </p:stCondLst>
                                  <p:childTnLst>
                                    <p:set>
                                      <p:cBhvr>
                                        <p:cTn id="440" dur="1" fill="hold">
                                          <p:stCondLst>
                                            <p:cond delay="0"/>
                                          </p:stCondLst>
                                        </p:cTn>
                                        <p:tgtEl>
                                          <p:spTgt spid="431"/>
                                        </p:tgtEl>
                                        <p:attrNameLst>
                                          <p:attrName>style.visibility</p:attrName>
                                        </p:attrNameLst>
                                      </p:cBhvr>
                                      <p:to>
                                        <p:strVal val="visible"/>
                                      </p:to>
                                    </p:set>
                                    <p:anim calcmode="lin" valueType="num">
                                      <p:cBhvr>
                                        <p:cTn id="441" dur="6713" fill="hold"/>
                                        <p:tgtEl>
                                          <p:spTgt spid="431"/>
                                        </p:tgtEl>
                                        <p:attrNameLst>
                                          <p:attrName>ppt_w</p:attrName>
                                        </p:attrNameLst>
                                      </p:cBhvr>
                                      <p:tavLst>
                                        <p:tav tm="0">
                                          <p:val>
                                            <p:fltVal val="0"/>
                                          </p:val>
                                        </p:tav>
                                        <p:tav tm="100000">
                                          <p:val>
                                            <p:strVal val="#ppt_w"/>
                                          </p:val>
                                        </p:tav>
                                      </p:tavLst>
                                    </p:anim>
                                    <p:anim calcmode="lin" valueType="num">
                                      <p:cBhvr>
                                        <p:cTn id="442" dur="6713" fill="hold"/>
                                        <p:tgtEl>
                                          <p:spTgt spid="431"/>
                                        </p:tgtEl>
                                        <p:attrNameLst>
                                          <p:attrName>ppt_h</p:attrName>
                                        </p:attrNameLst>
                                      </p:cBhvr>
                                      <p:tavLst>
                                        <p:tav tm="0">
                                          <p:val>
                                            <p:fltVal val="0"/>
                                          </p:val>
                                        </p:tav>
                                        <p:tav tm="100000">
                                          <p:val>
                                            <p:strVal val="#ppt_h"/>
                                          </p:val>
                                        </p:tav>
                                      </p:tavLst>
                                    </p:anim>
                                    <p:animEffect transition="in" filter="fade">
                                      <p:cBhvr>
                                        <p:cTn id="443" dur="6713"/>
                                        <p:tgtEl>
                                          <p:spTgt spid="431"/>
                                        </p:tgtEl>
                                      </p:cBhvr>
                                    </p:animEffect>
                                    <p:anim calcmode="lin" valueType="num">
                                      <p:cBhvr>
                                        <p:cTn id="444" dur="6713" fill="hold"/>
                                        <p:tgtEl>
                                          <p:spTgt spid="431"/>
                                        </p:tgtEl>
                                        <p:attrNameLst>
                                          <p:attrName>ppt_x</p:attrName>
                                        </p:attrNameLst>
                                      </p:cBhvr>
                                      <p:tavLst>
                                        <p:tav tm="0">
                                          <p:val>
                                            <p:fltVal val="0.5"/>
                                          </p:val>
                                        </p:tav>
                                        <p:tav tm="100000">
                                          <p:val>
                                            <p:strVal val="#ppt_x"/>
                                          </p:val>
                                        </p:tav>
                                      </p:tavLst>
                                    </p:anim>
                                    <p:anim calcmode="lin" valueType="num">
                                      <p:cBhvr>
                                        <p:cTn id="445" dur="6713" fill="hold"/>
                                        <p:tgtEl>
                                          <p:spTgt spid="431"/>
                                        </p:tgtEl>
                                        <p:attrNameLst>
                                          <p:attrName>ppt_y</p:attrName>
                                        </p:attrNameLst>
                                      </p:cBhvr>
                                      <p:tavLst>
                                        <p:tav tm="0">
                                          <p:val>
                                            <p:fltVal val="0.5"/>
                                          </p:val>
                                        </p:tav>
                                        <p:tav tm="100000">
                                          <p:val>
                                            <p:strVal val="#ppt_y"/>
                                          </p:val>
                                        </p:tav>
                                      </p:tavLst>
                                    </p:anim>
                                  </p:childTnLst>
                                </p:cTn>
                              </p:par>
                              <p:par>
                                <p:cTn id="446" presetID="53" presetClass="entr" presetSubtype="528" repeatCount="indefinite" fill="hold" grpId="0" nodeType="withEffect">
                                  <p:stCondLst>
                                    <p:cond delay="1754"/>
                                  </p:stCondLst>
                                  <p:childTnLst>
                                    <p:set>
                                      <p:cBhvr>
                                        <p:cTn id="447" dur="1" fill="hold">
                                          <p:stCondLst>
                                            <p:cond delay="0"/>
                                          </p:stCondLst>
                                        </p:cTn>
                                        <p:tgtEl>
                                          <p:spTgt spid="432"/>
                                        </p:tgtEl>
                                        <p:attrNameLst>
                                          <p:attrName>style.visibility</p:attrName>
                                        </p:attrNameLst>
                                      </p:cBhvr>
                                      <p:to>
                                        <p:strVal val="visible"/>
                                      </p:to>
                                    </p:set>
                                    <p:anim calcmode="lin" valueType="num">
                                      <p:cBhvr>
                                        <p:cTn id="448" dur="6271" fill="hold"/>
                                        <p:tgtEl>
                                          <p:spTgt spid="432"/>
                                        </p:tgtEl>
                                        <p:attrNameLst>
                                          <p:attrName>ppt_w</p:attrName>
                                        </p:attrNameLst>
                                      </p:cBhvr>
                                      <p:tavLst>
                                        <p:tav tm="0">
                                          <p:val>
                                            <p:fltVal val="0"/>
                                          </p:val>
                                        </p:tav>
                                        <p:tav tm="100000">
                                          <p:val>
                                            <p:strVal val="#ppt_w"/>
                                          </p:val>
                                        </p:tav>
                                      </p:tavLst>
                                    </p:anim>
                                    <p:anim calcmode="lin" valueType="num">
                                      <p:cBhvr>
                                        <p:cTn id="449" dur="6271" fill="hold"/>
                                        <p:tgtEl>
                                          <p:spTgt spid="432"/>
                                        </p:tgtEl>
                                        <p:attrNameLst>
                                          <p:attrName>ppt_h</p:attrName>
                                        </p:attrNameLst>
                                      </p:cBhvr>
                                      <p:tavLst>
                                        <p:tav tm="0">
                                          <p:val>
                                            <p:fltVal val="0"/>
                                          </p:val>
                                        </p:tav>
                                        <p:tav tm="100000">
                                          <p:val>
                                            <p:strVal val="#ppt_h"/>
                                          </p:val>
                                        </p:tav>
                                      </p:tavLst>
                                    </p:anim>
                                    <p:animEffect transition="in" filter="fade">
                                      <p:cBhvr>
                                        <p:cTn id="450" dur="6271"/>
                                        <p:tgtEl>
                                          <p:spTgt spid="432"/>
                                        </p:tgtEl>
                                      </p:cBhvr>
                                    </p:animEffect>
                                    <p:anim calcmode="lin" valueType="num">
                                      <p:cBhvr>
                                        <p:cTn id="451" dur="6271" fill="hold"/>
                                        <p:tgtEl>
                                          <p:spTgt spid="432"/>
                                        </p:tgtEl>
                                        <p:attrNameLst>
                                          <p:attrName>ppt_x</p:attrName>
                                        </p:attrNameLst>
                                      </p:cBhvr>
                                      <p:tavLst>
                                        <p:tav tm="0">
                                          <p:val>
                                            <p:fltVal val="0.5"/>
                                          </p:val>
                                        </p:tav>
                                        <p:tav tm="100000">
                                          <p:val>
                                            <p:strVal val="#ppt_x"/>
                                          </p:val>
                                        </p:tav>
                                      </p:tavLst>
                                    </p:anim>
                                    <p:anim calcmode="lin" valueType="num">
                                      <p:cBhvr>
                                        <p:cTn id="452" dur="6271" fill="hold"/>
                                        <p:tgtEl>
                                          <p:spTgt spid="432"/>
                                        </p:tgtEl>
                                        <p:attrNameLst>
                                          <p:attrName>ppt_y</p:attrName>
                                        </p:attrNameLst>
                                      </p:cBhvr>
                                      <p:tavLst>
                                        <p:tav tm="0">
                                          <p:val>
                                            <p:fltVal val="0.5"/>
                                          </p:val>
                                        </p:tav>
                                        <p:tav tm="100000">
                                          <p:val>
                                            <p:strVal val="#ppt_y"/>
                                          </p:val>
                                        </p:tav>
                                      </p:tavLst>
                                    </p:anim>
                                  </p:childTnLst>
                                </p:cTn>
                              </p:par>
                              <p:par>
                                <p:cTn id="453" presetID="53" presetClass="entr" presetSubtype="528" repeatCount="indefinite" fill="hold" grpId="0" nodeType="withEffect">
                                  <p:stCondLst>
                                    <p:cond delay="331"/>
                                  </p:stCondLst>
                                  <p:childTnLst>
                                    <p:set>
                                      <p:cBhvr>
                                        <p:cTn id="454" dur="1" fill="hold">
                                          <p:stCondLst>
                                            <p:cond delay="0"/>
                                          </p:stCondLst>
                                        </p:cTn>
                                        <p:tgtEl>
                                          <p:spTgt spid="433"/>
                                        </p:tgtEl>
                                        <p:attrNameLst>
                                          <p:attrName>style.visibility</p:attrName>
                                        </p:attrNameLst>
                                      </p:cBhvr>
                                      <p:to>
                                        <p:strVal val="visible"/>
                                      </p:to>
                                    </p:set>
                                    <p:anim calcmode="lin" valueType="num">
                                      <p:cBhvr>
                                        <p:cTn id="455" dur="6081" fill="hold"/>
                                        <p:tgtEl>
                                          <p:spTgt spid="433"/>
                                        </p:tgtEl>
                                        <p:attrNameLst>
                                          <p:attrName>ppt_w</p:attrName>
                                        </p:attrNameLst>
                                      </p:cBhvr>
                                      <p:tavLst>
                                        <p:tav tm="0">
                                          <p:val>
                                            <p:fltVal val="0"/>
                                          </p:val>
                                        </p:tav>
                                        <p:tav tm="100000">
                                          <p:val>
                                            <p:strVal val="#ppt_w"/>
                                          </p:val>
                                        </p:tav>
                                      </p:tavLst>
                                    </p:anim>
                                    <p:anim calcmode="lin" valueType="num">
                                      <p:cBhvr>
                                        <p:cTn id="456" dur="6081" fill="hold"/>
                                        <p:tgtEl>
                                          <p:spTgt spid="433"/>
                                        </p:tgtEl>
                                        <p:attrNameLst>
                                          <p:attrName>ppt_h</p:attrName>
                                        </p:attrNameLst>
                                      </p:cBhvr>
                                      <p:tavLst>
                                        <p:tav tm="0">
                                          <p:val>
                                            <p:fltVal val="0"/>
                                          </p:val>
                                        </p:tav>
                                        <p:tav tm="100000">
                                          <p:val>
                                            <p:strVal val="#ppt_h"/>
                                          </p:val>
                                        </p:tav>
                                      </p:tavLst>
                                    </p:anim>
                                    <p:animEffect transition="in" filter="fade">
                                      <p:cBhvr>
                                        <p:cTn id="457" dur="6081"/>
                                        <p:tgtEl>
                                          <p:spTgt spid="433"/>
                                        </p:tgtEl>
                                      </p:cBhvr>
                                    </p:animEffect>
                                    <p:anim calcmode="lin" valueType="num">
                                      <p:cBhvr>
                                        <p:cTn id="458" dur="6081" fill="hold"/>
                                        <p:tgtEl>
                                          <p:spTgt spid="433"/>
                                        </p:tgtEl>
                                        <p:attrNameLst>
                                          <p:attrName>ppt_x</p:attrName>
                                        </p:attrNameLst>
                                      </p:cBhvr>
                                      <p:tavLst>
                                        <p:tav tm="0">
                                          <p:val>
                                            <p:fltVal val="0.5"/>
                                          </p:val>
                                        </p:tav>
                                        <p:tav tm="100000">
                                          <p:val>
                                            <p:strVal val="#ppt_x"/>
                                          </p:val>
                                        </p:tav>
                                      </p:tavLst>
                                    </p:anim>
                                    <p:anim calcmode="lin" valueType="num">
                                      <p:cBhvr>
                                        <p:cTn id="459" dur="6081" fill="hold"/>
                                        <p:tgtEl>
                                          <p:spTgt spid="433"/>
                                        </p:tgtEl>
                                        <p:attrNameLst>
                                          <p:attrName>ppt_y</p:attrName>
                                        </p:attrNameLst>
                                      </p:cBhvr>
                                      <p:tavLst>
                                        <p:tav tm="0">
                                          <p:val>
                                            <p:fltVal val="0.5"/>
                                          </p:val>
                                        </p:tav>
                                        <p:tav tm="100000">
                                          <p:val>
                                            <p:strVal val="#ppt_y"/>
                                          </p:val>
                                        </p:tav>
                                      </p:tavLst>
                                    </p:anim>
                                  </p:childTnLst>
                                </p:cTn>
                              </p:par>
                              <p:par>
                                <p:cTn id="460" presetID="53" presetClass="entr" presetSubtype="528" repeatCount="indefinite" fill="hold" grpId="0" nodeType="withEffect">
                                  <p:stCondLst>
                                    <p:cond delay="52"/>
                                  </p:stCondLst>
                                  <p:childTnLst>
                                    <p:set>
                                      <p:cBhvr>
                                        <p:cTn id="461" dur="1" fill="hold">
                                          <p:stCondLst>
                                            <p:cond delay="0"/>
                                          </p:stCondLst>
                                        </p:cTn>
                                        <p:tgtEl>
                                          <p:spTgt spid="434"/>
                                        </p:tgtEl>
                                        <p:attrNameLst>
                                          <p:attrName>style.visibility</p:attrName>
                                        </p:attrNameLst>
                                      </p:cBhvr>
                                      <p:to>
                                        <p:strVal val="visible"/>
                                      </p:to>
                                    </p:set>
                                    <p:anim calcmode="lin" valueType="num">
                                      <p:cBhvr>
                                        <p:cTn id="462" dur="6712" fill="hold"/>
                                        <p:tgtEl>
                                          <p:spTgt spid="434"/>
                                        </p:tgtEl>
                                        <p:attrNameLst>
                                          <p:attrName>ppt_w</p:attrName>
                                        </p:attrNameLst>
                                      </p:cBhvr>
                                      <p:tavLst>
                                        <p:tav tm="0">
                                          <p:val>
                                            <p:fltVal val="0"/>
                                          </p:val>
                                        </p:tav>
                                        <p:tav tm="100000">
                                          <p:val>
                                            <p:strVal val="#ppt_w"/>
                                          </p:val>
                                        </p:tav>
                                      </p:tavLst>
                                    </p:anim>
                                    <p:anim calcmode="lin" valueType="num">
                                      <p:cBhvr>
                                        <p:cTn id="463" dur="6712" fill="hold"/>
                                        <p:tgtEl>
                                          <p:spTgt spid="434"/>
                                        </p:tgtEl>
                                        <p:attrNameLst>
                                          <p:attrName>ppt_h</p:attrName>
                                        </p:attrNameLst>
                                      </p:cBhvr>
                                      <p:tavLst>
                                        <p:tav tm="0">
                                          <p:val>
                                            <p:fltVal val="0"/>
                                          </p:val>
                                        </p:tav>
                                        <p:tav tm="100000">
                                          <p:val>
                                            <p:strVal val="#ppt_h"/>
                                          </p:val>
                                        </p:tav>
                                      </p:tavLst>
                                    </p:anim>
                                    <p:animEffect transition="in" filter="fade">
                                      <p:cBhvr>
                                        <p:cTn id="464" dur="6712"/>
                                        <p:tgtEl>
                                          <p:spTgt spid="434"/>
                                        </p:tgtEl>
                                      </p:cBhvr>
                                    </p:animEffect>
                                    <p:anim calcmode="lin" valueType="num">
                                      <p:cBhvr>
                                        <p:cTn id="465" dur="6712" fill="hold"/>
                                        <p:tgtEl>
                                          <p:spTgt spid="434"/>
                                        </p:tgtEl>
                                        <p:attrNameLst>
                                          <p:attrName>ppt_x</p:attrName>
                                        </p:attrNameLst>
                                      </p:cBhvr>
                                      <p:tavLst>
                                        <p:tav tm="0">
                                          <p:val>
                                            <p:fltVal val="0.5"/>
                                          </p:val>
                                        </p:tav>
                                        <p:tav tm="100000">
                                          <p:val>
                                            <p:strVal val="#ppt_x"/>
                                          </p:val>
                                        </p:tav>
                                      </p:tavLst>
                                    </p:anim>
                                    <p:anim calcmode="lin" valueType="num">
                                      <p:cBhvr>
                                        <p:cTn id="466" dur="6712" fill="hold"/>
                                        <p:tgtEl>
                                          <p:spTgt spid="434"/>
                                        </p:tgtEl>
                                        <p:attrNameLst>
                                          <p:attrName>ppt_y</p:attrName>
                                        </p:attrNameLst>
                                      </p:cBhvr>
                                      <p:tavLst>
                                        <p:tav tm="0">
                                          <p:val>
                                            <p:fltVal val="0.5"/>
                                          </p:val>
                                        </p:tav>
                                        <p:tav tm="100000">
                                          <p:val>
                                            <p:strVal val="#ppt_y"/>
                                          </p:val>
                                        </p:tav>
                                      </p:tavLst>
                                    </p:anim>
                                  </p:childTnLst>
                                </p:cTn>
                              </p:par>
                              <p:par>
                                <p:cTn id="467" presetID="53" presetClass="entr" presetSubtype="528" repeatCount="indefinite" fill="hold" grpId="0" nodeType="withEffect">
                                  <p:stCondLst>
                                    <p:cond delay="35"/>
                                  </p:stCondLst>
                                  <p:childTnLst>
                                    <p:set>
                                      <p:cBhvr>
                                        <p:cTn id="468" dur="1" fill="hold">
                                          <p:stCondLst>
                                            <p:cond delay="0"/>
                                          </p:stCondLst>
                                        </p:cTn>
                                        <p:tgtEl>
                                          <p:spTgt spid="435"/>
                                        </p:tgtEl>
                                        <p:attrNameLst>
                                          <p:attrName>style.visibility</p:attrName>
                                        </p:attrNameLst>
                                      </p:cBhvr>
                                      <p:to>
                                        <p:strVal val="visible"/>
                                      </p:to>
                                    </p:set>
                                    <p:anim calcmode="lin" valueType="num">
                                      <p:cBhvr>
                                        <p:cTn id="469" dur="5135" fill="hold"/>
                                        <p:tgtEl>
                                          <p:spTgt spid="435"/>
                                        </p:tgtEl>
                                        <p:attrNameLst>
                                          <p:attrName>ppt_w</p:attrName>
                                        </p:attrNameLst>
                                      </p:cBhvr>
                                      <p:tavLst>
                                        <p:tav tm="0">
                                          <p:val>
                                            <p:fltVal val="0"/>
                                          </p:val>
                                        </p:tav>
                                        <p:tav tm="100000">
                                          <p:val>
                                            <p:strVal val="#ppt_w"/>
                                          </p:val>
                                        </p:tav>
                                      </p:tavLst>
                                    </p:anim>
                                    <p:anim calcmode="lin" valueType="num">
                                      <p:cBhvr>
                                        <p:cTn id="470" dur="5135" fill="hold"/>
                                        <p:tgtEl>
                                          <p:spTgt spid="435"/>
                                        </p:tgtEl>
                                        <p:attrNameLst>
                                          <p:attrName>ppt_h</p:attrName>
                                        </p:attrNameLst>
                                      </p:cBhvr>
                                      <p:tavLst>
                                        <p:tav tm="0">
                                          <p:val>
                                            <p:fltVal val="0"/>
                                          </p:val>
                                        </p:tav>
                                        <p:tav tm="100000">
                                          <p:val>
                                            <p:strVal val="#ppt_h"/>
                                          </p:val>
                                        </p:tav>
                                      </p:tavLst>
                                    </p:anim>
                                    <p:animEffect transition="in" filter="fade">
                                      <p:cBhvr>
                                        <p:cTn id="471" dur="5135"/>
                                        <p:tgtEl>
                                          <p:spTgt spid="435"/>
                                        </p:tgtEl>
                                      </p:cBhvr>
                                    </p:animEffect>
                                    <p:anim calcmode="lin" valueType="num">
                                      <p:cBhvr>
                                        <p:cTn id="472" dur="5135" fill="hold"/>
                                        <p:tgtEl>
                                          <p:spTgt spid="435"/>
                                        </p:tgtEl>
                                        <p:attrNameLst>
                                          <p:attrName>ppt_x</p:attrName>
                                        </p:attrNameLst>
                                      </p:cBhvr>
                                      <p:tavLst>
                                        <p:tav tm="0">
                                          <p:val>
                                            <p:fltVal val="0.5"/>
                                          </p:val>
                                        </p:tav>
                                        <p:tav tm="100000">
                                          <p:val>
                                            <p:strVal val="#ppt_x"/>
                                          </p:val>
                                        </p:tav>
                                      </p:tavLst>
                                    </p:anim>
                                    <p:anim calcmode="lin" valueType="num">
                                      <p:cBhvr>
                                        <p:cTn id="473" dur="5135" fill="hold"/>
                                        <p:tgtEl>
                                          <p:spTgt spid="435"/>
                                        </p:tgtEl>
                                        <p:attrNameLst>
                                          <p:attrName>ppt_y</p:attrName>
                                        </p:attrNameLst>
                                      </p:cBhvr>
                                      <p:tavLst>
                                        <p:tav tm="0">
                                          <p:val>
                                            <p:fltVal val="0.5"/>
                                          </p:val>
                                        </p:tav>
                                        <p:tav tm="100000">
                                          <p:val>
                                            <p:strVal val="#ppt_y"/>
                                          </p:val>
                                        </p:tav>
                                      </p:tavLst>
                                    </p:anim>
                                  </p:childTnLst>
                                </p:cTn>
                              </p:par>
                              <p:par>
                                <p:cTn id="474" presetID="53" presetClass="entr" presetSubtype="528" repeatCount="indefinite" fill="hold" grpId="0" nodeType="withEffect">
                                  <p:stCondLst>
                                    <p:cond delay="1810"/>
                                  </p:stCondLst>
                                  <p:childTnLst>
                                    <p:set>
                                      <p:cBhvr>
                                        <p:cTn id="475" dur="1" fill="hold">
                                          <p:stCondLst>
                                            <p:cond delay="0"/>
                                          </p:stCondLst>
                                        </p:cTn>
                                        <p:tgtEl>
                                          <p:spTgt spid="436"/>
                                        </p:tgtEl>
                                        <p:attrNameLst>
                                          <p:attrName>style.visibility</p:attrName>
                                        </p:attrNameLst>
                                      </p:cBhvr>
                                      <p:to>
                                        <p:strVal val="visible"/>
                                      </p:to>
                                    </p:set>
                                    <p:anim calcmode="lin" valueType="num">
                                      <p:cBhvr>
                                        <p:cTn id="476" dur="5463" fill="hold"/>
                                        <p:tgtEl>
                                          <p:spTgt spid="436"/>
                                        </p:tgtEl>
                                        <p:attrNameLst>
                                          <p:attrName>ppt_w</p:attrName>
                                        </p:attrNameLst>
                                      </p:cBhvr>
                                      <p:tavLst>
                                        <p:tav tm="0">
                                          <p:val>
                                            <p:fltVal val="0"/>
                                          </p:val>
                                        </p:tav>
                                        <p:tav tm="100000">
                                          <p:val>
                                            <p:strVal val="#ppt_w"/>
                                          </p:val>
                                        </p:tav>
                                      </p:tavLst>
                                    </p:anim>
                                    <p:anim calcmode="lin" valueType="num">
                                      <p:cBhvr>
                                        <p:cTn id="477" dur="5463" fill="hold"/>
                                        <p:tgtEl>
                                          <p:spTgt spid="436"/>
                                        </p:tgtEl>
                                        <p:attrNameLst>
                                          <p:attrName>ppt_h</p:attrName>
                                        </p:attrNameLst>
                                      </p:cBhvr>
                                      <p:tavLst>
                                        <p:tav tm="0">
                                          <p:val>
                                            <p:fltVal val="0"/>
                                          </p:val>
                                        </p:tav>
                                        <p:tav tm="100000">
                                          <p:val>
                                            <p:strVal val="#ppt_h"/>
                                          </p:val>
                                        </p:tav>
                                      </p:tavLst>
                                    </p:anim>
                                    <p:animEffect transition="in" filter="fade">
                                      <p:cBhvr>
                                        <p:cTn id="478" dur="5463"/>
                                        <p:tgtEl>
                                          <p:spTgt spid="436"/>
                                        </p:tgtEl>
                                      </p:cBhvr>
                                    </p:animEffect>
                                    <p:anim calcmode="lin" valueType="num">
                                      <p:cBhvr>
                                        <p:cTn id="479" dur="5463" fill="hold"/>
                                        <p:tgtEl>
                                          <p:spTgt spid="436"/>
                                        </p:tgtEl>
                                        <p:attrNameLst>
                                          <p:attrName>ppt_x</p:attrName>
                                        </p:attrNameLst>
                                      </p:cBhvr>
                                      <p:tavLst>
                                        <p:tav tm="0">
                                          <p:val>
                                            <p:fltVal val="0.5"/>
                                          </p:val>
                                        </p:tav>
                                        <p:tav tm="100000">
                                          <p:val>
                                            <p:strVal val="#ppt_x"/>
                                          </p:val>
                                        </p:tav>
                                      </p:tavLst>
                                    </p:anim>
                                    <p:anim calcmode="lin" valueType="num">
                                      <p:cBhvr>
                                        <p:cTn id="480" dur="5463" fill="hold"/>
                                        <p:tgtEl>
                                          <p:spTgt spid="436"/>
                                        </p:tgtEl>
                                        <p:attrNameLst>
                                          <p:attrName>ppt_y</p:attrName>
                                        </p:attrNameLst>
                                      </p:cBhvr>
                                      <p:tavLst>
                                        <p:tav tm="0">
                                          <p:val>
                                            <p:fltVal val="0.5"/>
                                          </p:val>
                                        </p:tav>
                                        <p:tav tm="100000">
                                          <p:val>
                                            <p:strVal val="#ppt_y"/>
                                          </p:val>
                                        </p:tav>
                                      </p:tavLst>
                                    </p:anim>
                                  </p:childTnLst>
                                </p:cTn>
                              </p:par>
                              <p:par>
                                <p:cTn id="481" presetID="53" presetClass="entr" presetSubtype="528" repeatCount="indefinite" fill="hold" grpId="0" nodeType="withEffect">
                                  <p:stCondLst>
                                    <p:cond delay="207"/>
                                  </p:stCondLst>
                                  <p:childTnLst>
                                    <p:set>
                                      <p:cBhvr>
                                        <p:cTn id="482" dur="1" fill="hold">
                                          <p:stCondLst>
                                            <p:cond delay="0"/>
                                          </p:stCondLst>
                                        </p:cTn>
                                        <p:tgtEl>
                                          <p:spTgt spid="437"/>
                                        </p:tgtEl>
                                        <p:attrNameLst>
                                          <p:attrName>style.visibility</p:attrName>
                                        </p:attrNameLst>
                                      </p:cBhvr>
                                      <p:to>
                                        <p:strVal val="visible"/>
                                      </p:to>
                                    </p:set>
                                    <p:anim calcmode="lin" valueType="num">
                                      <p:cBhvr>
                                        <p:cTn id="483" dur="5327" fill="hold"/>
                                        <p:tgtEl>
                                          <p:spTgt spid="437"/>
                                        </p:tgtEl>
                                        <p:attrNameLst>
                                          <p:attrName>ppt_w</p:attrName>
                                        </p:attrNameLst>
                                      </p:cBhvr>
                                      <p:tavLst>
                                        <p:tav tm="0">
                                          <p:val>
                                            <p:fltVal val="0"/>
                                          </p:val>
                                        </p:tav>
                                        <p:tav tm="100000">
                                          <p:val>
                                            <p:strVal val="#ppt_w"/>
                                          </p:val>
                                        </p:tav>
                                      </p:tavLst>
                                    </p:anim>
                                    <p:anim calcmode="lin" valueType="num">
                                      <p:cBhvr>
                                        <p:cTn id="484" dur="5327" fill="hold"/>
                                        <p:tgtEl>
                                          <p:spTgt spid="437"/>
                                        </p:tgtEl>
                                        <p:attrNameLst>
                                          <p:attrName>ppt_h</p:attrName>
                                        </p:attrNameLst>
                                      </p:cBhvr>
                                      <p:tavLst>
                                        <p:tav tm="0">
                                          <p:val>
                                            <p:fltVal val="0"/>
                                          </p:val>
                                        </p:tav>
                                        <p:tav tm="100000">
                                          <p:val>
                                            <p:strVal val="#ppt_h"/>
                                          </p:val>
                                        </p:tav>
                                      </p:tavLst>
                                    </p:anim>
                                    <p:animEffect transition="in" filter="fade">
                                      <p:cBhvr>
                                        <p:cTn id="485" dur="5327"/>
                                        <p:tgtEl>
                                          <p:spTgt spid="437"/>
                                        </p:tgtEl>
                                      </p:cBhvr>
                                    </p:animEffect>
                                    <p:anim calcmode="lin" valueType="num">
                                      <p:cBhvr>
                                        <p:cTn id="486" dur="5327" fill="hold"/>
                                        <p:tgtEl>
                                          <p:spTgt spid="437"/>
                                        </p:tgtEl>
                                        <p:attrNameLst>
                                          <p:attrName>ppt_x</p:attrName>
                                        </p:attrNameLst>
                                      </p:cBhvr>
                                      <p:tavLst>
                                        <p:tav tm="0">
                                          <p:val>
                                            <p:fltVal val="0.5"/>
                                          </p:val>
                                        </p:tav>
                                        <p:tav tm="100000">
                                          <p:val>
                                            <p:strVal val="#ppt_x"/>
                                          </p:val>
                                        </p:tav>
                                      </p:tavLst>
                                    </p:anim>
                                    <p:anim calcmode="lin" valueType="num">
                                      <p:cBhvr>
                                        <p:cTn id="487" dur="5327" fill="hold"/>
                                        <p:tgtEl>
                                          <p:spTgt spid="437"/>
                                        </p:tgtEl>
                                        <p:attrNameLst>
                                          <p:attrName>ppt_y</p:attrName>
                                        </p:attrNameLst>
                                      </p:cBhvr>
                                      <p:tavLst>
                                        <p:tav tm="0">
                                          <p:val>
                                            <p:fltVal val="0.5"/>
                                          </p:val>
                                        </p:tav>
                                        <p:tav tm="100000">
                                          <p:val>
                                            <p:strVal val="#ppt_y"/>
                                          </p:val>
                                        </p:tav>
                                      </p:tavLst>
                                    </p:anim>
                                  </p:childTnLst>
                                </p:cTn>
                              </p:par>
                              <p:par>
                                <p:cTn id="488" presetID="53" presetClass="entr" presetSubtype="528" repeatCount="indefinite" fill="hold" grpId="0" nodeType="withEffect">
                                  <p:stCondLst>
                                    <p:cond delay="852"/>
                                  </p:stCondLst>
                                  <p:childTnLst>
                                    <p:set>
                                      <p:cBhvr>
                                        <p:cTn id="489" dur="1" fill="hold">
                                          <p:stCondLst>
                                            <p:cond delay="0"/>
                                          </p:stCondLst>
                                        </p:cTn>
                                        <p:tgtEl>
                                          <p:spTgt spid="438"/>
                                        </p:tgtEl>
                                        <p:attrNameLst>
                                          <p:attrName>style.visibility</p:attrName>
                                        </p:attrNameLst>
                                      </p:cBhvr>
                                      <p:to>
                                        <p:strVal val="visible"/>
                                      </p:to>
                                    </p:set>
                                    <p:anim calcmode="lin" valueType="num">
                                      <p:cBhvr>
                                        <p:cTn id="490" dur="5099" fill="hold"/>
                                        <p:tgtEl>
                                          <p:spTgt spid="438"/>
                                        </p:tgtEl>
                                        <p:attrNameLst>
                                          <p:attrName>ppt_w</p:attrName>
                                        </p:attrNameLst>
                                      </p:cBhvr>
                                      <p:tavLst>
                                        <p:tav tm="0">
                                          <p:val>
                                            <p:fltVal val="0"/>
                                          </p:val>
                                        </p:tav>
                                        <p:tav tm="100000">
                                          <p:val>
                                            <p:strVal val="#ppt_w"/>
                                          </p:val>
                                        </p:tav>
                                      </p:tavLst>
                                    </p:anim>
                                    <p:anim calcmode="lin" valueType="num">
                                      <p:cBhvr>
                                        <p:cTn id="491" dur="5099" fill="hold"/>
                                        <p:tgtEl>
                                          <p:spTgt spid="438"/>
                                        </p:tgtEl>
                                        <p:attrNameLst>
                                          <p:attrName>ppt_h</p:attrName>
                                        </p:attrNameLst>
                                      </p:cBhvr>
                                      <p:tavLst>
                                        <p:tav tm="0">
                                          <p:val>
                                            <p:fltVal val="0"/>
                                          </p:val>
                                        </p:tav>
                                        <p:tav tm="100000">
                                          <p:val>
                                            <p:strVal val="#ppt_h"/>
                                          </p:val>
                                        </p:tav>
                                      </p:tavLst>
                                    </p:anim>
                                    <p:animEffect transition="in" filter="fade">
                                      <p:cBhvr>
                                        <p:cTn id="492" dur="5099"/>
                                        <p:tgtEl>
                                          <p:spTgt spid="438"/>
                                        </p:tgtEl>
                                      </p:cBhvr>
                                    </p:animEffect>
                                    <p:anim calcmode="lin" valueType="num">
                                      <p:cBhvr>
                                        <p:cTn id="493" dur="5099" fill="hold"/>
                                        <p:tgtEl>
                                          <p:spTgt spid="438"/>
                                        </p:tgtEl>
                                        <p:attrNameLst>
                                          <p:attrName>ppt_x</p:attrName>
                                        </p:attrNameLst>
                                      </p:cBhvr>
                                      <p:tavLst>
                                        <p:tav tm="0">
                                          <p:val>
                                            <p:fltVal val="0.5"/>
                                          </p:val>
                                        </p:tav>
                                        <p:tav tm="100000">
                                          <p:val>
                                            <p:strVal val="#ppt_x"/>
                                          </p:val>
                                        </p:tav>
                                      </p:tavLst>
                                    </p:anim>
                                    <p:anim calcmode="lin" valueType="num">
                                      <p:cBhvr>
                                        <p:cTn id="494" dur="5099" fill="hold"/>
                                        <p:tgtEl>
                                          <p:spTgt spid="438"/>
                                        </p:tgtEl>
                                        <p:attrNameLst>
                                          <p:attrName>ppt_y</p:attrName>
                                        </p:attrNameLst>
                                      </p:cBhvr>
                                      <p:tavLst>
                                        <p:tav tm="0">
                                          <p:val>
                                            <p:fltVal val="0.5"/>
                                          </p:val>
                                        </p:tav>
                                        <p:tav tm="100000">
                                          <p:val>
                                            <p:strVal val="#ppt_y"/>
                                          </p:val>
                                        </p:tav>
                                      </p:tavLst>
                                    </p:anim>
                                  </p:childTnLst>
                                </p:cTn>
                              </p:par>
                              <p:par>
                                <p:cTn id="495" presetID="53" presetClass="entr" presetSubtype="528" repeatCount="indefinite" fill="hold" grpId="0" nodeType="withEffect">
                                  <p:stCondLst>
                                    <p:cond delay="1482"/>
                                  </p:stCondLst>
                                  <p:childTnLst>
                                    <p:set>
                                      <p:cBhvr>
                                        <p:cTn id="496" dur="1" fill="hold">
                                          <p:stCondLst>
                                            <p:cond delay="0"/>
                                          </p:stCondLst>
                                        </p:cTn>
                                        <p:tgtEl>
                                          <p:spTgt spid="439"/>
                                        </p:tgtEl>
                                        <p:attrNameLst>
                                          <p:attrName>style.visibility</p:attrName>
                                        </p:attrNameLst>
                                      </p:cBhvr>
                                      <p:to>
                                        <p:strVal val="visible"/>
                                      </p:to>
                                    </p:set>
                                    <p:anim calcmode="lin" valueType="num">
                                      <p:cBhvr>
                                        <p:cTn id="497" dur="7073" fill="hold"/>
                                        <p:tgtEl>
                                          <p:spTgt spid="439"/>
                                        </p:tgtEl>
                                        <p:attrNameLst>
                                          <p:attrName>ppt_w</p:attrName>
                                        </p:attrNameLst>
                                      </p:cBhvr>
                                      <p:tavLst>
                                        <p:tav tm="0">
                                          <p:val>
                                            <p:fltVal val="0"/>
                                          </p:val>
                                        </p:tav>
                                        <p:tav tm="100000">
                                          <p:val>
                                            <p:strVal val="#ppt_w"/>
                                          </p:val>
                                        </p:tav>
                                      </p:tavLst>
                                    </p:anim>
                                    <p:anim calcmode="lin" valueType="num">
                                      <p:cBhvr>
                                        <p:cTn id="498" dur="7073" fill="hold"/>
                                        <p:tgtEl>
                                          <p:spTgt spid="439"/>
                                        </p:tgtEl>
                                        <p:attrNameLst>
                                          <p:attrName>ppt_h</p:attrName>
                                        </p:attrNameLst>
                                      </p:cBhvr>
                                      <p:tavLst>
                                        <p:tav tm="0">
                                          <p:val>
                                            <p:fltVal val="0"/>
                                          </p:val>
                                        </p:tav>
                                        <p:tav tm="100000">
                                          <p:val>
                                            <p:strVal val="#ppt_h"/>
                                          </p:val>
                                        </p:tav>
                                      </p:tavLst>
                                    </p:anim>
                                    <p:animEffect transition="in" filter="fade">
                                      <p:cBhvr>
                                        <p:cTn id="499" dur="7073"/>
                                        <p:tgtEl>
                                          <p:spTgt spid="439"/>
                                        </p:tgtEl>
                                      </p:cBhvr>
                                    </p:animEffect>
                                    <p:anim calcmode="lin" valueType="num">
                                      <p:cBhvr>
                                        <p:cTn id="500" dur="7073" fill="hold"/>
                                        <p:tgtEl>
                                          <p:spTgt spid="439"/>
                                        </p:tgtEl>
                                        <p:attrNameLst>
                                          <p:attrName>ppt_x</p:attrName>
                                        </p:attrNameLst>
                                      </p:cBhvr>
                                      <p:tavLst>
                                        <p:tav tm="0">
                                          <p:val>
                                            <p:fltVal val="0.5"/>
                                          </p:val>
                                        </p:tav>
                                        <p:tav tm="100000">
                                          <p:val>
                                            <p:strVal val="#ppt_x"/>
                                          </p:val>
                                        </p:tav>
                                      </p:tavLst>
                                    </p:anim>
                                    <p:anim calcmode="lin" valueType="num">
                                      <p:cBhvr>
                                        <p:cTn id="501" dur="7073" fill="hold"/>
                                        <p:tgtEl>
                                          <p:spTgt spid="439"/>
                                        </p:tgtEl>
                                        <p:attrNameLst>
                                          <p:attrName>ppt_y</p:attrName>
                                        </p:attrNameLst>
                                      </p:cBhvr>
                                      <p:tavLst>
                                        <p:tav tm="0">
                                          <p:val>
                                            <p:fltVal val="0.5"/>
                                          </p:val>
                                        </p:tav>
                                        <p:tav tm="100000">
                                          <p:val>
                                            <p:strVal val="#ppt_y"/>
                                          </p:val>
                                        </p:tav>
                                      </p:tavLst>
                                    </p:anim>
                                  </p:childTnLst>
                                </p:cTn>
                              </p:par>
                              <p:par>
                                <p:cTn id="502" presetID="53" presetClass="entr" presetSubtype="528" repeatCount="indefinite" fill="hold" grpId="0" nodeType="withEffect">
                                  <p:stCondLst>
                                    <p:cond delay="176"/>
                                  </p:stCondLst>
                                  <p:childTnLst>
                                    <p:set>
                                      <p:cBhvr>
                                        <p:cTn id="503" dur="1" fill="hold">
                                          <p:stCondLst>
                                            <p:cond delay="0"/>
                                          </p:stCondLst>
                                        </p:cTn>
                                        <p:tgtEl>
                                          <p:spTgt spid="440"/>
                                        </p:tgtEl>
                                        <p:attrNameLst>
                                          <p:attrName>style.visibility</p:attrName>
                                        </p:attrNameLst>
                                      </p:cBhvr>
                                      <p:to>
                                        <p:strVal val="visible"/>
                                      </p:to>
                                    </p:set>
                                    <p:anim calcmode="lin" valueType="num">
                                      <p:cBhvr>
                                        <p:cTn id="504" dur="7201" fill="hold"/>
                                        <p:tgtEl>
                                          <p:spTgt spid="440"/>
                                        </p:tgtEl>
                                        <p:attrNameLst>
                                          <p:attrName>ppt_w</p:attrName>
                                        </p:attrNameLst>
                                      </p:cBhvr>
                                      <p:tavLst>
                                        <p:tav tm="0">
                                          <p:val>
                                            <p:fltVal val="0"/>
                                          </p:val>
                                        </p:tav>
                                        <p:tav tm="100000">
                                          <p:val>
                                            <p:strVal val="#ppt_w"/>
                                          </p:val>
                                        </p:tav>
                                      </p:tavLst>
                                    </p:anim>
                                    <p:anim calcmode="lin" valueType="num">
                                      <p:cBhvr>
                                        <p:cTn id="505" dur="7201" fill="hold"/>
                                        <p:tgtEl>
                                          <p:spTgt spid="440"/>
                                        </p:tgtEl>
                                        <p:attrNameLst>
                                          <p:attrName>ppt_h</p:attrName>
                                        </p:attrNameLst>
                                      </p:cBhvr>
                                      <p:tavLst>
                                        <p:tav tm="0">
                                          <p:val>
                                            <p:fltVal val="0"/>
                                          </p:val>
                                        </p:tav>
                                        <p:tav tm="100000">
                                          <p:val>
                                            <p:strVal val="#ppt_h"/>
                                          </p:val>
                                        </p:tav>
                                      </p:tavLst>
                                    </p:anim>
                                    <p:animEffect transition="in" filter="fade">
                                      <p:cBhvr>
                                        <p:cTn id="506" dur="7201"/>
                                        <p:tgtEl>
                                          <p:spTgt spid="440"/>
                                        </p:tgtEl>
                                      </p:cBhvr>
                                    </p:animEffect>
                                    <p:anim calcmode="lin" valueType="num">
                                      <p:cBhvr>
                                        <p:cTn id="507" dur="7201" fill="hold"/>
                                        <p:tgtEl>
                                          <p:spTgt spid="440"/>
                                        </p:tgtEl>
                                        <p:attrNameLst>
                                          <p:attrName>ppt_x</p:attrName>
                                        </p:attrNameLst>
                                      </p:cBhvr>
                                      <p:tavLst>
                                        <p:tav tm="0">
                                          <p:val>
                                            <p:fltVal val="0.5"/>
                                          </p:val>
                                        </p:tav>
                                        <p:tav tm="100000">
                                          <p:val>
                                            <p:strVal val="#ppt_x"/>
                                          </p:val>
                                        </p:tav>
                                      </p:tavLst>
                                    </p:anim>
                                    <p:anim calcmode="lin" valueType="num">
                                      <p:cBhvr>
                                        <p:cTn id="508" dur="7201" fill="hold"/>
                                        <p:tgtEl>
                                          <p:spTgt spid="440"/>
                                        </p:tgtEl>
                                        <p:attrNameLst>
                                          <p:attrName>ppt_y</p:attrName>
                                        </p:attrNameLst>
                                      </p:cBhvr>
                                      <p:tavLst>
                                        <p:tav tm="0">
                                          <p:val>
                                            <p:fltVal val="0.5"/>
                                          </p:val>
                                        </p:tav>
                                        <p:tav tm="100000">
                                          <p:val>
                                            <p:strVal val="#ppt_y"/>
                                          </p:val>
                                        </p:tav>
                                      </p:tavLst>
                                    </p:anim>
                                  </p:childTnLst>
                                </p:cTn>
                              </p:par>
                              <p:par>
                                <p:cTn id="509" presetID="53" presetClass="entr" presetSubtype="528" repeatCount="indefinite" fill="hold" grpId="0" nodeType="withEffect">
                                  <p:stCondLst>
                                    <p:cond delay="157"/>
                                  </p:stCondLst>
                                  <p:childTnLst>
                                    <p:set>
                                      <p:cBhvr>
                                        <p:cTn id="510" dur="1" fill="hold">
                                          <p:stCondLst>
                                            <p:cond delay="0"/>
                                          </p:stCondLst>
                                        </p:cTn>
                                        <p:tgtEl>
                                          <p:spTgt spid="441"/>
                                        </p:tgtEl>
                                        <p:attrNameLst>
                                          <p:attrName>style.visibility</p:attrName>
                                        </p:attrNameLst>
                                      </p:cBhvr>
                                      <p:to>
                                        <p:strVal val="visible"/>
                                      </p:to>
                                    </p:set>
                                    <p:anim calcmode="lin" valueType="num">
                                      <p:cBhvr>
                                        <p:cTn id="511" dur="7468" fill="hold"/>
                                        <p:tgtEl>
                                          <p:spTgt spid="441"/>
                                        </p:tgtEl>
                                        <p:attrNameLst>
                                          <p:attrName>ppt_w</p:attrName>
                                        </p:attrNameLst>
                                      </p:cBhvr>
                                      <p:tavLst>
                                        <p:tav tm="0">
                                          <p:val>
                                            <p:fltVal val="0"/>
                                          </p:val>
                                        </p:tav>
                                        <p:tav tm="100000">
                                          <p:val>
                                            <p:strVal val="#ppt_w"/>
                                          </p:val>
                                        </p:tav>
                                      </p:tavLst>
                                    </p:anim>
                                    <p:anim calcmode="lin" valueType="num">
                                      <p:cBhvr>
                                        <p:cTn id="512" dur="7468" fill="hold"/>
                                        <p:tgtEl>
                                          <p:spTgt spid="441"/>
                                        </p:tgtEl>
                                        <p:attrNameLst>
                                          <p:attrName>ppt_h</p:attrName>
                                        </p:attrNameLst>
                                      </p:cBhvr>
                                      <p:tavLst>
                                        <p:tav tm="0">
                                          <p:val>
                                            <p:fltVal val="0"/>
                                          </p:val>
                                        </p:tav>
                                        <p:tav tm="100000">
                                          <p:val>
                                            <p:strVal val="#ppt_h"/>
                                          </p:val>
                                        </p:tav>
                                      </p:tavLst>
                                    </p:anim>
                                    <p:animEffect transition="in" filter="fade">
                                      <p:cBhvr>
                                        <p:cTn id="513" dur="7468"/>
                                        <p:tgtEl>
                                          <p:spTgt spid="441"/>
                                        </p:tgtEl>
                                      </p:cBhvr>
                                    </p:animEffect>
                                    <p:anim calcmode="lin" valueType="num">
                                      <p:cBhvr>
                                        <p:cTn id="514" dur="7468" fill="hold"/>
                                        <p:tgtEl>
                                          <p:spTgt spid="441"/>
                                        </p:tgtEl>
                                        <p:attrNameLst>
                                          <p:attrName>ppt_x</p:attrName>
                                        </p:attrNameLst>
                                      </p:cBhvr>
                                      <p:tavLst>
                                        <p:tav tm="0">
                                          <p:val>
                                            <p:fltVal val="0.5"/>
                                          </p:val>
                                        </p:tav>
                                        <p:tav tm="100000">
                                          <p:val>
                                            <p:strVal val="#ppt_x"/>
                                          </p:val>
                                        </p:tav>
                                      </p:tavLst>
                                    </p:anim>
                                    <p:anim calcmode="lin" valueType="num">
                                      <p:cBhvr>
                                        <p:cTn id="515" dur="7468" fill="hold"/>
                                        <p:tgtEl>
                                          <p:spTgt spid="441"/>
                                        </p:tgtEl>
                                        <p:attrNameLst>
                                          <p:attrName>ppt_y</p:attrName>
                                        </p:attrNameLst>
                                      </p:cBhvr>
                                      <p:tavLst>
                                        <p:tav tm="0">
                                          <p:val>
                                            <p:fltVal val="0.5"/>
                                          </p:val>
                                        </p:tav>
                                        <p:tav tm="100000">
                                          <p:val>
                                            <p:strVal val="#ppt_y"/>
                                          </p:val>
                                        </p:tav>
                                      </p:tavLst>
                                    </p:anim>
                                  </p:childTnLst>
                                </p:cTn>
                              </p:par>
                              <p:par>
                                <p:cTn id="516" presetID="53" presetClass="entr" presetSubtype="528" repeatCount="indefinite" fill="hold" grpId="0" nodeType="withEffect">
                                  <p:stCondLst>
                                    <p:cond delay="234"/>
                                  </p:stCondLst>
                                  <p:childTnLst>
                                    <p:set>
                                      <p:cBhvr>
                                        <p:cTn id="517" dur="1" fill="hold">
                                          <p:stCondLst>
                                            <p:cond delay="0"/>
                                          </p:stCondLst>
                                        </p:cTn>
                                        <p:tgtEl>
                                          <p:spTgt spid="457"/>
                                        </p:tgtEl>
                                        <p:attrNameLst>
                                          <p:attrName>style.visibility</p:attrName>
                                        </p:attrNameLst>
                                      </p:cBhvr>
                                      <p:to>
                                        <p:strVal val="visible"/>
                                      </p:to>
                                    </p:set>
                                    <p:anim calcmode="lin" valueType="num">
                                      <p:cBhvr>
                                        <p:cTn id="518" dur="7485" fill="hold"/>
                                        <p:tgtEl>
                                          <p:spTgt spid="457"/>
                                        </p:tgtEl>
                                        <p:attrNameLst>
                                          <p:attrName>ppt_w</p:attrName>
                                        </p:attrNameLst>
                                      </p:cBhvr>
                                      <p:tavLst>
                                        <p:tav tm="0">
                                          <p:val>
                                            <p:fltVal val="0"/>
                                          </p:val>
                                        </p:tav>
                                        <p:tav tm="100000">
                                          <p:val>
                                            <p:strVal val="#ppt_w"/>
                                          </p:val>
                                        </p:tav>
                                      </p:tavLst>
                                    </p:anim>
                                    <p:anim calcmode="lin" valueType="num">
                                      <p:cBhvr>
                                        <p:cTn id="519" dur="7485" fill="hold"/>
                                        <p:tgtEl>
                                          <p:spTgt spid="457"/>
                                        </p:tgtEl>
                                        <p:attrNameLst>
                                          <p:attrName>ppt_h</p:attrName>
                                        </p:attrNameLst>
                                      </p:cBhvr>
                                      <p:tavLst>
                                        <p:tav tm="0">
                                          <p:val>
                                            <p:fltVal val="0"/>
                                          </p:val>
                                        </p:tav>
                                        <p:tav tm="100000">
                                          <p:val>
                                            <p:strVal val="#ppt_h"/>
                                          </p:val>
                                        </p:tav>
                                      </p:tavLst>
                                    </p:anim>
                                    <p:animEffect transition="in" filter="fade">
                                      <p:cBhvr>
                                        <p:cTn id="520" dur="7485"/>
                                        <p:tgtEl>
                                          <p:spTgt spid="457"/>
                                        </p:tgtEl>
                                      </p:cBhvr>
                                    </p:animEffect>
                                    <p:anim calcmode="lin" valueType="num">
                                      <p:cBhvr>
                                        <p:cTn id="521" dur="7485" fill="hold"/>
                                        <p:tgtEl>
                                          <p:spTgt spid="457"/>
                                        </p:tgtEl>
                                        <p:attrNameLst>
                                          <p:attrName>ppt_x</p:attrName>
                                        </p:attrNameLst>
                                      </p:cBhvr>
                                      <p:tavLst>
                                        <p:tav tm="0">
                                          <p:val>
                                            <p:fltVal val="0.5"/>
                                          </p:val>
                                        </p:tav>
                                        <p:tav tm="100000">
                                          <p:val>
                                            <p:strVal val="#ppt_x"/>
                                          </p:val>
                                        </p:tav>
                                      </p:tavLst>
                                    </p:anim>
                                    <p:anim calcmode="lin" valueType="num">
                                      <p:cBhvr>
                                        <p:cTn id="522" dur="7485" fill="hold"/>
                                        <p:tgtEl>
                                          <p:spTgt spid="457"/>
                                        </p:tgtEl>
                                        <p:attrNameLst>
                                          <p:attrName>ppt_y</p:attrName>
                                        </p:attrNameLst>
                                      </p:cBhvr>
                                      <p:tavLst>
                                        <p:tav tm="0">
                                          <p:val>
                                            <p:fltVal val="0.5"/>
                                          </p:val>
                                        </p:tav>
                                        <p:tav tm="100000">
                                          <p:val>
                                            <p:strVal val="#ppt_y"/>
                                          </p:val>
                                        </p:tav>
                                      </p:tavLst>
                                    </p:anim>
                                  </p:childTnLst>
                                </p:cTn>
                              </p:par>
                              <p:par>
                                <p:cTn id="523" presetID="53" presetClass="entr" presetSubtype="528" repeatCount="indefinite" fill="hold" grpId="0" nodeType="withEffect">
                                  <p:stCondLst>
                                    <p:cond delay="1802"/>
                                  </p:stCondLst>
                                  <p:childTnLst>
                                    <p:set>
                                      <p:cBhvr>
                                        <p:cTn id="524" dur="1" fill="hold">
                                          <p:stCondLst>
                                            <p:cond delay="0"/>
                                          </p:stCondLst>
                                        </p:cTn>
                                        <p:tgtEl>
                                          <p:spTgt spid="463"/>
                                        </p:tgtEl>
                                        <p:attrNameLst>
                                          <p:attrName>style.visibility</p:attrName>
                                        </p:attrNameLst>
                                      </p:cBhvr>
                                      <p:to>
                                        <p:strVal val="visible"/>
                                      </p:to>
                                    </p:set>
                                    <p:anim calcmode="lin" valueType="num">
                                      <p:cBhvr>
                                        <p:cTn id="525" dur="6432" fill="hold"/>
                                        <p:tgtEl>
                                          <p:spTgt spid="463"/>
                                        </p:tgtEl>
                                        <p:attrNameLst>
                                          <p:attrName>ppt_w</p:attrName>
                                        </p:attrNameLst>
                                      </p:cBhvr>
                                      <p:tavLst>
                                        <p:tav tm="0">
                                          <p:val>
                                            <p:fltVal val="0"/>
                                          </p:val>
                                        </p:tav>
                                        <p:tav tm="100000">
                                          <p:val>
                                            <p:strVal val="#ppt_w"/>
                                          </p:val>
                                        </p:tav>
                                      </p:tavLst>
                                    </p:anim>
                                    <p:anim calcmode="lin" valueType="num">
                                      <p:cBhvr>
                                        <p:cTn id="526" dur="6432" fill="hold"/>
                                        <p:tgtEl>
                                          <p:spTgt spid="463"/>
                                        </p:tgtEl>
                                        <p:attrNameLst>
                                          <p:attrName>ppt_h</p:attrName>
                                        </p:attrNameLst>
                                      </p:cBhvr>
                                      <p:tavLst>
                                        <p:tav tm="0">
                                          <p:val>
                                            <p:fltVal val="0"/>
                                          </p:val>
                                        </p:tav>
                                        <p:tav tm="100000">
                                          <p:val>
                                            <p:strVal val="#ppt_h"/>
                                          </p:val>
                                        </p:tav>
                                      </p:tavLst>
                                    </p:anim>
                                    <p:animEffect transition="in" filter="fade">
                                      <p:cBhvr>
                                        <p:cTn id="527" dur="6432"/>
                                        <p:tgtEl>
                                          <p:spTgt spid="463"/>
                                        </p:tgtEl>
                                      </p:cBhvr>
                                    </p:animEffect>
                                    <p:anim calcmode="lin" valueType="num">
                                      <p:cBhvr>
                                        <p:cTn id="528" dur="6432" fill="hold"/>
                                        <p:tgtEl>
                                          <p:spTgt spid="463"/>
                                        </p:tgtEl>
                                        <p:attrNameLst>
                                          <p:attrName>ppt_x</p:attrName>
                                        </p:attrNameLst>
                                      </p:cBhvr>
                                      <p:tavLst>
                                        <p:tav tm="0">
                                          <p:val>
                                            <p:fltVal val="0.5"/>
                                          </p:val>
                                        </p:tav>
                                        <p:tav tm="100000">
                                          <p:val>
                                            <p:strVal val="#ppt_x"/>
                                          </p:val>
                                        </p:tav>
                                      </p:tavLst>
                                    </p:anim>
                                    <p:anim calcmode="lin" valueType="num">
                                      <p:cBhvr>
                                        <p:cTn id="529" dur="6432" fill="hold"/>
                                        <p:tgtEl>
                                          <p:spTgt spid="463"/>
                                        </p:tgtEl>
                                        <p:attrNameLst>
                                          <p:attrName>ppt_y</p:attrName>
                                        </p:attrNameLst>
                                      </p:cBhvr>
                                      <p:tavLst>
                                        <p:tav tm="0">
                                          <p:val>
                                            <p:fltVal val="0.5"/>
                                          </p:val>
                                        </p:tav>
                                        <p:tav tm="100000">
                                          <p:val>
                                            <p:strVal val="#ppt_y"/>
                                          </p:val>
                                        </p:tav>
                                      </p:tavLst>
                                    </p:anim>
                                  </p:childTnLst>
                                </p:cTn>
                              </p:par>
                              <p:par>
                                <p:cTn id="530" presetID="53" presetClass="entr" presetSubtype="528" repeatCount="indefinite" fill="hold" grpId="0" nodeType="withEffect">
                                  <p:stCondLst>
                                    <p:cond delay="736"/>
                                  </p:stCondLst>
                                  <p:childTnLst>
                                    <p:set>
                                      <p:cBhvr>
                                        <p:cTn id="531" dur="1" fill="hold">
                                          <p:stCondLst>
                                            <p:cond delay="0"/>
                                          </p:stCondLst>
                                        </p:cTn>
                                        <p:tgtEl>
                                          <p:spTgt spid="465"/>
                                        </p:tgtEl>
                                        <p:attrNameLst>
                                          <p:attrName>style.visibility</p:attrName>
                                        </p:attrNameLst>
                                      </p:cBhvr>
                                      <p:to>
                                        <p:strVal val="visible"/>
                                      </p:to>
                                    </p:set>
                                    <p:anim calcmode="lin" valueType="num">
                                      <p:cBhvr>
                                        <p:cTn id="532" dur="5423" fill="hold"/>
                                        <p:tgtEl>
                                          <p:spTgt spid="465"/>
                                        </p:tgtEl>
                                        <p:attrNameLst>
                                          <p:attrName>ppt_w</p:attrName>
                                        </p:attrNameLst>
                                      </p:cBhvr>
                                      <p:tavLst>
                                        <p:tav tm="0">
                                          <p:val>
                                            <p:fltVal val="0"/>
                                          </p:val>
                                        </p:tav>
                                        <p:tav tm="100000">
                                          <p:val>
                                            <p:strVal val="#ppt_w"/>
                                          </p:val>
                                        </p:tav>
                                      </p:tavLst>
                                    </p:anim>
                                    <p:anim calcmode="lin" valueType="num">
                                      <p:cBhvr>
                                        <p:cTn id="533" dur="5423" fill="hold"/>
                                        <p:tgtEl>
                                          <p:spTgt spid="465"/>
                                        </p:tgtEl>
                                        <p:attrNameLst>
                                          <p:attrName>ppt_h</p:attrName>
                                        </p:attrNameLst>
                                      </p:cBhvr>
                                      <p:tavLst>
                                        <p:tav tm="0">
                                          <p:val>
                                            <p:fltVal val="0"/>
                                          </p:val>
                                        </p:tav>
                                        <p:tav tm="100000">
                                          <p:val>
                                            <p:strVal val="#ppt_h"/>
                                          </p:val>
                                        </p:tav>
                                      </p:tavLst>
                                    </p:anim>
                                    <p:animEffect transition="in" filter="fade">
                                      <p:cBhvr>
                                        <p:cTn id="534" dur="5423"/>
                                        <p:tgtEl>
                                          <p:spTgt spid="465"/>
                                        </p:tgtEl>
                                      </p:cBhvr>
                                    </p:animEffect>
                                    <p:anim calcmode="lin" valueType="num">
                                      <p:cBhvr>
                                        <p:cTn id="535" dur="5423" fill="hold"/>
                                        <p:tgtEl>
                                          <p:spTgt spid="465"/>
                                        </p:tgtEl>
                                        <p:attrNameLst>
                                          <p:attrName>ppt_x</p:attrName>
                                        </p:attrNameLst>
                                      </p:cBhvr>
                                      <p:tavLst>
                                        <p:tav tm="0">
                                          <p:val>
                                            <p:fltVal val="0.5"/>
                                          </p:val>
                                        </p:tav>
                                        <p:tav tm="100000">
                                          <p:val>
                                            <p:strVal val="#ppt_x"/>
                                          </p:val>
                                        </p:tav>
                                      </p:tavLst>
                                    </p:anim>
                                    <p:anim calcmode="lin" valueType="num">
                                      <p:cBhvr>
                                        <p:cTn id="536" dur="5423" fill="hold"/>
                                        <p:tgtEl>
                                          <p:spTgt spid="465"/>
                                        </p:tgtEl>
                                        <p:attrNameLst>
                                          <p:attrName>ppt_y</p:attrName>
                                        </p:attrNameLst>
                                      </p:cBhvr>
                                      <p:tavLst>
                                        <p:tav tm="0">
                                          <p:val>
                                            <p:fltVal val="0.5"/>
                                          </p:val>
                                        </p:tav>
                                        <p:tav tm="100000">
                                          <p:val>
                                            <p:strVal val="#ppt_y"/>
                                          </p:val>
                                        </p:tav>
                                      </p:tavLst>
                                    </p:anim>
                                  </p:childTnLst>
                                </p:cTn>
                              </p:par>
                              <p:par>
                                <p:cTn id="537" presetID="53" presetClass="entr" presetSubtype="528" repeatCount="indefinite" fill="hold" grpId="0" nodeType="withEffect">
                                  <p:stCondLst>
                                    <p:cond delay="482"/>
                                  </p:stCondLst>
                                  <p:childTnLst>
                                    <p:set>
                                      <p:cBhvr>
                                        <p:cTn id="538" dur="1" fill="hold">
                                          <p:stCondLst>
                                            <p:cond delay="0"/>
                                          </p:stCondLst>
                                        </p:cTn>
                                        <p:tgtEl>
                                          <p:spTgt spid="466"/>
                                        </p:tgtEl>
                                        <p:attrNameLst>
                                          <p:attrName>style.visibility</p:attrName>
                                        </p:attrNameLst>
                                      </p:cBhvr>
                                      <p:to>
                                        <p:strVal val="visible"/>
                                      </p:to>
                                    </p:set>
                                    <p:anim calcmode="lin" valueType="num">
                                      <p:cBhvr>
                                        <p:cTn id="539" dur="5102" fill="hold"/>
                                        <p:tgtEl>
                                          <p:spTgt spid="466"/>
                                        </p:tgtEl>
                                        <p:attrNameLst>
                                          <p:attrName>ppt_w</p:attrName>
                                        </p:attrNameLst>
                                      </p:cBhvr>
                                      <p:tavLst>
                                        <p:tav tm="0">
                                          <p:val>
                                            <p:fltVal val="0"/>
                                          </p:val>
                                        </p:tav>
                                        <p:tav tm="100000">
                                          <p:val>
                                            <p:strVal val="#ppt_w"/>
                                          </p:val>
                                        </p:tav>
                                      </p:tavLst>
                                    </p:anim>
                                    <p:anim calcmode="lin" valueType="num">
                                      <p:cBhvr>
                                        <p:cTn id="540" dur="5102" fill="hold"/>
                                        <p:tgtEl>
                                          <p:spTgt spid="466"/>
                                        </p:tgtEl>
                                        <p:attrNameLst>
                                          <p:attrName>ppt_h</p:attrName>
                                        </p:attrNameLst>
                                      </p:cBhvr>
                                      <p:tavLst>
                                        <p:tav tm="0">
                                          <p:val>
                                            <p:fltVal val="0"/>
                                          </p:val>
                                        </p:tav>
                                        <p:tav tm="100000">
                                          <p:val>
                                            <p:strVal val="#ppt_h"/>
                                          </p:val>
                                        </p:tav>
                                      </p:tavLst>
                                    </p:anim>
                                    <p:animEffect transition="in" filter="fade">
                                      <p:cBhvr>
                                        <p:cTn id="541" dur="5102"/>
                                        <p:tgtEl>
                                          <p:spTgt spid="466"/>
                                        </p:tgtEl>
                                      </p:cBhvr>
                                    </p:animEffect>
                                    <p:anim calcmode="lin" valueType="num">
                                      <p:cBhvr>
                                        <p:cTn id="542" dur="5102" fill="hold"/>
                                        <p:tgtEl>
                                          <p:spTgt spid="466"/>
                                        </p:tgtEl>
                                        <p:attrNameLst>
                                          <p:attrName>ppt_x</p:attrName>
                                        </p:attrNameLst>
                                      </p:cBhvr>
                                      <p:tavLst>
                                        <p:tav tm="0">
                                          <p:val>
                                            <p:fltVal val="0.5"/>
                                          </p:val>
                                        </p:tav>
                                        <p:tav tm="100000">
                                          <p:val>
                                            <p:strVal val="#ppt_x"/>
                                          </p:val>
                                        </p:tav>
                                      </p:tavLst>
                                    </p:anim>
                                    <p:anim calcmode="lin" valueType="num">
                                      <p:cBhvr>
                                        <p:cTn id="543" dur="5102" fill="hold"/>
                                        <p:tgtEl>
                                          <p:spTgt spid="466"/>
                                        </p:tgtEl>
                                        <p:attrNameLst>
                                          <p:attrName>ppt_y</p:attrName>
                                        </p:attrNameLst>
                                      </p:cBhvr>
                                      <p:tavLst>
                                        <p:tav tm="0">
                                          <p:val>
                                            <p:fltVal val="0.5"/>
                                          </p:val>
                                        </p:tav>
                                        <p:tav tm="100000">
                                          <p:val>
                                            <p:strVal val="#ppt_y"/>
                                          </p:val>
                                        </p:tav>
                                      </p:tavLst>
                                    </p:anim>
                                  </p:childTnLst>
                                </p:cTn>
                              </p:par>
                              <p:par>
                                <p:cTn id="544" presetID="53" presetClass="entr" presetSubtype="528" repeatCount="indefinite" fill="hold" grpId="0" nodeType="withEffect">
                                  <p:stCondLst>
                                    <p:cond delay="399"/>
                                  </p:stCondLst>
                                  <p:childTnLst>
                                    <p:set>
                                      <p:cBhvr>
                                        <p:cTn id="545" dur="1" fill="hold">
                                          <p:stCondLst>
                                            <p:cond delay="0"/>
                                          </p:stCondLst>
                                        </p:cTn>
                                        <p:tgtEl>
                                          <p:spTgt spid="468"/>
                                        </p:tgtEl>
                                        <p:attrNameLst>
                                          <p:attrName>style.visibility</p:attrName>
                                        </p:attrNameLst>
                                      </p:cBhvr>
                                      <p:to>
                                        <p:strVal val="visible"/>
                                      </p:to>
                                    </p:set>
                                    <p:anim calcmode="lin" valueType="num">
                                      <p:cBhvr>
                                        <p:cTn id="546" dur="5819" fill="hold"/>
                                        <p:tgtEl>
                                          <p:spTgt spid="468"/>
                                        </p:tgtEl>
                                        <p:attrNameLst>
                                          <p:attrName>ppt_w</p:attrName>
                                        </p:attrNameLst>
                                      </p:cBhvr>
                                      <p:tavLst>
                                        <p:tav tm="0">
                                          <p:val>
                                            <p:fltVal val="0"/>
                                          </p:val>
                                        </p:tav>
                                        <p:tav tm="100000">
                                          <p:val>
                                            <p:strVal val="#ppt_w"/>
                                          </p:val>
                                        </p:tav>
                                      </p:tavLst>
                                    </p:anim>
                                    <p:anim calcmode="lin" valueType="num">
                                      <p:cBhvr>
                                        <p:cTn id="547" dur="5819" fill="hold"/>
                                        <p:tgtEl>
                                          <p:spTgt spid="468"/>
                                        </p:tgtEl>
                                        <p:attrNameLst>
                                          <p:attrName>ppt_h</p:attrName>
                                        </p:attrNameLst>
                                      </p:cBhvr>
                                      <p:tavLst>
                                        <p:tav tm="0">
                                          <p:val>
                                            <p:fltVal val="0"/>
                                          </p:val>
                                        </p:tav>
                                        <p:tav tm="100000">
                                          <p:val>
                                            <p:strVal val="#ppt_h"/>
                                          </p:val>
                                        </p:tav>
                                      </p:tavLst>
                                    </p:anim>
                                    <p:animEffect transition="in" filter="fade">
                                      <p:cBhvr>
                                        <p:cTn id="548" dur="5819"/>
                                        <p:tgtEl>
                                          <p:spTgt spid="468"/>
                                        </p:tgtEl>
                                      </p:cBhvr>
                                    </p:animEffect>
                                    <p:anim calcmode="lin" valueType="num">
                                      <p:cBhvr>
                                        <p:cTn id="549" dur="5819" fill="hold"/>
                                        <p:tgtEl>
                                          <p:spTgt spid="468"/>
                                        </p:tgtEl>
                                        <p:attrNameLst>
                                          <p:attrName>ppt_x</p:attrName>
                                        </p:attrNameLst>
                                      </p:cBhvr>
                                      <p:tavLst>
                                        <p:tav tm="0">
                                          <p:val>
                                            <p:fltVal val="0.5"/>
                                          </p:val>
                                        </p:tav>
                                        <p:tav tm="100000">
                                          <p:val>
                                            <p:strVal val="#ppt_x"/>
                                          </p:val>
                                        </p:tav>
                                      </p:tavLst>
                                    </p:anim>
                                    <p:anim calcmode="lin" valueType="num">
                                      <p:cBhvr>
                                        <p:cTn id="550" dur="5819" fill="hold"/>
                                        <p:tgtEl>
                                          <p:spTgt spid="468"/>
                                        </p:tgtEl>
                                        <p:attrNameLst>
                                          <p:attrName>ppt_y</p:attrName>
                                        </p:attrNameLst>
                                      </p:cBhvr>
                                      <p:tavLst>
                                        <p:tav tm="0">
                                          <p:val>
                                            <p:fltVal val="0.5"/>
                                          </p:val>
                                        </p:tav>
                                        <p:tav tm="100000">
                                          <p:val>
                                            <p:strVal val="#ppt_y"/>
                                          </p:val>
                                        </p:tav>
                                      </p:tavLst>
                                    </p:anim>
                                  </p:childTnLst>
                                </p:cTn>
                              </p:par>
                              <p:par>
                                <p:cTn id="551" presetID="53" presetClass="entr" presetSubtype="528" repeatCount="indefinite" fill="hold" grpId="0" nodeType="withEffect">
                                  <p:stCondLst>
                                    <p:cond delay="1338"/>
                                  </p:stCondLst>
                                  <p:childTnLst>
                                    <p:set>
                                      <p:cBhvr>
                                        <p:cTn id="552" dur="1" fill="hold">
                                          <p:stCondLst>
                                            <p:cond delay="0"/>
                                          </p:stCondLst>
                                        </p:cTn>
                                        <p:tgtEl>
                                          <p:spTgt spid="469"/>
                                        </p:tgtEl>
                                        <p:attrNameLst>
                                          <p:attrName>style.visibility</p:attrName>
                                        </p:attrNameLst>
                                      </p:cBhvr>
                                      <p:to>
                                        <p:strVal val="visible"/>
                                      </p:to>
                                    </p:set>
                                    <p:anim calcmode="lin" valueType="num">
                                      <p:cBhvr>
                                        <p:cTn id="553" dur="6554" fill="hold"/>
                                        <p:tgtEl>
                                          <p:spTgt spid="469"/>
                                        </p:tgtEl>
                                        <p:attrNameLst>
                                          <p:attrName>ppt_w</p:attrName>
                                        </p:attrNameLst>
                                      </p:cBhvr>
                                      <p:tavLst>
                                        <p:tav tm="0">
                                          <p:val>
                                            <p:fltVal val="0"/>
                                          </p:val>
                                        </p:tav>
                                        <p:tav tm="100000">
                                          <p:val>
                                            <p:strVal val="#ppt_w"/>
                                          </p:val>
                                        </p:tav>
                                      </p:tavLst>
                                    </p:anim>
                                    <p:anim calcmode="lin" valueType="num">
                                      <p:cBhvr>
                                        <p:cTn id="554" dur="6554" fill="hold"/>
                                        <p:tgtEl>
                                          <p:spTgt spid="469"/>
                                        </p:tgtEl>
                                        <p:attrNameLst>
                                          <p:attrName>ppt_h</p:attrName>
                                        </p:attrNameLst>
                                      </p:cBhvr>
                                      <p:tavLst>
                                        <p:tav tm="0">
                                          <p:val>
                                            <p:fltVal val="0"/>
                                          </p:val>
                                        </p:tav>
                                        <p:tav tm="100000">
                                          <p:val>
                                            <p:strVal val="#ppt_h"/>
                                          </p:val>
                                        </p:tav>
                                      </p:tavLst>
                                    </p:anim>
                                    <p:animEffect transition="in" filter="fade">
                                      <p:cBhvr>
                                        <p:cTn id="555" dur="6554"/>
                                        <p:tgtEl>
                                          <p:spTgt spid="469"/>
                                        </p:tgtEl>
                                      </p:cBhvr>
                                    </p:animEffect>
                                    <p:anim calcmode="lin" valueType="num">
                                      <p:cBhvr>
                                        <p:cTn id="556" dur="6554" fill="hold"/>
                                        <p:tgtEl>
                                          <p:spTgt spid="469"/>
                                        </p:tgtEl>
                                        <p:attrNameLst>
                                          <p:attrName>ppt_x</p:attrName>
                                        </p:attrNameLst>
                                      </p:cBhvr>
                                      <p:tavLst>
                                        <p:tav tm="0">
                                          <p:val>
                                            <p:fltVal val="0.5"/>
                                          </p:val>
                                        </p:tav>
                                        <p:tav tm="100000">
                                          <p:val>
                                            <p:strVal val="#ppt_x"/>
                                          </p:val>
                                        </p:tav>
                                      </p:tavLst>
                                    </p:anim>
                                    <p:anim calcmode="lin" valueType="num">
                                      <p:cBhvr>
                                        <p:cTn id="557" dur="6554" fill="hold"/>
                                        <p:tgtEl>
                                          <p:spTgt spid="469"/>
                                        </p:tgtEl>
                                        <p:attrNameLst>
                                          <p:attrName>ppt_y</p:attrName>
                                        </p:attrNameLst>
                                      </p:cBhvr>
                                      <p:tavLst>
                                        <p:tav tm="0">
                                          <p:val>
                                            <p:fltVal val="0.5"/>
                                          </p:val>
                                        </p:tav>
                                        <p:tav tm="100000">
                                          <p:val>
                                            <p:strVal val="#ppt_y"/>
                                          </p:val>
                                        </p:tav>
                                      </p:tavLst>
                                    </p:anim>
                                  </p:childTnLst>
                                </p:cTn>
                              </p:par>
                              <p:par>
                                <p:cTn id="558" presetID="53" presetClass="entr" presetSubtype="528" repeatCount="indefinite" fill="hold" grpId="0" nodeType="withEffect">
                                  <p:stCondLst>
                                    <p:cond delay="245"/>
                                  </p:stCondLst>
                                  <p:childTnLst>
                                    <p:set>
                                      <p:cBhvr>
                                        <p:cTn id="559" dur="1" fill="hold">
                                          <p:stCondLst>
                                            <p:cond delay="0"/>
                                          </p:stCondLst>
                                        </p:cTn>
                                        <p:tgtEl>
                                          <p:spTgt spid="470"/>
                                        </p:tgtEl>
                                        <p:attrNameLst>
                                          <p:attrName>style.visibility</p:attrName>
                                        </p:attrNameLst>
                                      </p:cBhvr>
                                      <p:to>
                                        <p:strVal val="visible"/>
                                      </p:to>
                                    </p:set>
                                    <p:anim calcmode="lin" valueType="num">
                                      <p:cBhvr>
                                        <p:cTn id="560" dur="5853" fill="hold"/>
                                        <p:tgtEl>
                                          <p:spTgt spid="470"/>
                                        </p:tgtEl>
                                        <p:attrNameLst>
                                          <p:attrName>ppt_w</p:attrName>
                                        </p:attrNameLst>
                                      </p:cBhvr>
                                      <p:tavLst>
                                        <p:tav tm="0">
                                          <p:val>
                                            <p:fltVal val="0"/>
                                          </p:val>
                                        </p:tav>
                                        <p:tav tm="100000">
                                          <p:val>
                                            <p:strVal val="#ppt_w"/>
                                          </p:val>
                                        </p:tav>
                                      </p:tavLst>
                                    </p:anim>
                                    <p:anim calcmode="lin" valueType="num">
                                      <p:cBhvr>
                                        <p:cTn id="561" dur="5853" fill="hold"/>
                                        <p:tgtEl>
                                          <p:spTgt spid="470"/>
                                        </p:tgtEl>
                                        <p:attrNameLst>
                                          <p:attrName>ppt_h</p:attrName>
                                        </p:attrNameLst>
                                      </p:cBhvr>
                                      <p:tavLst>
                                        <p:tav tm="0">
                                          <p:val>
                                            <p:fltVal val="0"/>
                                          </p:val>
                                        </p:tav>
                                        <p:tav tm="100000">
                                          <p:val>
                                            <p:strVal val="#ppt_h"/>
                                          </p:val>
                                        </p:tav>
                                      </p:tavLst>
                                    </p:anim>
                                    <p:animEffect transition="in" filter="fade">
                                      <p:cBhvr>
                                        <p:cTn id="562" dur="5853"/>
                                        <p:tgtEl>
                                          <p:spTgt spid="470"/>
                                        </p:tgtEl>
                                      </p:cBhvr>
                                    </p:animEffect>
                                    <p:anim calcmode="lin" valueType="num">
                                      <p:cBhvr>
                                        <p:cTn id="563" dur="5853" fill="hold"/>
                                        <p:tgtEl>
                                          <p:spTgt spid="470"/>
                                        </p:tgtEl>
                                        <p:attrNameLst>
                                          <p:attrName>ppt_x</p:attrName>
                                        </p:attrNameLst>
                                      </p:cBhvr>
                                      <p:tavLst>
                                        <p:tav tm="0">
                                          <p:val>
                                            <p:fltVal val="0.5"/>
                                          </p:val>
                                        </p:tav>
                                        <p:tav tm="100000">
                                          <p:val>
                                            <p:strVal val="#ppt_x"/>
                                          </p:val>
                                        </p:tav>
                                      </p:tavLst>
                                    </p:anim>
                                    <p:anim calcmode="lin" valueType="num">
                                      <p:cBhvr>
                                        <p:cTn id="564" dur="5853" fill="hold"/>
                                        <p:tgtEl>
                                          <p:spTgt spid="470"/>
                                        </p:tgtEl>
                                        <p:attrNameLst>
                                          <p:attrName>ppt_y</p:attrName>
                                        </p:attrNameLst>
                                      </p:cBhvr>
                                      <p:tavLst>
                                        <p:tav tm="0">
                                          <p:val>
                                            <p:fltVal val="0.5"/>
                                          </p:val>
                                        </p:tav>
                                        <p:tav tm="100000">
                                          <p:val>
                                            <p:strVal val="#ppt_y"/>
                                          </p:val>
                                        </p:tav>
                                      </p:tavLst>
                                    </p:anim>
                                  </p:childTnLst>
                                </p:cTn>
                              </p:par>
                              <p:par>
                                <p:cTn id="565" presetID="53" presetClass="entr" presetSubtype="528" repeatCount="indefinite" fill="hold" grpId="0" nodeType="withEffect">
                                  <p:stCondLst>
                                    <p:cond delay="1555"/>
                                  </p:stCondLst>
                                  <p:childTnLst>
                                    <p:set>
                                      <p:cBhvr>
                                        <p:cTn id="566" dur="1" fill="hold">
                                          <p:stCondLst>
                                            <p:cond delay="0"/>
                                          </p:stCondLst>
                                        </p:cTn>
                                        <p:tgtEl>
                                          <p:spTgt spid="472"/>
                                        </p:tgtEl>
                                        <p:attrNameLst>
                                          <p:attrName>style.visibility</p:attrName>
                                        </p:attrNameLst>
                                      </p:cBhvr>
                                      <p:to>
                                        <p:strVal val="visible"/>
                                      </p:to>
                                    </p:set>
                                    <p:anim calcmode="lin" valueType="num">
                                      <p:cBhvr>
                                        <p:cTn id="567" dur="5653" fill="hold"/>
                                        <p:tgtEl>
                                          <p:spTgt spid="472"/>
                                        </p:tgtEl>
                                        <p:attrNameLst>
                                          <p:attrName>ppt_w</p:attrName>
                                        </p:attrNameLst>
                                      </p:cBhvr>
                                      <p:tavLst>
                                        <p:tav tm="0">
                                          <p:val>
                                            <p:fltVal val="0"/>
                                          </p:val>
                                        </p:tav>
                                        <p:tav tm="100000">
                                          <p:val>
                                            <p:strVal val="#ppt_w"/>
                                          </p:val>
                                        </p:tav>
                                      </p:tavLst>
                                    </p:anim>
                                    <p:anim calcmode="lin" valueType="num">
                                      <p:cBhvr>
                                        <p:cTn id="568" dur="5653" fill="hold"/>
                                        <p:tgtEl>
                                          <p:spTgt spid="472"/>
                                        </p:tgtEl>
                                        <p:attrNameLst>
                                          <p:attrName>ppt_h</p:attrName>
                                        </p:attrNameLst>
                                      </p:cBhvr>
                                      <p:tavLst>
                                        <p:tav tm="0">
                                          <p:val>
                                            <p:fltVal val="0"/>
                                          </p:val>
                                        </p:tav>
                                        <p:tav tm="100000">
                                          <p:val>
                                            <p:strVal val="#ppt_h"/>
                                          </p:val>
                                        </p:tav>
                                      </p:tavLst>
                                    </p:anim>
                                    <p:animEffect transition="in" filter="fade">
                                      <p:cBhvr>
                                        <p:cTn id="569" dur="5653"/>
                                        <p:tgtEl>
                                          <p:spTgt spid="472"/>
                                        </p:tgtEl>
                                      </p:cBhvr>
                                    </p:animEffect>
                                    <p:anim calcmode="lin" valueType="num">
                                      <p:cBhvr>
                                        <p:cTn id="570" dur="5653" fill="hold"/>
                                        <p:tgtEl>
                                          <p:spTgt spid="472"/>
                                        </p:tgtEl>
                                        <p:attrNameLst>
                                          <p:attrName>ppt_x</p:attrName>
                                        </p:attrNameLst>
                                      </p:cBhvr>
                                      <p:tavLst>
                                        <p:tav tm="0">
                                          <p:val>
                                            <p:fltVal val="0.5"/>
                                          </p:val>
                                        </p:tav>
                                        <p:tav tm="100000">
                                          <p:val>
                                            <p:strVal val="#ppt_x"/>
                                          </p:val>
                                        </p:tav>
                                      </p:tavLst>
                                    </p:anim>
                                    <p:anim calcmode="lin" valueType="num">
                                      <p:cBhvr>
                                        <p:cTn id="571" dur="5653" fill="hold"/>
                                        <p:tgtEl>
                                          <p:spTgt spid="472"/>
                                        </p:tgtEl>
                                        <p:attrNameLst>
                                          <p:attrName>ppt_y</p:attrName>
                                        </p:attrNameLst>
                                      </p:cBhvr>
                                      <p:tavLst>
                                        <p:tav tm="0">
                                          <p:val>
                                            <p:fltVal val="0.5"/>
                                          </p:val>
                                        </p:tav>
                                        <p:tav tm="100000">
                                          <p:val>
                                            <p:strVal val="#ppt_y"/>
                                          </p:val>
                                        </p:tav>
                                      </p:tavLst>
                                    </p:anim>
                                  </p:childTnLst>
                                </p:cTn>
                              </p:par>
                              <p:par>
                                <p:cTn id="572" presetID="53" presetClass="entr" presetSubtype="528" repeatCount="indefinite" fill="hold" grpId="0" nodeType="withEffect">
                                  <p:stCondLst>
                                    <p:cond delay="1065"/>
                                  </p:stCondLst>
                                  <p:childTnLst>
                                    <p:set>
                                      <p:cBhvr>
                                        <p:cTn id="573" dur="1" fill="hold">
                                          <p:stCondLst>
                                            <p:cond delay="0"/>
                                          </p:stCondLst>
                                        </p:cTn>
                                        <p:tgtEl>
                                          <p:spTgt spid="473"/>
                                        </p:tgtEl>
                                        <p:attrNameLst>
                                          <p:attrName>style.visibility</p:attrName>
                                        </p:attrNameLst>
                                      </p:cBhvr>
                                      <p:to>
                                        <p:strVal val="visible"/>
                                      </p:to>
                                    </p:set>
                                    <p:anim calcmode="lin" valueType="num">
                                      <p:cBhvr>
                                        <p:cTn id="574" dur="7301" fill="hold"/>
                                        <p:tgtEl>
                                          <p:spTgt spid="473"/>
                                        </p:tgtEl>
                                        <p:attrNameLst>
                                          <p:attrName>ppt_w</p:attrName>
                                        </p:attrNameLst>
                                      </p:cBhvr>
                                      <p:tavLst>
                                        <p:tav tm="0">
                                          <p:val>
                                            <p:fltVal val="0"/>
                                          </p:val>
                                        </p:tav>
                                        <p:tav tm="100000">
                                          <p:val>
                                            <p:strVal val="#ppt_w"/>
                                          </p:val>
                                        </p:tav>
                                      </p:tavLst>
                                    </p:anim>
                                    <p:anim calcmode="lin" valueType="num">
                                      <p:cBhvr>
                                        <p:cTn id="575" dur="7301" fill="hold"/>
                                        <p:tgtEl>
                                          <p:spTgt spid="473"/>
                                        </p:tgtEl>
                                        <p:attrNameLst>
                                          <p:attrName>ppt_h</p:attrName>
                                        </p:attrNameLst>
                                      </p:cBhvr>
                                      <p:tavLst>
                                        <p:tav tm="0">
                                          <p:val>
                                            <p:fltVal val="0"/>
                                          </p:val>
                                        </p:tav>
                                        <p:tav tm="100000">
                                          <p:val>
                                            <p:strVal val="#ppt_h"/>
                                          </p:val>
                                        </p:tav>
                                      </p:tavLst>
                                    </p:anim>
                                    <p:animEffect transition="in" filter="fade">
                                      <p:cBhvr>
                                        <p:cTn id="576" dur="7301"/>
                                        <p:tgtEl>
                                          <p:spTgt spid="473"/>
                                        </p:tgtEl>
                                      </p:cBhvr>
                                    </p:animEffect>
                                    <p:anim calcmode="lin" valueType="num">
                                      <p:cBhvr>
                                        <p:cTn id="577" dur="7301" fill="hold"/>
                                        <p:tgtEl>
                                          <p:spTgt spid="473"/>
                                        </p:tgtEl>
                                        <p:attrNameLst>
                                          <p:attrName>ppt_x</p:attrName>
                                        </p:attrNameLst>
                                      </p:cBhvr>
                                      <p:tavLst>
                                        <p:tav tm="0">
                                          <p:val>
                                            <p:fltVal val="0.5"/>
                                          </p:val>
                                        </p:tav>
                                        <p:tav tm="100000">
                                          <p:val>
                                            <p:strVal val="#ppt_x"/>
                                          </p:val>
                                        </p:tav>
                                      </p:tavLst>
                                    </p:anim>
                                    <p:anim calcmode="lin" valueType="num">
                                      <p:cBhvr>
                                        <p:cTn id="578" dur="7301" fill="hold"/>
                                        <p:tgtEl>
                                          <p:spTgt spid="473"/>
                                        </p:tgtEl>
                                        <p:attrNameLst>
                                          <p:attrName>ppt_y</p:attrName>
                                        </p:attrNameLst>
                                      </p:cBhvr>
                                      <p:tavLst>
                                        <p:tav tm="0">
                                          <p:val>
                                            <p:fltVal val="0.5"/>
                                          </p:val>
                                        </p:tav>
                                        <p:tav tm="100000">
                                          <p:val>
                                            <p:strVal val="#ppt_y"/>
                                          </p:val>
                                        </p:tav>
                                      </p:tavLst>
                                    </p:anim>
                                  </p:childTnLst>
                                </p:cTn>
                              </p:par>
                              <p:par>
                                <p:cTn id="579" presetID="53" presetClass="entr" presetSubtype="528" repeatCount="indefinite" fill="hold" grpId="0" nodeType="withEffect">
                                  <p:stCondLst>
                                    <p:cond delay="1298"/>
                                  </p:stCondLst>
                                  <p:childTnLst>
                                    <p:set>
                                      <p:cBhvr>
                                        <p:cTn id="580" dur="1" fill="hold">
                                          <p:stCondLst>
                                            <p:cond delay="0"/>
                                          </p:stCondLst>
                                        </p:cTn>
                                        <p:tgtEl>
                                          <p:spTgt spid="474"/>
                                        </p:tgtEl>
                                        <p:attrNameLst>
                                          <p:attrName>style.visibility</p:attrName>
                                        </p:attrNameLst>
                                      </p:cBhvr>
                                      <p:to>
                                        <p:strVal val="visible"/>
                                      </p:to>
                                    </p:set>
                                    <p:anim calcmode="lin" valueType="num">
                                      <p:cBhvr>
                                        <p:cTn id="581" dur="7173" fill="hold"/>
                                        <p:tgtEl>
                                          <p:spTgt spid="474"/>
                                        </p:tgtEl>
                                        <p:attrNameLst>
                                          <p:attrName>ppt_w</p:attrName>
                                        </p:attrNameLst>
                                      </p:cBhvr>
                                      <p:tavLst>
                                        <p:tav tm="0">
                                          <p:val>
                                            <p:fltVal val="0"/>
                                          </p:val>
                                        </p:tav>
                                        <p:tav tm="100000">
                                          <p:val>
                                            <p:strVal val="#ppt_w"/>
                                          </p:val>
                                        </p:tav>
                                      </p:tavLst>
                                    </p:anim>
                                    <p:anim calcmode="lin" valueType="num">
                                      <p:cBhvr>
                                        <p:cTn id="582" dur="7173" fill="hold"/>
                                        <p:tgtEl>
                                          <p:spTgt spid="474"/>
                                        </p:tgtEl>
                                        <p:attrNameLst>
                                          <p:attrName>ppt_h</p:attrName>
                                        </p:attrNameLst>
                                      </p:cBhvr>
                                      <p:tavLst>
                                        <p:tav tm="0">
                                          <p:val>
                                            <p:fltVal val="0"/>
                                          </p:val>
                                        </p:tav>
                                        <p:tav tm="100000">
                                          <p:val>
                                            <p:strVal val="#ppt_h"/>
                                          </p:val>
                                        </p:tav>
                                      </p:tavLst>
                                    </p:anim>
                                    <p:animEffect transition="in" filter="fade">
                                      <p:cBhvr>
                                        <p:cTn id="583" dur="7173"/>
                                        <p:tgtEl>
                                          <p:spTgt spid="474"/>
                                        </p:tgtEl>
                                      </p:cBhvr>
                                    </p:animEffect>
                                    <p:anim calcmode="lin" valueType="num">
                                      <p:cBhvr>
                                        <p:cTn id="584" dur="7173" fill="hold"/>
                                        <p:tgtEl>
                                          <p:spTgt spid="474"/>
                                        </p:tgtEl>
                                        <p:attrNameLst>
                                          <p:attrName>ppt_x</p:attrName>
                                        </p:attrNameLst>
                                      </p:cBhvr>
                                      <p:tavLst>
                                        <p:tav tm="0">
                                          <p:val>
                                            <p:fltVal val="0.5"/>
                                          </p:val>
                                        </p:tav>
                                        <p:tav tm="100000">
                                          <p:val>
                                            <p:strVal val="#ppt_x"/>
                                          </p:val>
                                        </p:tav>
                                      </p:tavLst>
                                    </p:anim>
                                    <p:anim calcmode="lin" valueType="num">
                                      <p:cBhvr>
                                        <p:cTn id="585" dur="7173" fill="hold"/>
                                        <p:tgtEl>
                                          <p:spTgt spid="474"/>
                                        </p:tgtEl>
                                        <p:attrNameLst>
                                          <p:attrName>ppt_y</p:attrName>
                                        </p:attrNameLst>
                                      </p:cBhvr>
                                      <p:tavLst>
                                        <p:tav tm="0">
                                          <p:val>
                                            <p:fltVal val="0.5"/>
                                          </p:val>
                                        </p:tav>
                                        <p:tav tm="100000">
                                          <p:val>
                                            <p:strVal val="#ppt_y"/>
                                          </p:val>
                                        </p:tav>
                                      </p:tavLst>
                                    </p:anim>
                                  </p:childTnLst>
                                </p:cTn>
                              </p:par>
                              <p:par>
                                <p:cTn id="586" presetID="53" presetClass="entr" presetSubtype="528" repeatCount="indefinite" fill="hold" grpId="0" nodeType="withEffect">
                                  <p:stCondLst>
                                    <p:cond delay="1367"/>
                                  </p:stCondLst>
                                  <p:childTnLst>
                                    <p:set>
                                      <p:cBhvr>
                                        <p:cTn id="587" dur="1" fill="hold">
                                          <p:stCondLst>
                                            <p:cond delay="0"/>
                                          </p:stCondLst>
                                        </p:cTn>
                                        <p:tgtEl>
                                          <p:spTgt spid="481"/>
                                        </p:tgtEl>
                                        <p:attrNameLst>
                                          <p:attrName>style.visibility</p:attrName>
                                        </p:attrNameLst>
                                      </p:cBhvr>
                                      <p:to>
                                        <p:strVal val="visible"/>
                                      </p:to>
                                    </p:set>
                                    <p:anim calcmode="lin" valueType="num">
                                      <p:cBhvr>
                                        <p:cTn id="588" dur="6011" fill="hold"/>
                                        <p:tgtEl>
                                          <p:spTgt spid="481"/>
                                        </p:tgtEl>
                                        <p:attrNameLst>
                                          <p:attrName>ppt_w</p:attrName>
                                        </p:attrNameLst>
                                      </p:cBhvr>
                                      <p:tavLst>
                                        <p:tav tm="0">
                                          <p:val>
                                            <p:fltVal val="0"/>
                                          </p:val>
                                        </p:tav>
                                        <p:tav tm="100000">
                                          <p:val>
                                            <p:strVal val="#ppt_w"/>
                                          </p:val>
                                        </p:tav>
                                      </p:tavLst>
                                    </p:anim>
                                    <p:anim calcmode="lin" valueType="num">
                                      <p:cBhvr>
                                        <p:cTn id="589" dur="6011" fill="hold"/>
                                        <p:tgtEl>
                                          <p:spTgt spid="481"/>
                                        </p:tgtEl>
                                        <p:attrNameLst>
                                          <p:attrName>ppt_h</p:attrName>
                                        </p:attrNameLst>
                                      </p:cBhvr>
                                      <p:tavLst>
                                        <p:tav tm="0">
                                          <p:val>
                                            <p:fltVal val="0"/>
                                          </p:val>
                                        </p:tav>
                                        <p:tav tm="100000">
                                          <p:val>
                                            <p:strVal val="#ppt_h"/>
                                          </p:val>
                                        </p:tav>
                                      </p:tavLst>
                                    </p:anim>
                                    <p:animEffect transition="in" filter="fade">
                                      <p:cBhvr>
                                        <p:cTn id="590" dur="6011"/>
                                        <p:tgtEl>
                                          <p:spTgt spid="481"/>
                                        </p:tgtEl>
                                      </p:cBhvr>
                                    </p:animEffect>
                                    <p:anim calcmode="lin" valueType="num">
                                      <p:cBhvr>
                                        <p:cTn id="591" dur="6011" fill="hold"/>
                                        <p:tgtEl>
                                          <p:spTgt spid="481"/>
                                        </p:tgtEl>
                                        <p:attrNameLst>
                                          <p:attrName>ppt_x</p:attrName>
                                        </p:attrNameLst>
                                      </p:cBhvr>
                                      <p:tavLst>
                                        <p:tav tm="0">
                                          <p:val>
                                            <p:fltVal val="0.5"/>
                                          </p:val>
                                        </p:tav>
                                        <p:tav tm="100000">
                                          <p:val>
                                            <p:strVal val="#ppt_x"/>
                                          </p:val>
                                        </p:tav>
                                      </p:tavLst>
                                    </p:anim>
                                    <p:anim calcmode="lin" valueType="num">
                                      <p:cBhvr>
                                        <p:cTn id="592" dur="6011" fill="hold"/>
                                        <p:tgtEl>
                                          <p:spTgt spid="481"/>
                                        </p:tgtEl>
                                        <p:attrNameLst>
                                          <p:attrName>ppt_y</p:attrName>
                                        </p:attrNameLst>
                                      </p:cBhvr>
                                      <p:tavLst>
                                        <p:tav tm="0">
                                          <p:val>
                                            <p:fltVal val="0.5"/>
                                          </p:val>
                                        </p:tav>
                                        <p:tav tm="100000">
                                          <p:val>
                                            <p:strVal val="#ppt_y"/>
                                          </p:val>
                                        </p:tav>
                                      </p:tavLst>
                                    </p:anim>
                                  </p:childTnLst>
                                </p:cTn>
                              </p:par>
                              <p:par>
                                <p:cTn id="593" presetID="53" presetClass="entr" presetSubtype="528" repeatCount="indefinite" fill="hold" grpId="0" nodeType="withEffect">
                                  <p:stCondLst>
                                    <p:cond delay="1243"/>
                                  </p:stCondLst>
                                  <p:childTnLst>
                                    <p:set>
                                      <p:cBhvr>
                                        <p:cTn id="594" dur="1" fill="hold">
                                          <p:stCondLst>
                                            <p:cond delay="0"/>
                                          </p:stCondLst>
                                        </p:cTn>
                                        <p:tgtEl>
                                          <p:spTgt spid="482"/>
                                        </p:tgtEl>
                                        <p:attrNameLst>
                                          <p:attrName>style.visibility</p:attrName>
                                        </p:attrNameLst>
                                      </p:cBhvr>
                                      <p:to>
                                        <p:strVal val="visible"/>
                                      </p:to>
                                    </p:set>
                                    <p:anim calcmode="lin" valueType="num">
                                      <p:cBhvr>
                                        <p:cTn id="595" dur="5785" fill="hold"/>
                                        <p:tgtEl>
                                          <p:spTgt spid="482"/>
                                        </p:tgtEl>
                                        <p:attrNameLst>
                                          <p:attrName>ppt_w</p:attrName>
                                        </p:attrNameLst>
                                      </p:cBhvr>
                                      <p:tavLst>
                                        <p:tav tm="0">
                                          <p:val>
                                            <p:fltVal val="0"/>
                                          </p:val>
                                        </p:tav>
                                        <p:tav tm="100000">
                                          <p:val>
                                            <p:strVal val="#ppt_w"/>
                                          </p:val>
                                        </p:tav>
                                      </p:tavLst>
                                    </p:anim>
                                    <p:anim calcmode="lin" valueType="num">
                                      <p:cBhvr>
                                        <p:cTn id="596" dur="5785" fill="hold"/>
                                        <p:tgtEl>
                                          <p:spTgt spid="482"/>
                                        </p:tgtEl>
                                        <p:attrNameLst>
                                          <p:attrName>ppt_h</p:attrName>
                                        </p:attrNameLst>
                                      </p:cBhvr>
                                      <p:tavLst>
                                        <p:tav tm="0">
                                          <p:val>
                                            <p:fltVal val="0"/>
                                          </p:val>
                                        </p:tav>
                                        <p:tav tm="100000">
                                          <p:val>
                                            <p:strVal val="#ppt_h"/>
                                          </p:val>
                                        </p:tav>
                                      </p:tavLst>
                                    </p:anim>
                                    <p:animEffect transition="in" filter="fade">
                                      <p:cBhvr>
                                        <p:cTn id="597" dur="5785"/>
                                        <p:tgtEl>
                                          <p:spTgt spid="482"/>
                                        </p:tgtEl>
                                      </p:cBhvr>
                                    </p:animEffect>
                                    <p:anim calcmode="lin" valueType="num">
                                      <p:cBhvr>
                                        <p:cTn id="598" dur="5785" fill="hold"/>
                                        <p:tgtEl>
                                          <p:spTgt spid="482"/>
                                        </p:tgtEl>
                                        <p:attrNameLst>
                                          <p:attrName>ppt_x</p:attrName>
                                        </p:attrNameLst>
                                      </p:cBhvr>
                                      <p:tavLst>
                                        <p:tav tm="0">
                                          <p:val>
                                            <p:fltVal val="0.5"/>
                                          </p:val>
                                        </p:tav>
                                        <p:tav tm="100000">
                                          <p:val>
                                            <p:strVal val="#ppt_x"/>
                                          </p:val>
                                        </p:tav>
                                      </p:tavLst>
                                    </p:anim>
                                    <p:anim calcmode="lin" valueType="num">
                                      <p:cBhvr>
                                        <p:cTn id="599" dur="5785" fill="hold"/>
                                        <p:tgtEl>
                                          <p:spTgt spid="482"/>
                                        </p:tgtEl>
                                        <p:attrNameLst>
                                          <p:attrName>ppt_y</p:attrName>
                                        </p:attrNameLst>
                                      </p:cBhvr>
                                      <p:tavLst>
                                        <p:tav tm="0">
                                          <p:val>
                                            <p:fltVal val="0.5"/>
                                          </p:val>
                                        </p:tav>
                                        <p:tav tm="100000">
                                          <p:val>
                                            <p:strVal val="#ppt_y"/>
                                          </p:val>
                                        </p:tav>
                                      </p:tavLst>
                                    </p:anim>
                                  </p:childTnLst>
                                </p:cTn>
                              </p:par>
                              <p:par>
                                <p:cTn id="600" presetID="53" presetClass="entr" presetSubtype="528" repeatCount="indefinite" fill="hold" grpId="0" nodeType="withEffect">
                                  <p:stCondLst>
                                    <p:cond delay="273"/>
                                  </p:stCondLst>
                                  <p:childTnLst>
                                    <p:set>
                                      <p:cBhvr>
                                        <p:cTn id="601" dur="1" fill="hold">
                                          <p:stCondLst>
                                            <p:cond delay="0"/>
                                          </p:stCondLst>
                                        </p:cTn>
                                        <p:tgtEl>
                                          <p:spTgt spid="483"/>
                                        </p:tgtEl>
                                        <p:attrNameLst>
                                          <p:attrName>style.visibility</p:attrName>
                                        </p:attrNameLst>
                                      </p:cBhvr>
                                      <p:to>
                                        <p:strVal val="visible"/>
                                      </p:to>
                                    </p:set>
                                    <p:anim calcmode="lin" valueType="num">
                                      <p:cBhvr>
                                        <p:cTn id="602" dur="6234" fill="hold"/>
                                        <p:tgtEl>
                                          <p:spTgt spid="483"/>
                                        </p:tgtEl>
                                        <p:attrNameLst>
                                          <p:attrName>ppt_w</p:attrName>
                                        </p:attrNameLst>
                                      </p:cBhvr>
                                      <p:tavLst>
                                        <p:tav tm="0">
                                          <p:val>
                                            <p:fltVal val="0"/>
                                          </p:val>
                                        </p:tav>
                                        <p:tav tm="100000">
                                          <p:val>
                                            <p:strVal val="#ppt_w"/>
                                          </p:val>
                                        </p:tav>
                                      </p:tavLst>
                                    </p:anim>
                                    <p:anim calcmode="lin" valueType="num">
                                      <p:cBhvr>
                                        <p:cTn id="603" dur="6234" fill="hold"/>
                                        <p:tgtEl>
                                          <p:spTgt spid="483"/>
                                        </p:tgtEl>
                                        <p:attrNameLst>
                                          <p:attrName>ppt_h</p:attrName>
                                        </p:attrNameLst>
                                      </p:cBhvr>
                                      <p:tavLst>
                                        <p:tav tm="0">
                                          <p:val>
                                            <p:fltVal val="0"/>
                                          </p:val>
                                        </p:tav>
                                        <p:tav tm="100000">
                                          <p:val>
                                            <p:strVal val="#ppt_h"/>
                                          </p:val>
                                        </p:tav>
                                      </p:tavLst>
                                    </p:anim>
                                    <p:animEffect transition="in" filter="fade">
                                      <p:cBhvr>
                                        <p:cTn id="604" dur="6234"/>
                                        <p:tgtEl>
                                          <p:spTgt spid="483"/>
                                        </p:tgtEl>
                                      </p:cBhvr>
                                    </p:animEffect>
                                    <p:anim calcmode="lin" valueType="num">
                                      <p:cBhvr>
                                        <p:cTn id="605" dur="6234" fill="hold"/>
                                        <p:tgtEl>
                                          <p:spTgt spid="483"/>
                                        </p:tgtEl>
                                        <p:attrNameLst>
                                          <p:attrName>ppt_x</p:attrName>
                                        </p:attrNameLst>
                                      </p:cBhvr>
                                      <p:tavLst>
                                        <p:tav tm="0">
                                          <p:val>
                                            <p:fltVal val="0.5"/>
                                          </p:val>
                                        </p:tav>
                                        <p:tav tm="100000">
                                          <p:val>
                                            <p:strVal val="#ppt_x"/>
                                          </p:val>
                                        </p:tav>
                                      </p:tavLst>
                                    </p:anim>
                                    <p:anim calcmode="lin" valueType="num">
                                      <p:cBhvr>
                                        <p:cTn id="606" dur="6234" fill="hold"/>
                                        <p:tgtEl>
                                          <p:spTgt spid="483"/>
                                        </p:tgtEl>
                                        <p:attrNameLst>
                                          <p:attrName>ppt_y</p:attrName>
                                        </p:attrNameLst>
                                      </p:cBhvr>
                                      <p:tavLst>
                                        <p:tav tm="0">
                                          <p:val>
                                            <p:fltVal val="0.5"/>
                                          </p:val>
                                        </p:tav>
                                        <p:tav tm="100000">
                                          <p:val>
                                            <p:strVal val="#ppt_y"/>
                                          </p:val>
                                        </p:tav>
                                      </p:tavLst>
                                    </p:anim>
                                  </p:childTnLst>
                                </p:cTn>
                              </p:par>
                              <p:par>
                                <p:cTn id="607" presetID="53" presetClass="entr" presetSubtype="528" repeatCount="indefinite" fill="hold" grpId="0" nodeType="withEffect">
                                  <p:stCondLst>
                                    <p:cond delay="1910"/>
                                  </p:stCondLst>
                                  <p:childTnLst>
                                    <p:set>
                                      <p:cBhvr>
                                        <p:cTn id="608" dur="1" fill="hold">
                                          <p:stCondLst>
                                            <p:cond delay="0"/>
                                          </p:stCondLst>
                                        </p:cTn>
                                        <p:tgtEl>
                                          <p:spTgt spid="502"/>
                                        </p:tgtEl>
                                        <p:attrNameLst>
                                          <p:attrName>style.visibility</p:attrName>
                                        </p:attrNameLst>
                                      </p:cBhvr>
                                      <p:to>
                                        <p:strVal val="visible"/>
                                      </p:to>
                                    </p:set>
                                    <p:anim calcmode="lin" valueType="num">
                                      <p:cBhvr>
                                        <p:cTn id="609" dur="7063" fill="hold"/>
                                        <p:tgtEl>
                                          <p:spTgt spid="502"/>
                                        </p:tgtEl>
                                        <p:attrNameLst>
                                          <p:attrName>ppt_w</p:attrName>
                                        </p:attrNameLst>
                                      </p:cBhvr>
                                      <p:tavLst>
                                        <p:tav tm="0">
                                          <p:val>
                                            <p:fltVal val="0"/>
                                          </p:val>
                                        </p:tav>
                                        <p:tav tm="100000">
                                          <p:val>
                                            <p:strVal val="#ppt_w"/>
                                          </p:val>
                                        </p:tav>
                                      </p:tavLst>
                                    </p:anim>
                                    <p:anim calcmode="lin" valueType="num">
                                      <p:cBhvr>
                                        <p:cTn id="610" dur="7063" fill="hold"/>
                                        <p:tgtEl>
                                          <p:spTgt spid="502"/>
                                        </p:tgtEl>
                                        <p:attrNameLst>
                                          <p:attrName>ppt_h</p:attrName>
                                        </p:attrNameLst>
                                      </p:cBhvr>
                                      <p:tavLst>
                                        <p:tav tm="0">
                                          <p:val>
                                            <p:fltVal val="0"/>
                                          </p:val>
                                        </p:tav>
                                        <p:tav tm="100000">
                                          <p:val>
                                            <p:strVal val="#ppt_h"/>
                                          </p:val>
                                        </p:tav>
                                      </p:tavLst>
                                    </p:anim>
                                    <p:animEffect transition="in" filter="fade">
                                      <p:cBhvr>
                                        <p:cTn id="611" dur="7063"/>
                                        <p:tgtEl>
                                          <p:spTgt spid="502"/>
                                        </p:tgtEl>
                                      </p:cBhvr>
                                    </p:animEffect>
                                    <p:anim calcmode="lin" valueType="num">
                                      <p:cBhvr>
                                        <p:cTn id="612" dur="7063" fill="hold"/>
                                        <p:tgtEl>
                                          <p:spTgt spid="502"/>
                                        </p:tgtEl>
                                        <p:attrNameLst>
                                          <p:attrName>ppt_x</p:attrName>
                                        </p:attrNameLst>
                                      </p:cBhvr>
                                      <p:tavLst>
                                        <p:tav tm="0">
                                          <p:val>
                                            <p:fltVal val="0.5"/>
                                          </p:val>
                                        </p:tav>
                                        <p:tav tm="100000">
                                          <p:val>
                                            <p:strVal val="#ppt_x"/>
                                          </p:val>
                                        </p:tav>
                                      </p:tavLst>
                                    </p:anim>
                                    <p:anim calcmode="lin" valueType="num">
                                      <p:cBhvr>
                                        <p:cTn id="613" dur="7063" fill="hold"/>
                                        <p:tgtEl>
                                          <p:spTgt spid="502"/>
                                        </p:tgtEl>
                                        <p:attrNameLst>
                                          <p:attrName>ppt_y</p:attrName>
                                        </p:attrNameLst>
                                      </p:cBhvr>
                                      <p:tavLst>
                                        <p:tav tm="0">
                                          <p:val>
                                            <p:fltVal val="0.5"/>
                                          </p:val>
                                        </p:tav>
                                        <p:tav tm="100000">
                                          <p:val>
                                            <p:strVal val="#ppt_y"/>
                                          </p:val>
                                        </p:tav>
                                      </p:tavLst>
                                    </p:anim>
                                  </p:childTnLst>
                                </p:cTn>
                              </p:par>
                              <p:par>
                                <p:cTn id="614" presetID="53" presetClass="entr" presetSubtype="528" repeatCount="indefinite" fill="hold" grpId="0" nodeType="withEffect">
                                  <p:stCondLst>
                                    <p:cond delay="633"/>
                                  </p:stCondLst>
                                  <p:childTnLst>
                                    <p:set>
                                      <p:cBhvr>
                                        <p:cTn id="615" dur="1" fill="hold">
                                          <p:stCondLst>
                                            <p:cond delay="0"/>
                                          </p:stCondLst>
                                        </p:cTn>
                                        <p:tgtEl>
                                          <p:spTgt spid="503"/>
                                        </p:tgtEl>
                                        <p:attrNameLst>
                                          <p:attrName>style.visibility</p:attrName>
                                        </p:attrNameLst>
                                      </p:cBhvr>
                                      <p:to>
                                        <p:strVal val="visible"/>
                                      </p:to>
                                    </p:set>
                                    <p:anim calcmode="lin" valueType="num">
                                      <p:cBhvr>
                                        <p:cTn id="616" dur="5494" fill="hold"/>
                                        <p:tgtEl>
                                          <p:spTgt spid="503"/>
                                        </p:tgtEl>
                                        <p:attrNameLst>
                                          <p:attrName>ppt_w</p:attrName>
                                        </p:attrNameLst>
                                      </p:cBhvr>
                                      <p:tavLst>
                                        <p:tav tm="0">
                                          <p:val>
                                            <p:fltVal val="0"/>
                                          </p:val>
                                        </p:tav>
                                        <p:tav tm="100000">
                                          <p:val>
                                            <p:strVal val="#ppt_w"/>
                                          </p:val>
                                        </p:tav>
                                      </p:tavLst>
                                    </p:anim>
                                    <p:anim calcmode="lin" valueType="num">
                                      <p:cBhvr>
                                        <p:cTn id="617" dur="5494" fill="hold"/>
                                        <p:tgtEl>
                                          <p:spTgt spid="503"/>
                                        </p:tgtEl>
                                        <p:attrNameLst>
                                          <p:attrName>ppt_h</p:attrName>
                                        </p:attrNameLst>
                                      </p:cBhvr>
                                      <p:tavLst>
                                        <p:tav tm="0">
                                          <p:val>
                                            <p:fltVal val="0"/>
                                          </p:val>
                                        </p:tav>
                                        <p:tav tm="100000">
                                          <p:val>
                                            <p:strVal val="#ppt_h"/>
                                          </p:val>
                                        </p:tav>
                                      </p:tavLst>
                                    </p:anim>
                                    <p:animEffect transition="in" filter="fade">
                                      <p:cBhvr>
                                        <p:cTn id="618" dur="5494"/>
                                        <p:tgtEl>
                                          <p:spTgt spid="503"/>
                                        </p:tgtEl>
                                      </p:cBhvr>
                                    </p:animEffect>
                                    <p:anim calcmode="lin" valueType="num">
                                      <p:cBhvr>
                                        <p:cTn id="619" dur="5494" fill="hold"/>
                                        <p:tgtEl>
                                          <p:spTgt spid="503"/>
                                        </p:tgtEl>
                                        <p:attrNameLst>
                                          <p:attrName>ppt_x</p:attrName>
                                        </p:attrNameLst>
                                      </p:cBhvr>
                                      <p:tavLst>
                                        <p:tav tm="0">
                                          <p:val>
                                            <p:fltVal val="0.5"/>
                                          </p:val>
                                        </p:tav>
                                        <p:tav tm="100000">
                                          <p:val>
                                            <p:strVal val="#ppt_x"/>
                                          </p:val>
                                        </p:tav>
                                      </p:tavLst>
                                    </p:anim>
                                    <p:anim calcmode="lin" valueType="num">
                                      <p:cBhvr>
                                        <p:cTn id="620" dur="5494" fill="hold"/>
                                        <p:tgtEl>
                                          <p:spTgt spid="503"/>
                                        </p:tgtEl>
                                        <p:attrNameLst>
                                          <p:attrName>ppt_y</p:attrName>
                                        </p:attrNameLst>
                                      </p:cBhvr>
                                      <p:tavLst>
                                        <p:tav tm="0">
                                          <p:val>
                                            <p:fltVal val="0.5"/>
                                          </p:val>
                                        </p:tav>
                                        <p:tav tm="100000">
                                          <p:val>
                                            <p:strVal val="#ppt_y"/>
                                          </p:val>
                                        </p:tav>
                                      </p:tavLst>
                                    </p:anim>
                                  </p:childTnLst>
                                </p:cTn>
                              </p:par>
                              <p:par>
                                <p:cTn id="621" presetID="53" presetClass="entr" presetSubtype="528" repeatCount="indefinite" fill="hold" grpId="0" nodeType="withEffect">
                                  <p:stCondLst>
                                    <p:cond delay="1769"/>
                                  </p:stCondLst>
                                  <p:childTnLst>
                                    <p:set>
                                      <p:cBhvr>
                                        <p:cTn id="622" dur="1" fill="hold">
                                          <p:stCondLst>
                                            <p:cond delay="0"/>
                                          </p:stCondLst>
                                        </p:cTn>
                                        <p:tgtEl>
                                          <p:spTgt spid="504"/>
                                        </p:tgtEl>
                                        <p:attrNameLst>
                                          <p:attrName>style.visibility</p:attrName>
                                        </p:attrNameLst>
                                      </p:cBhvr>
                                      <p:to>
                                        <p:strVal val="visible"/>
                                      </p:to>
                                    </p:set>
                                    <p:anim calcmode="lin" valueType="num">
                                      <p:cBhvr>
                                        <p:cTn id="623" dur="7135" fill="hold"/>
                                        <p:tgtEl>
                                          <p:spTgt spid="504"/>
                                        </p:tgtEl>
                                        <p:attrNameLst>
                                          <p:attrName>ppt_w</p:attrName>
                                        </p:attrNameLst>
                                      </p:cBhvr>
                                      <p:tavLst>
                                        <p:tav tm="0">
                                          <p:val>
                                            <p:fltVal val="0"/>
                                          </p:val>
                                        </p:tav>
                                        <p:tav tm="100000">
                                          <p:val>
                                            <p:strVal val="#ppt_w"/>
                                          </p:val>
                                        </p:tav>
                                      </p:tavLst>
                                    </p:anim>
                                    <p:anim calcmode="lin" valueType="num">
                                      <p:cBhvr>
                                        <p:cTn id="624" dur="7135" fill="hold"/>
                                        <p:tgtEl>
                                          <p:spTgt spid="504"/>
                                        </p:tgtEl>
                                        <p:attrNameLst>
                                          <p:attrName>ppt_h</p:attrName>
                                        </p:attrNameLst>
                                      </p:cBhvr>
                                      <p:tavLst>
                                        <p:tav tm="0">
                                          <p:val>
                                            <p:fltVal val="0"/>
                                          </p:val>
                                        </p:tav>
                                        <p:tav tm="100000">
                                          <p:val>
                                            <p:strVal val="#ppt_h"/>
                                          </p:val>
                                        </p:tav>
                                      </p:tavLst>
                                    </p:anim>
                                    <p:animEffect transition="in" filter="fade">
                                      <p:cBhvr>
                                        <p:cTn id="625" dur="7135"/>
                                        <p:tgtEl>
                                          <p:spTgt spid="504"/>
                                        </p:tgtEl>
                                      </p:cBhvr>
                                    </p:animEffect>
                                    <p:anim calcmode="lin" valueType="num">
                                      <p:cBhvr>
                                        <p:cTn id="626" dur="7135" fill="hold"/>
                                        <p:tgtEl>
                                          <p:spTgt spid="504"/>
                                        </p:tgtEl>
                                        <p:attrNameLst>
                                          <p:attrName>ppt_x</p:attrName>
                                        </p:attrNameLst>
                                      </p:cBhvr>
                                      <p:tavLst>
                                        <p:tav tm="0">
                                          <p:val>
                                            <p:fltVal val="0.5"/>
                                          </p:val>
                                        </p:tav>
                                        <p:tav tm="100000">
                                          <p:val>
                                            <p:strVal val="#ppt_x"/>
                                          </p:val>
                                        </p:tav>
                                      </p:tavLst>
                                    </p:anim>
                                    <p:anim calcmode="lin" valueType="num">
                                      <p:cBhvr>
                                        <p:cTn id="627" dur="7135" fill="hold"/>
                                        <p:tgtEl>
                                          <p:spTgt spid="504"/>
                                        </p:tgtEl>
                                        <p:attrNameLst>
                                          <p:attrName>ppt_y</p:attrName>
                                        </p:attrNameLst>
                                      </p:cBhvr>
                                      <p:tavLst>
                                        <p:tav tm="0">
                                          <p:val>
                                            <p:fltVal val="0.5"/>
                                          </p:val>
                                        </p:tav>
                                        <p:tav tm="100000">
                                          <p:val>
                                            <p:strVal val="#ppt_y"/>
                                          </p:val>
                                        </p:tav>
                                      </p:tavLst>
                                    </p:anim>
                                  </p:childTnLst>
                                </p:cTn>
                              </p:par>
                              <p:par>
                                <p:cTn id="628" presetID="53" presetClass="entr" presetSubtype="528" repeatCount="indefinite" fill="hold" grpId="0" nodeType="withEffect">
                                  <p:stCondLst>
                                    <p:cond delay="552"/>
                                  </p:stCondLst>
                                  <p:childTnLst>
                                    <p:set>
                                      <p:cBhvr>
                                        <p:cTn id="629" dur="1" fill="hold">
                                          <p:stCondLst>
                                            <p:cond delay="0"/>
                                          </p:stCondLst>
                                        </p:cTn>
                                        <p:tgtEl>
                                          <p:spTgt spid="505"/>
                                        </p:tgtEl>
                                        <p:attrNameLst>
                                          <p:attrName>style.visibility</p:attrName>
                                        </p:attrNameLst>
                                      </p:cBhvr>
                                      <p:to>
                                        <p:strVal val="visible"/>
                                      </p:to>
                                    </p:set>
                                    <p:anim calcmode="lin" valueType="num">
                                      <p:cBhvr>
                                        <p:cTn id="630" dur="7132" fill="hold"/>
                                        <p:tgtEl>
                                          <p:spTgt spid="505"/>
                                        </p:tgtEl>
                                        <p:attrNameLst>
                                          <p:attrName>ppt_w</p:attrName>
                                        </p:attrNameLst>
                                      </p:cBhvr>
                                      <p:tavLst>
                                        <p:tav tm="0">
                                          <p:val>
                                            <p:fltVal val="0"/>
                                          </p:val>
                                        </p:tav>
                                        <p:tav tm="100000">
                                          <p:val>
                                            <p:strVal val="#ppt_w"/>
                                          </p:val>
                                        </p:tav>
                                      </p:tavLst>
                                    </p:anim>
                                    <p:anim calcmode="lin" valueType="num">
                                      <p:cBhvr>
                                        <p:cTn id="631" dur="7132" fill="hold"/>
                                        <p:tgtEl>
                                          <p:spTgt spid="505"/>
                                        </p:tgtEl>
                                        <p:attrNameLst>
                                          <p:attrName>ppt_h</p:attrName>
                                        </p:attrNameLst>
                                      </p:cBhvr>
                                      <p:tavLst>
                                        <p:tav tm="0">
                                          <p:val>
                                            <p:fltVal val="0"/>
                                          </p:val>
                                        </p:tav>
                                        <p:tav tm="100000">
                                          <p:val>
                                            <p:strVal val="#ppt_h"/>
                                          </p:val>
                                        </p:tav>
                                      </p:tavLst>
                                    </p:anim>
                                    <p:animEffect transition="in" filter="fade">
                                      <p:cBhvr>
                                        <p:cTn id="632" dur="7132"/>
                                        <p:tgtEl>
                                          <p:spTgt spid="505"/>
                                        </p:tgtEl>
                                      </p:cBhvr>
                                    </p:animEffect>
                                    <p:anim calcmode="lin" valueType="num">
                                      <p:cBhvr>
                                        <p:cTn id="633" dur="7132" fill="hold"/>
                                        <p:tgtEl>
                                          <p:spTgt spid="505"/>
                                        </p:tgtEl>
                                        <p:attrNameLst>
                                          <p:attrName>ppt_x</p:attrName>
                                        </p:attrNameLst>
                                      </p:cBhvr>
                                      <p:tavLst>
                                        <p:tav tm="0">
                                          <p:val>
                                            <p:fltVal val="0.5"/>
                                          </p:val>
                                        </p:tav>
                                        <p:tav tm="100000">
                                          <p:val>
                                            <p:strVal val="#ppt_x"/>
                                          </p:val>
                                        </p:tav>
                                      </p:tavLst>
                                    </p:anim>
                                    <p:anim calcmode="lin" valueType="num">
                                      <p:cBhvr>
                                        <p:cTn id="634" dur="7132" fill="hold"/>
                                        <p:tgtEl>
                                          <p:spTgt spid="505"/>
                                        </p:tgtEl>
                                        <p:attrNameLst>
                                          <p:attrName>ppt_y</p:attrName>
                                        </p:attrNameLst>
                                      </p:cBhvr>
                                      <p:tavLst>
                                        <p:tav tm="0">
                                          <p:val>
                                            <p:fltVal val="0.5"/>
                                          </p:val>
                                        </p:tav>
                                        <p:tav tm="100000">
                                          <p:val>
                                            <p:strVal val="#ppt_y"/>
                                          </p:val>
                                        </p:tav>
                                      </p:tavLst>
                                    </p:anim>
                                  </p:childTnLst>
                                </p:cTn>
                              </p:par>
                              <p:par>
                                <p:cTn id="635" presetID="53" presetClass="entr" presetSubtype="528" repeatCount="indefinite" fill="hold" grpId="0" nodeType="withEffect">
                                  <p:stCondLst>
                                    <p:cond delay="1645"/>
                                  </p:stCondLst>
                                  <p:childTnLst>
                                    <p:set>
                                      <p:cBhvr>
                                        <p:cTn id="636" dur="1" fill="hold">
                                          <p:stCondLst>
                                            <p:cond delay="0"/>
                                          </p:stCondLst>
                                        </p:cTn>
                                        <p:tgtEl>
                                          <p:spTgt spid="529"/>
                                        </p:tgtEl>
                                        <p:attrNameLst>
                                          <p:attrName>style.visibility</p:attrName>
                                        </p:attrNameLst>
                                      </p:cBhvr>
                                      <p:to>
                                        <p:strVal val="visible"/>
                                      </p:to>
                                    </p:set>
                                    <p:anim calcmode="lin" valueType="num">
                                      <p:cBhvr>
                                        <p:cTn id="637" dur="5041" fill="hold"/>
                                        <p:tgtEl>
                                          <p:spTgt spid="529"/>
                                        </p:tgtEl>
                                        <p:attrNameLst>
                                          <p:attrName>ppt_w</p:attrName>
                                        </p:attrNameLst>
                                      </p:cBhvr>
                                      <p:tavLst>
                                        <p:tav tm="0">
                                          <p:val>
                                            <p:fltVal val="0"/>
                                          </p:val>
                                        </p:tav>
                                        <p:tav tm="100000">
                                          <p:val>
                                            <p:strVal val="#ppt_w"/>
                                          </p:val>
                                        </p:tav>
                                      </p:tavLst>
                                    </p:anim>
                                    <p:anim calcmode="lin" valueType="num">
                                      <p:cBhvr>
                                        <p:cTn id="638" dur="5041" fill="hold"/>
                                        <p:tgtEl>
                                          <p:spTgt spid="529"/>
                                        </p:tgtEl>
                                        <p:attrNameLst>
                                          <p:attrName>ppt_h</p:attrName>
                                        </p:attrNameLst>
                                      </p:cBhvr>
                                      <p:tavLst>
                                        <p:tav tm="0">
                                          <p:val>
                                            <p:fltVal val="0"/>
                                          </p:val>
                                        </p:tav>
                                        <p:tav tm="100000">
                                          <p:val>
                                            <p:strVal val="#ppt_h"/>
                                          </p:val>
                                        </p:tav>
                                      </p:tavLst>
                                    </p:anim>
                                    <p:animEffect transition="in" filter="fade">
                                      <p:cBhvr>
                                        <p:cTn id="639" dur="5041"/>
                                        <p:tgtEl>
                                          <p:spTgt spid="529"/>
                                        </p:tgtEl>
                                      </p:cBhvr>
                                    </p:animEffect>
                                    <p:anim calcmode="lin" valueType="num">
                                      <p:cBhvr>
                                        <p:cTn id="640" dur="5041" fill="hold"/>
                                        <p:tgtEl>
                                          <p:spTgt spid="529"/>
                                        </p:tgtEl>
                                        <p:attrNameLst>
                                          <p:attrName>ppt_x</p:attrName>
                                        </p:attrNameLst>
                                      </p:cBhvr>
                                      <p:tavLst>
                                        <p:tav tm="0">
                                          <p:val>
                                            <p:fltVal val="0.5"/>
                                          </p:val>
                                        </p:tav>
                                        <p:tav tm="100000">
                                          <p:val>
                                            <p:strVal val="#ppt_x"/>
                                          </p:val>
                                        </p:tav>
                                      </p:tavLst>
                                    </p:anim>
                                    <p:anim calcmode="lin" valueType="num">
                                      <p:cBhvr>
                                        <p:cTn id="641" dur="5041" fill="hold"/>
                                        <p:tgtEl>
                                          <p:spTgt spid="529"/>
                                        </p:tgtEl>
                                        <p:attrNameLst>
                                          <p:attrName>ppt_y</p:attrName>
                                        </p:attrNameLst>
                                      </p:cBhvr>
                                      <p:tavLst>
                                        <p:tav tm="0">
                                          <p:val>
                                            <p:fltVal val="0.5"/>
                                          </p:val>
                                        </p:tav>
                                        <p:tav tm="100000">
                                          <p:val>
                                            <p:strVal val="#ppt_y"/>
                                          </p:val>
                                        </p:tav>
                                      </p:tavLst>
                                    </p:anim>
                                  </p:childTnLst>
                                </p:cTn>
                              </p:par>
                              <p:par>
                                <p:cTn id="642" presetID="53" presetClass="entr" presetSubtype="528" repeatCount="indefinite" fill="hold" grpId="0" nodeType="withEffect">
                                  <p:stCondLst>
                                    <p:cond delay="1934"/>
                                  </p:stCondLst>
                                  <p:childTnLst>
                                    <p:set>
                                      <p:cBhvr>
                                        <p:cTn id="643" dur="1" fill="hold">
                                          <p:stCondLst>
                                            <p:cond delay="0"/>
                                          </p:stCondLst>
                                        </p:cTn>
                                        <p:tgtEl>
                                          <p:spTgt spid="531"/>
                                        </p:tgtEl>
                                        <p:attrNameLst>
                                          <p:attrName>style.visibility</p:attrName>
                                        </p:attrNameLst>
                                      </p:cBhvr>
                                      <p:to>
                                        <p:strVal val="visible"/>
                                      </p:to>
                                    </p:set>
                                    <p:anim calcmode="lin" valueType="num">
                                      <p:cBhvr>
                                        <p:cTn id="644" dur="6965" fill="hold"/>
                                        <p:tgtEl>
                                          <p:spTgt spid="531"/>
                                        </p:tgtEl>
                                        <p:attrNameLst>
                                          <p:attrName>ppt_w</p:attrName>
                                        </p:attrNameLst>
                                      </p:cBhvr>
                                      <p:tavLst>
                                        <p:tav tm="0">
                                          <p:val>
                                            <p:fltVal val="0"/>
                                          </p:val>
                                        </p:tav>
                                        <p:tav tm="100000">
                                          <p:val>
                                            <p:strVal val="#ppt_w"/>
                                          </p:val>
                                        </p:tav>
                                      </p:tavLst>
                                    </p:anim>
                                    <p:anim calcmode="lin" valueType="num">
                                      <p:cBhvr>
                                        <p:cTn id="645" dur="6965" fill="hold"/>
                                        <p:tgtEl>
                                          <p:spTgt spid="531"/>
                                        </p:tgtEl>
                                        <p:attrNameLst>
                                          <p:attrName>ppt_h</p:attrName>
                                        </p:attrNameLst>
                                      </p:cBhvr>
                                      <p:tavLst>
                                        <p:tav tm="0">
                                          <p:val>
                                            <p:fltVal val="0"/>
                                          </p:val>
                                        </p:tav>
                                        <p:tav tm="100000">
                                          <p:val>
                                            <p:strVal val="#ppt_h"/>
                                          </p:val>
                                        </p:tav>
                                      </p:tavLst>
                                    </p:anim>
                                    <p:animEffect transition="in" filter="fade">
                                      <p:cBhvr>
                                        <p:cTn id="646" dur="6965"/>
                                        <p:tgtEl>
                                          <p:spTgt spid="531"/>
                                        </p:tgtEl>
                                      </p:cBhvr>
                                    </p:animEffect>
                                    <p:anim calcmode="lin" valueType="num">
                                      <p:cBhvr>
                                        <p:cTn id="647" dur="6965" fill="hold"/>
                                        <p:tgtEl>
                                          <p:spTgt spid="531"/>
                                        </p:tgtEl>
                                        <p:attrNameLst>
                                          <p:attrName>ppt_x</p:attrName>
                                        </p:attrNameLst>
                                      </p:cBhvr>
                                      <p:tavLst>
                                        <p:tav tm="0">
                                          <p:val>
                                            <p:fltVal val="0.5"/>
                                          </p:val>
                                        </p:tav>
                                        <p:tav tm="100000">
                                          <p:val>
                                            <p:strVal val="#ppt_x"/>
                                          </p:val>
                                        </p:tav>
                                      </p:tavLst>
                                    </p:anim>
                                    <p:anim calcmode="lin" valueType="num">
                                      <p:cBhvr>
                                        <p:cTn id="648" dur="6965" fill="hold"/>
                                        <p:tgtEl>
                                          <p:spTgt spid="531"/>
                                        </p:tgtEl>
                                        <p:attrNameLst>
                                          <p:attrName>ppt_y</p:attrName>
                                        </p:attrNameLst>
                                      </p:cBhvr>
                                      <p:tavLst>
                                        <p:tav tm="0">
                                          <p:val>
                                            <p:fltVal val="0.5"/>
                                          </p:val>
                                        </p:tav>
                                        <p:tav tm="100000">
                                          <p:val>
                                            <p:strVal val="#ppt_y"/>
                                          </p:val>
                                        </p:tav>
                                      </p:tavLst>
                                    </p:anim>
                                  </p:childTnLst>
                                </p:cTn>
                              </p:par>
                              <p:par>
                                <p:cTn id="649" presetID="53" presetClass="entr" presetSubtype="528" repeatCount="indefinite" fill="hold" grpId="0" nodeType="withEffect">
                                  <p:stCondLst>
                                    <p:cond delay="775"/>
                                  </p:stCondLst>
                                  <p:childTnLst>
                                    <p:set>
                                      <p:cBhvr>
                                        <p:cTn id="650" dur="1" fill="hold">
                                          <p:stCondLst>
                                            <p:cond delay="0"/>
                                          </p:stCondLst>
                                        </p:cTn>
                                        <p:tgtEl>
                                          <p:spTgt spid="532"/>
                                        </p:tgtEl>
                                        <p:attrNameLst>
                                          <p:attrName>style.visibility</p:attrName>
                                        </p:attrNameLst>
                                      </p:cBhvr>
                                      <p:to>
                                        <p:strVal val="visible"/>
                                      </p:to>
                                    </p:set>
                                    <p:anim calcmode="lin" valueType="num">
                                      <p:cBhvr>
                                        <p:cTn id="651" dur="5313" fill="hold"/>
                                        <p:tgtEl>
                                          <p:spTgt spid="532"/>
                                        </p:tgtEl>
                                        <p:attrNameLst>
                                          <p:attrName>ppt_w</p:attrName>
                                        </p:attrNameLst>
                                      </p:cBhvr>
                                      <p:tavLst>
                                        <p:tav tm="0">
                                          <p:val>
                                            <p:fltVal val="0"/>
                                          </p:val>
                                        </p:tav>
                                        <p:tav tm="100000">
                                          <p:val>
                                            <p:strVal val="#ppt_w"/>
                                          </p:val>
                                        </p:tav>
                                      </p:tavLst>
                                    </p:anim>
                                    <p:anim calcmode="lin" valueType="num">
                                      <p:cBhvr>
                                        <p:cTn id="652" dur="5313" fill="hold"/>
                                        <p:tgtEl>
                                          <p:spTgt spid="532"/>
                                        </p:tgtEl>
                                        <p:attrNameLst>
                                          <p:attrName>ppt_h</p:attrName>
                                        </p:attrNameLst>
                                      </p:cBhvr>
                                      <p:tavLst>
                                        <p:tav tm="0">
                                          <p:val>
                                            <p:fltVal val="0"/>
                                          </p:val>
                                        </p:tav>
                                        <p:tav tm="100000">
                                          <p:val>
                                            <p:strVal val="#ppt_h"/>
                                          </p:val>
                                        </p:tav>
                                      </p:tavLst>
                                    </p:anim>
                                    <p:animEffect transition="in" filter="fade">
                                      <p:cBhvr>
                                        <p:cTn id="653" dur="5313"/>
                                        <p:tgtEl>
                                          <p:spTgt spid="532"/>
                                        </p:tgtEl>
                                      </p:cBhvr>
                                    </p:animEffect>
                                    <p:anim calcmode="lin" valueType="num">
                                      <p:cBhvr>
                                        <p:cTn id="654" dur="5313" fill="hold"/>
                                        <p:tgtEl>
                                          <p:spTgt spid="532"/>
                                        </p:tgtEl>
                                        <p:attrNameLst>
                                          <p:attrName>ppt_x</p:attrName>
                                        </p:attrNameLst>
                                      </p:cBhvr>
                                      <p:tavLst>
                                        <p:tav tm="0">
                                          <p:val>
                                            <p:fltVal val="0.5"/>
                                          </p:val>
                                        </p:tav>
                                        <p:tav tm="100000">
                                          <p:val>
                                            <p:strVal val="#ppt_x"/>
                                          </p:val>
                                        </p:tav>
                                      </p:tavLst>
                                    </p:anim>
                                    <p:anim calcmode="lin" valueType="num">
                                      <p:cBhvr>
                                        <p:cTn id="655" dur="5313" fill="hold"/>
                                        <p:tgtEl>
                                          <p:spTgt spid="532"/>
                                        </p:tgtEl>
                                        <p:attrNameLst>
                                          <p:attrName>ppt_y</p:attrName>
                                        </p:attrNameLst>
                                      </p:cBhvr>
                                      <p:tavLst>
                                        <p:tav tm="0">
                                          <p:val>
                                            <p:fltVal val="0.5"/>
                                          </p:val>
                                        </p:tav>
                                        <p:tav tm="100000">
                                          <p:val>
                                            <p:strVal val="#ppt_y"/>
                                          </p:val>
                                        </p:tav>
                                      </p:tavLst>
                                    </p:anim>
                                  </p:childTnLst>
                                </p:cTn>
                              </p:par>
                              <p:par>
                                <p:cTn id="656" presetID="53" presetClass="entr" presetSubtype="528" repeatCount="indefinite" fill="hold" grpId="0" nodeType="withEffect">
                                  <p:stCondLst>
                                    <p:cond delay="178"/>
                                  </p:stCondLst>
                                  <p:childTnLst>
                                    <p:set>
                                      <p:cBhvr>
                                        <p:cTn id="657" dur="1" fill="hold">
                                          <p:stCondLst>
                                            <p:cond delay="0"/>
                                          </p:stCondLst>
                                        </p:cTn>
                                        <p:tgtEl>
                                          <p:spTgt spid="533"/>
                                        </p:tgtEl>
                                        <p:attrNameLst>
                                          <p:attrName>style.visibility</p:attrName>
                                        </p:attrNameLst>
                                      </p:cBhvr>
                                      <p:to>
                                        <p:strVal val="visible"/>
                                      </p:to>
                                    </p:set>
                                    <p:anim calcmode="lin" valueType="num">
                                      <p:cBhvr>
                                        <p:cTn id="658" dur="5630" fill="hold"/>
                                        <p:tgtEl>
                                          <p:spTgt spid="533"/>
                                        </p:tgtEl>
                                        <p:attrNameLst>
                                          <p:attrName>ppt_w</p:attrName>
                                        </p:attrNameLst>
                                      </p:cBhvr>
                                      <p:tavLst>
                                        <p:tav tm="0">
                                          <p:val>
                                            <p:fltVal val="0"/>
                                          </p:val>
                                        </p:tav>
                                        <p:tav tm="100000">
                                          <p:val>
                                            <p:strVal val="#ppt_w"/>
                                          </p:val>
                                        </p:tav>
                                      </p:tavLst>
                                    </p:anim>
                                    <p:anim calcmode="lin" valueType="num">
                                      <p:cBhvr>
                                        <p:cTn id="659" dur="5630" fill="hold"/>
                                        <p:tgtEl>
                                          <p:spTgt spid="533"/>
                                        </p:tgtEl>
                                        <p:attrNameLst>
                                          <p:attrName>ppt_h</p:attrName>
                                        </p:attrNameLst>
                                      </p:cBhvr>
                                      <p:tavLst>
                                        <p:tav tm="0">
                                          <p:val>
                                            <p:fltVal val="0"/>
                                          </p:val>
                                        </p:tav>
                                        <p:tav tm="100000">
                                          <p:val>
                                            <p:strVal val="#ppt_h"/>
                                          </p:val>
                                        </p:tav>
                                      </p:tavLst>
                                    </p:anim>
                                    <p:animEffect transition="in" filter="fade">
                                      <p:cBhvr>
                                        <p:cTn id="660" dur="5630"/>
                                        <p:tgtEl>
                                          <p:spTgt spid="533"/>
                                        </p:tgtEl>
                                      </p:cBhvr>
                                    </p:animEffect>
                                    <p:anim calcmode="lin" valueType="num">
                                      <p:cBhvr>
                                        <p:cTn id="661" dur="5630" fill="hold"/>
                                        <p:tgtEl>
                                          <p:spTgt spid="533"/>
                                        </p:tgtEl>
                                        <p:attrNameLst>
                                          <p:attrName>ppt_x</p:attrName>
                                        </p:attrNameLst>
                                      </p:cBhvr>
                                      <p:tavLst>
                                        <p:tav tm="0">
                                          <p:val>
                                            <p:fltVal val="0.5"/>
                                          </p:val>
                                        </p:tav>
                                        <p:tav tm="100000">
                                          <p:val>
                                            <p:strVal val="#ppt_x"/>
                                          </p:val>
                                        </p:tav>
                                      </p:tavLst>
                                    </p:anim>
                                    <p:anim calcmode="lin" valueType="num">
                                      <p:cBhvr>
                                        <p:cTn id="662" dur="5630" fill="hold"/>
                                        <p:tgtEl>
                                          <p:spTgt spid="533"/>
                                        </p:tgtEl>
                                        <p:attrNameLst>
                                          <p:attrName>ppt_y</p:attrName>
                                        </p:attrNameLst>
                                      </p:cBhvr>
                                      <p:tavLst>
                                        <p:tav tm="0">
                                          <p:val>
                                            <p:fltVal val="0.5"/>
                                          </p:val>
                                        </p:tav>
                                        <p:tav tm="100000">
                                          <p:val>
                                            <p:strVal val="#ppt_y"/>
                                          </p:val>
                                        </p:tav>
                                      </p:tavLst>
                                    </p:anim>
                                  </p:childTnLst>
                                </p:cTn>
                              </p:par>
                              <p:par>
                                <p:cTn id="663" presetID="53" presetClass="entr" presetSubtype="528" repeatCount="indefinite" fill="hold" grpId="0" nodeType="withEffect">
                                  <p:stCondLst>
                                    <p:cond delay="1402"/>
                                  </p:stCondLst>
                                  <p:childTnLst>
                                    <p:set>
                                      <p:cBhvr>
                                        <p:cTn id="664" dur="1" fill="hold">
                                          <p:stCondLst>
                                            <p:cond delay="0"/>
                                          </p:stCondLst>
                                        </p:cTn>
                                        <p:tgtEl>
                                          <p:spTgt spid="534"/>
                                        </p:tgtEl>
                                        <p:attrNameLst>
                                          <p:attrName>style.visibility</p:attrName>
                                        </p:attrNameLst>
                                      </p:cBhvr>
                                      <p:to>
                                        <p:strVal val="visible"/>
                                      </p:to>
                                    </p:set>
                                    <p:anim calcmode="lin" valueType="num">
                                      <p:cBhvr>
                                        <p:cTn id="665" dur="5437" fill="hold"/>
                                        <p:tgtEl>
                                          <p:spTgt spid="534"/>
                                        </p:tgtEl>
                                        <p:attrNameLst>
                                          <p:attrName>ppt_w</p:attrName>
                                        </p:attrNameLst>
                                      </p:cBhvr>
                                      <p:tavLst>
                                        <p:tav tm="0">
                                          <p:val>
                                            <p:fltVal val="0"/>
                                          </p:val>
                                        </p:tav>
                                        <p:tav tm="100000">
                                          <p:val>
                                            <p:strVal val="#ppt_w"/>
                                          </p:val>
                                        </p:tav>
                                      </p:tavLst>
                                    </p:anim>
                                    <p:anim calcmode="lin" valueType="num">
                                      <p:cBhvr>
                                        <p:cTn id="666" dur="5437" fill="hold"/>
                                        <p:tgtEl>
                                          <p:spTgt spid="534"/>
                                        </p:tgtEl>
                                        <p:attrNameLst>
                                          <p:attrName>ppt_h</p:attrName>
                                        </p:attrNameLst>
                                      </p:cBhvr>
                                      <p:tavLst>
                                        <p:tav tm="0">
                                          <p:val>
                                            <p:fltVal val="0"/>
                                          </p:val>
                                        </p:tav>
                                        <p:tav tm="100000">
                                          <p:val>
                                            <p:strVal val="#ppt_h"/>
                                          </p:val>
                                        </p:tav>
                                      </p:tavLst>
                                    </p:anim>
                                    <p:animEffect transition="in" filter="fade">
                                      <p:cBhvr>
                                        <p:cTn id="667" dur="5437"/>
                                        <p:tgtEl>
                                          <p:spTgt spid="534"/>
                                        </p:tgtEl>
                                      </p:cBhvr>
                                    </p:animEffect>
                                    <p:anim calcmode="lin" valueType="num">
                                      <p:cBhvr>
                                        <p:cTn id="668" dur="5437" fill="hold"/>
                                        <p:tgtEl>
                                          <p:spTgt spid="534"/>
                                        </p:tgtEl>
                                        <p:attrNameLst>
                                          <p:attrName>ppt_x</p:attrName>
                                        </p:attrNameLst>
                                      </p:cBhvr>
                                      <p:tavLst>
                                        <p:tav tm="0">
                                          <p:val>
                                            <p:fltVal val="0.5"/>
                                          </p:val>
                                        </p:tav>
                                        <p:tav tm="100000">
                                          <p:val>
                                            <p:strVal val="#ppt_x"/>
                                          </p:val>
                                        </p:tav>
                                      </p:tavLst>
                                    </p:anim>
                                    <p:anim calcmode="lin" valueType="num">
                                      <p:cBhvr>
                                        <p:cTn id="669" dur="5437" fill="hold"/>
                                        <p:tgtEl>
                                          <p:spTgt spid="534"/>
                                        </p:tgtEl>
                                        <p:attrNameLst>
                                          <p:attrName>ppt_y</p:attrName>
                                        </p:attrNameLst>
                                      </p:cBhvr>
                                      <p:tavLst>
                                        <p:tav tm="0">
                                          <p:val>
                                            <p:fltVal val="0.5"/>
                                          </p:val>
                                        </p:tav>
                                        <p:tav tm="100000">
                                          <p:val>
                                            <p:strVal val="#ppt_y"/>
                                          </p:val>
                                        </p:tav>
                                      </p:tavLst>
                                    </p:anim>
                                  </p:childTnLst>
                                </p:cTn>
                              </p:par>
                              <p:par>
                                <p:cTn id="670" presetID="53" presetClass="entr" presetSubtype="528" repeatCount="indefinite" fill="hold" grpId="0" nodeType="withEffect">
                                  <p:stCondLst>
                                    <p:cond delay="441"/>
                                  </p:stCondLst>
                                  <p:childTnLst>
                                    <p:set>
                                      <p:cBhvr>
                                        <p:cTn id="671" dur="1" fill="hold">
                                          <p:stCondLst>
                                            <p:cond delay="0"/>
                                          </p:stCondLst>
                                        </p:cTn>
                                        <p:tgtEl>
                                          <p:spTgt spid="535"/>
                                        </p:tgtEl>
                                        <p:attrNameLst>
                                          <p:attrName>style.visibility</p:attrName>
                                        </p:attrNameLst>
                                      </p:cBhvr>
                                      <p:to>
                                        <p:strVal val="visible"/>
                                      </p:to>
                                    </p:set>
                                    <p:anim calcmode="lin" valueType="num">
                                      <p:cBhvr>
                                        <p:cTn id="672" dur="5660" fill="hold"/>
                                        <p:tgtEl>
                                          <p:spTgt spid="535"/>
                                        </p:tgtEl>
                                        <p:attrNameLst>
                                          <p:attrName>ppt_w</p:attrName>
                                        </p:attrNameLst>
                                      </p:cBhvr>
                                      <p:tavLst>
                                        <p:tav tm="0">
                                          <p:val>
                                            <p:fltVal val="0"/>
                                          </p:val>
                                        </p:tav>
                                        <p:tav tm="100000">
                                          <p:val>
                                            <p:strVal val="#ppt_w"/>
                                          </p:val>
                                        </p:tav>
                                      </p:tavLst>
                                    </p:anim>
                                    <p:anim calcmode="lin" valueType="num">
                                      <p:cBhvr>
                                        <p:cTn id="673" dur="5660" fill="hold"/>
                                        <p:tgtEl>
                                          <p:spTgt spid="535"/>
                                        </p:tgtEl>
                                        <p:attrNameLst>
                                          <p:attrName>ppt_h</p:attrName>
                                        </p:attrNameLst>
                                      </p:cBhvr>
                                      <p:tavLst>
                                        <p:tav tm="0">
                                          <p:val>
                                            <p:fltVal val="0"/>
                                          </p:val>
                                        </p:tav>
                                        <p:tav tm="100000">
                                          <p:val>
                                            <p:strVal val="#ppt_h"/>
                                          </p:val>
                                        </p:tav>
                                      </p:tavLst>
                                    </p:anim>
                                    <p:animEffect transition="in" filter="fade">
                                      <p:cBhvr>
                                        <p:cTn id="674" dur="5660"/>
                                        <p:tgtEl>
                                          <p:spTgt spid="535"/>
                                        </p:tgtEl>
                                      </p:cBhvr>
                                    </p:animEffect>
                                    <p:anim calcmode="lin" valueType="num">
                                      <p:cBhvr>
                                        <p:cTn id="675" dur="5660" fill="hold"/>
                                        <p:tgtEl>
                                          <p:spTgt spid="535"/>
                                        </p:tgtEl>
                                        <p:attrNameLst>
                                          <p:attrName>ppt_x</p:attrName>
                                        </p:attrNameLst>
                                      </p:cBhvr>
                                      <p:tavLst>
                                        <p:tav tm="0">
                                          <p:val>
                                            <p:fltVal val="0.5"/>
                                          </p:val>
                                        </p:tav>
                                        <p:tav tm="100000">
                                          <p:val>
                                            <p:strVal val="#ppt_x"/>
                                          </p:val>
                                        </p:tav>
                                      </p:tavLst>
                                    </p:anim>
                                    <p:anim calcmode="lin" valueType="num">
                                      <p:cBhvr>
                                        <p:cTn id="676" dur="5660" fill="hold"/>
                                        <p:tgtEl>
                                          <p:spTgt spid="535"/>
                                        </p:tgtEl>
                                        <p:attrNameLst>
                                          <p:attrName>ppt_y</p:attrName>
                                        </p:attrNameLst>
                                      </p:cBhvr>
                                      <p:tavLst>
                                        <p:tav tm="0">
                                          <p:val>
                                            <p:fltVal val="0.5"/>
                                          </p:val>
                                        </p:tav>
                                        <p:tav tm="100000">
                                          <p:val>
                                            <p:strVal val="#ppt_y"/>
                                          </p:val>
                                        </p:tav>
                                      </p:tavLst>
                                    </p:anim>
                                  </p:childTnLst>
                                </p:cTn>
                              </p:par>
                              <p:par>
                                <p:cTn id="677" presetID="53" presetClass="entr" presetSubtype="528" repeatCount="indefinite" fill="hold" grpId="0" nodeType="withEffect">
                                  <p:stCondLst>
                                    <p:cond delay="1747"/>
                                  </p:stCondLst>
                                  <p:childTnLst>
                                    <p:set>
                                      <p:cBhvr>
                                        <p:cTn id="678" dur="1" fill="hold">
                                          <p:stCondLst>
                                            <p:cond delay="0"/>
                                          </p:stCondLst>
                                        </p:cTn>
                                        <p:tgtEl>
                                          <p:spTgt spid="539"/>
                                        </p:tgtEl>
                                        <p:attrNameLst>
                                          <p:attrName>style.visibility</p:attrName>
                                        </p:attrNameLst>
                                      </p:cBhvr>
                                      <p:to>
                                        <p:strVal val="visible"/>
                                      </p:to>
                                    </p:set>
                                    <p:anim calcmode="lin" valueType="num">
                                      <p:cBhvr>
                                        <p:cTn id="679" dur="6723" fill="hold"/>
                                        <p:tgtEl>
                                          <p:spTgt spid="539"/>
                                        </p:tgtEl>
                                        <p:attrNameLst>
                                          <p:attrName>ppt_w</p:attrName>
                                        </p:attrNameLst>
                                      </p:cBhvr>
                                      <p:tavLst>
                                        <p:tav tm="0">
                                          <p:val>
                                            <p:fltVal val="0"/>
                                          </p:val>
                                        </p:tav>
                                        <p:tav tm="100000">
                                          <p:val>
                                            <p:strVal val="#ppt_w"/>
                                          </p:val>
                                        </p:tav>
                                      </p:tavLst>
                                    </p:anim>
                                    <p:anim calcmode="lin" valueType="num">
                                      <p:cBhvr>
                                        <p:cTn id="680" dur="6723" fill="hold"/>
                                        <p:tgtEl>
                                          <p:spTgt spid="539"/>
                                        </p:tgtEl>
                                        <p:attrNameLst>
                                          <p:attrName>ppt_h</p:attrName>
                                        </p:attrNameLst>
                                      </p:cBhvr>
                                      <p:tavLst>
                                        <p:tav tm="0">
                                          <p:val>
                                            <p:fltVal val="0"/>
                                          </p:val>
                                        </p:tav>
                                        <p:tav tm="100000">
                                          <p:val>
                                            <p:strVal val="#ppt_h"/>
                                          </p:val>
                                        </p:tav>
                                      </p:tavLst>
                                    </p:anim>
                                    <p:animEffect transition="in" filter="fade">
                                      <p:cBhvr>
                                        <p:cTn id="681" dur="6723"/>
                                        <p:tgtEl>
                                          <p:spTgt spid="539"/>
                                        </p:tgtEl>
                                      </p:cBhvr>
                                    </p:animEffect>
                                    <p:anim calcmode="lin" valueType="num">
                                      <p:cBhvr>
                                        <p:cTn id="682" dur="6723" fill="hold"/>
                                        <p:tgtEl>
                                          <p:spTgt spid="539"/>
                                        </p:tgtEl>
                                        <p:attrNameLst>
                                          <p:attrName>ppt_x</p:attrName>
                                        </p:attrNameLst>
                                      </p:cBhvr>
                                      <p:tavLst>
                                        <p:tav tm="0">
                                          <p:val>
                                            <p:fltVal val="0.5"/>
                                          </p:val>
                                        </p:tav>
                                        <p:tav tm="100000">
                                          <p:val>
                                            <p:strVal val="#ppt_x"/>
                                          </p:val>
                                        </p:tav>
                                      </p:tavLst>
                                    </p:anim>
                                    <p:anim calcmode="lin" valueType="num">
                                      <p:cBhvr>
                                        <p:cTn id="683" dur="6723" fill="hold"/>
                                        <p:tgtEl>
                                          <p:spTgt spid="539"/>
                                        </p:tgtEl>
                                        <p:attrNameLst>
                                          <p:attrName>ppt_y</p:attrName>
                                        </p:attrNameLst>
                                      </p:cBhvr>
                                      <p:tavLst>
                                        <p:tav tm="0">
                                          <p:val>
                                            <p:fltVal val="0.5"/>
                                          </p:val>
                                        </p:tav>
                                        <p:tav tm="100000">
                                          <p:val>
                                            <p:strVal val="#ppt_y"/>
                                          </p:val>
                                        </p:tav>
                                      </p:tavLst>
                                    </p:anim>
                                  </p:childTnLst>
                                </p:cTn>
                              </p:par>
                              <p:par>
                                <p:cTn id="684" presetID="53" presetClass="entr" presetSubtype="528" repeatCount="indefinite" fill="hold" grpId="0" nodeType="withEffect">
                                  <p:stCondLst>
                                    <p:cond delay="1402"/>
                                  </p:stCondLst>
                                  <p:childTnLst>
                                    <p:set>
                                      <p:cBhvr>
                                        <p:cTn id="685" dur="1" fill="hold">
                                          <p:stCondLst>
                                            <p:cond delay="0"/>
                                          </p:stCondLst>
                                        </p:cTn>
                                        <p:tgtEl>
                                          <p:spTgt spid="542"/>
                                        </p:tgtEl>
                                        <p:attrNameLst>
                                          <p:attrName>style.visibility</p:attrName>
                                        </p:attrNameLst>
                                      </p:cBhvr>
                                      <p:to>
                                        <p:strVal val="visible"/>
                                      </p:to>
                                    </p:set>
                                    <p:anim calcmode="lin" valueType="num">
                                      <p:cBhvr>
                                        <p:cTn id="686" dur="5888" fill="hold"/>
                                        <p:tgtEl>
                                          <p:spTgt spid="542"/>
                                        </p:tgtEl>
                                        <p:attrNameLst>
                                          <p:attrName>ppt_w</p:attrName>
                                        </p:attrNameLst>
                                      </p:cBhvr>
                                      <p:tavLst>
                                        <p:tav tm="0">
                                          <p:val>
                                            <p:fltVal val="0"/>
                                          </p:val>
                                        </p:tav>
                                        <p:tav tm="100000">
                                          <p:val>
                                            <p:strVal val="#ppt_w"/>
                                          </p:val>
                                        </p:tav>
                                      </p:tavLst>
                                    </p:anim>
                                    <p:anim calcmode="lin" valueType="num">
                                      <p:cBhvr>
                                        <p:cTn id="687" dur="5888" fill="hold"/>
                                        <p:tgtEl>
                                          <p:spTgt spid="542"/>
                                        </p:tgtEl>
                                        <p:attrNameLst>
                                          <p:attrName>ppt_h</p:attrName>
                                        </p:attrNameLst>
                                      </p:cBhvr>
                                      <p:tavLst>
                                        <p:tav tm="0">
                                          <p:val>
                                            <p:fltVal val="0"/>
                                          </p:val>
                                        </p:tav>
                                        <p:tav tm="100000">
                                          <p:val>
                                            <p:strVal val="#ppt_h"/>
                                          </p:val>
                                        </p:tav>
                                      </p:tavLst>
                                    </p:anim>
                                    <p:animEffect transition="in" filter="fade">
                                      <p:cBhvr>
                                        <p:cTn id="688" dur="5888"/>
                                        <p:tgtEl>
                                          <p:spTgt spid="542"/>
                                        </p:tgtEl>
                                      </p:cBhvr>
                                    </p:animEffect>
                                    <p:anim calcmode="lin" valueType="num">
                                      <p:cBhvr>
                                        <p:cTn id="689" dur="5888" fill="hold"/>
                                        <p:tgtEl>
                                          <p:spTgt spid="542"/>
                                        </p:tgtEl>
                                        <p:attrNameLst>
                                          <p:attrName>ppt_x</p:attrName>
                                        </p:attrNameLst>
                                      </p:cBhvr>
                                      <p:tavLst>
                                        <p:tav tm="0">
                                          <p:val>
                                            <p:fltVal val="0.5"/>
                                          </p:val>
                                        </p:tav>
                                        <p:tav tm="100000">
                                          <p:val>
                                            <p:strVal val="#ppt_x"/>
                                          </p:val>
                                        </p:tav>
                                      </p:tavLst>
                                    </p:anim>
                                    <p:anim calcmode="lin" valueType="num">
                                      <p:cBhvr>
                                        <p:cTn id="690" dur="5888" fill="hold"/>
                                        <p:tgtEl>
                                          <p:spTgt spid="542"/>
                                        </p:tgtEl>
                                        <p:attrNameLst>
                                          <p:attrName>ppt_y</p:attrName>
                                        </p:attrNameLst>
                                      </p:cBhvr>
                                      <p:tavLst>
                                        <p:tav tm="0">
                                          <p:val>
                                            <p:fltVal val="0.5"/>
                                          </p:val>
                                        </p:tav>
                                        <p:tav tm="100000">
                                          <p:val>
                                            <p:strVal val="#ppt_y"/>
                                          </p:val>
                                        </p:tav>
                                      </p:tavLst>
                                    </p:anim>
                                  </p:childTnLst>
                                </p:cTn>
                              </p:par>
                              <p:par>
                                <p:cTn id="691" presetID="53" presetClass="entr" presetSubtype="528" repeatCount="indefinite" fill="hold" grpId="0" nodeType="withEffect">
                                  <p:stCondLst>
                                    <p:cond delay="809"/>
                                  </p:stCondLst>
                                  <p:childTnLst>
                                    <p:set>
                                      <p:cBhvr>
                                        <p:cTn id="692" dur="1" fill="hold">
                                          <p:stCondLst>
                                            <p:cond delay="0"/>
                                          </p:stCondLst>
                                        </p:cTn>
                                        <p:tgtEl>
                                          <p:spTgt spid="543"/>
                                        </p:tgtEl>
                                        <p:attrNameLst>
                                          <p:attrName>style.visibility</p:attrName>
                                        </p:attrNameLst>
                                      </p:cBhvr>
                                      <p:to>
                                        <p:strVal val="visible"/>
                                      </p:to>
                                    </p:set>
                                    <p:anim calcmode="lin" valueType="num">
                                      <p:cBhvr>
                                        <p:cTn id="693" dur="5356" fill="hold"/>
                                        <p:tgtEl>
                                          <p:spTgt spid="543"/>
                                        </p:tgtEl>
                                        <p:attrNameLst>
                                          <p:attrName>ppt_w</p:attrName>
                                        </p:attrNameLst>
                                      </p:cBhvr>
                                      <p:tavLst>
                                        <p:tav tm="0">
                                          <p:val>
                                            <p:fltVal val="0"/>
                                          </p:val>
                                        </p:tav>
                                        <p:tav tm="100000">
                                          <p:val>
                                            <p:strVal val="#ppt_w"/>
                                          </p:val>
                                        </p:tav>
                                      </p:tavLst>
                                    </p:anim>
                                    <p:anim calcmode="lin" valueType="num">
                                      <p:cBhvr>
                                        <p:cTn id="694" dur="5356" fill="hold"/>
                                        <p:tgtEl>
                                          <p:spTgt spid="543"/>
                                        </p:tgtEl>
                                        <p:attrNameLst>
                                          <p:attrName>ppt_h</p:attrName>
                                        </p:attrNameLst>
                                      </p:cBhvr>
                                      <p:tavLst>
                                        <p:tav tm="0">
                                          <p:val>
                                            <p:fltVal val="0"/>
                                          </p:val>
                                        </p:tav>
                                        <p:tav tm="100000">
                                          <p:val>
                                            <p:strVal val="#ppt_h"/>
                                          </p:val>
                                        </p:tav>
                                      </p:tavLst>
                                    </p:anim>
                                    <p:animEffect transition="in" filter="fade">
                                      <p:cBhvr>
                                        <p:cTn id="695" dur="5356"/>
                                        <p:tgtEl>
                                          <p:spTgt spid="543"/>
                                        </p:tgtEl>
                                      </p:cBhvr>
                                    </p:animEffect>
                                    <p:anim calcmode="lin" valueType="num">
                                      <p:cBhvr>
                                        <p:cTn id="696" dur="5356" fill="hold"/>
                                        <p:tgtEl>
                                          <p:spTgt spid="543"/>
                                        </p:tgtEl>
                                        <p:attrNameLst>
                                          <p:attrName>ppt_x</p:attrName>
                                        </p:attrNameLst>
                                      </p:cBhvr>
                                      <p:tavLst>
                                        <p:tav tm="0">
                                          <p:val>
                                            <p:fltVal val="0.5"/>
                                          </p:val>
                                        </p:tav>
                                        <p:tav tm="100000">
                                          <p:val>
                                            <p:strVal val="#ppt_x"/>
                                          </p:val>
                                        </p:tav>
                                      </p:tavLst>
                                    </p:anim>
                                    <p:anim calcmode="lin" valueType="num">
                                      <p:cBhvr>
                                        <p:cTn id="697" dur="5356" fill="hold"/>
                                        <p:tgtEl>
                                          <p:spTgt spid="543"/>
                                        </p:tgtEl>
                                        <p:attrNameLst>
                                          <p:attrName>ppt_y</p:attrName>
                                        </p:attrNameLst>
                                      </p:cBhvr>
                                      <p:tavLst>
                                        <p:tav tm="0">
                                          <p:val>
                                            <p:fltVal val="0.5"/>
                                          </p:val>
                                        </p:tav>
                                        <p:tav tm="100000">
                                          <p:val>
                                            <p:strVal val="#ppt_y"/>
                                          </p:val>
                                        </p:tav>
                                      </p:tavLst>
                                    </p:anim>
                                  </p:childTnLst>
                                </p:cTn>
                              </p:par>
                              <p:par>
                                <p:cTn id="698" presetID="53" presetClass="entr" presetSubtype="528" repeatCount="indefinite" fill="hold" grpId="0" nodeType="withEffect">
                                  <p:stCondLst>
                                    <p:cond delay="351"/>
                                  </p:stCondLst>
                                  <p:childTnLst>
                                    <p:set>
                                      <p:cBhvr>
                                        <p:cTn id="699" dur="1" fill="hold">
                                          <p:stCondLst>
                                            <p:cond delay="0"/>
                                          </p:stCondLst>
                                        </p:cTn>
                                        <p:tgtEl>
                                          <p:spTgt spid="545"/>
                                        </p:tgtEl>
                                        <p:attrNameLst>
                                          <p:attrName>style.visibility</p:attrName>
                                        </p:attrNameLst>
                                      </p:cBhvr>
                                      <p:to>
                                        <p:strVal val="visible"/>
                                      </p:to>
                                    </p:set>
                                    <p:anim calcmode="lin" valueType="num">
                                      <p:cBhvr>
                                        <p:cTn id="700" dur="7274" fill="hold"/>
                                        <p:tgtEl>
                                          <p:spTgt spid="545"/>
                                        </p:tgtEl>
                                        <p:attrNameLst>
                                          <p:attrName>ppt_w</p:attrName>
                                        </p:attrNameLst>
                                      </p:cBhvr>
                                      <p:tavLst>
                                        <p:tav tm="0">
                                          <p:val>
                                            <p:fltVal val="0"/>
                                          </p:val>
                                        </p:tav>
                                        <p:tav tm="100000">
                                          <p:val>
                                            <p:strVal val="#ppt_w"/>
                                          </p:val>
                                        </p:tav>
                                      </p:tavLst>
                                    </p:anim>
                                    <p:anim calcmode="lin" valueType="num">
                                      <p:cBhvr>
                                        <p:cTn id="701" dur="7274" fill="hold"/>
                                        <p:tgtEl>
                                          <p:spTgt spid="545"/>
                                        </p:tgtEl>
                                        <p:attrNameLst>
                                          <p:attrName>ppt_h</p:attrName>
                                        </p:attrNameLst>
                                      </p:cBhvr>
                                      <p:tavLst>
                                        <p:tav tm="0">
                                          <p:val>
                                            <p:fltVal val="0"/>
                                          </p:val>
                                        </p:tav>
                                        <p:tav tm="100000">
                                          <p:val>
                                            <p:strVal val="#ppt_h"/>
                                          </p:val>
                                        </p:tav>
                                      </p:tavLst>
                                    </p:anim>
                                    <p:animEffect transition="in" filter="fade">
                                      <p:cBhvr>
                                        <p:cTn id="702" dur="7274"/>
                                        <p:tgtEl>
                                          <p:spTgt spid="545"/>
                                        </p:tgtEl>
                                      </p:cBhvr>
                                    </p:animEffect>
                                    <p:anim calcmode="lin" valueType="num">
                                      <p:cBhvr>
                                        <p:cTn id="703" dur="7274" fill="hold"/>
                                        <p:tgtEl>
                                          <p:spTgt spid="545"/>
                                        </p:tgtEl>
                                        <p:attrNameLst>
                                          <p:attrName>ppt_x</p:attrName>
                                        </p:attrNameLst>
                                      </p:cBhvr>
                                      <p:tavLst>
                                        <p:tav tm="0">
                                          <p:val>
                                            <p:fltVal val="0.5"/>
                                          </p:val>
                                        </p:tav>
                                        <p:tav tm="100000">
                                          <p:val>
                                            <p:strVal val="#ppt_x"/>
                                          </p:val>
                                        </p:tav>
                                      </p:tavLst>
                                    </p:anim>
                                    <p:anim calcmode="lin" valueType="num">
                                      <p:cBhvr>
                                        <p:cTn id="704" dur="7274" fill="hold"/>
                                        <p:tgtEl>
                                          <p:spTgt spid="545"/>
                                        </p:tgtEl>
                                        <p:attrNameLst>
                                          <p:attrName>ppt_y</p:attrName>
                                        </p:attrNameLst>
                                      </p:cBhvr>
                                      <p:tavLst>
                                        <p:tav tm="0">
                                          <p:val>
                                            <p:fltVal val="0.5"/>
                                          </p:val>
                                        </p:tav>
                                        <p:tav tm="100000">
                                          <p:val>
                                            <p:strVal val="#ppt_y"/>
                                          </p:val>
                                        </p:tav>
                                      </p:tavLst>
                                    </p:anim>
                                  </p:childTnLst>
                                </p:cTn>
                              </p:par>
                              <p:par>
                                <p:cTn id="705" presetID="53" presetClass="entr" presetSubtype="528" repeatCount="indefinite" fill="hold" grpId="0" nodeType="withEffect">
                                  <p:stCondLst>
                                    <p:cond delay="1594"/>
                                  </p:stCondLst>
                                  <p:childTnLst>
                                    <p:set>
                                      <p:cBhvr>
                                        <p:cTn id="706" dur="1" fill="hold">
                                          <p:stCondLst>
                                            <p:cond delay="0"/>
                                          </p:stCondLst>
                                        </p:cTn>
                                        <p:tgtEl>
                                          <p:spTgt spid="560"/>
                                        </p:tgtEl>
                                        <p:attrNameLst>
                                          <p:attrName>style.visibility</p:attrName>
                                        </p:attrNameLst>
                                      </p:cBhvr>
                                      <p:to>
                                        <p:strVal val="visible"/>
                                      </p:to>
                                    </p:set>
                                    <p:anim calcmode="lin" valueType="num">
                                      <p:cBhvr>
                                        <p:cTn id="707" dur="5069" fill="hold"/>
                                        <p:tgtEl>
                                          <p:spTgt spid="560"/>
                                        </p:tgtEl>
                                        <p:attrNameLst>
                                          <p:attrName>ppt_w</p:attrName>
                                        </p:attrNameLst>
                                      </p:cBhvr>
                                      <p:tavLst>
                                        <p:tav tm="0">
                                          <p:val>
                                            <p:fltVal val="0"/>
                                          </p:val>
                                        </p:tav>
                                        <p:tav tm="100000">
                                          <p:val>
                                            <p:strVal val="#ppt_w"/>
                                          </p:val>
                                        </p:tav>
                                      </p:tavLst>
                                    </p:anim>
                                    <p:anim calcmode="lin" valueType="num">
                                      <p:cBhvr>
                                        <p:cTn id="708" dur="5069" fill="hold"/>
                                        <p:tgtEl>
                                          <p:spTgt spid="560"/>
                                        </p:tgtEl>
                                        <p:attrNameLst>
                                          <p:attrName>ppt_h</p:attrName>
                                        </p:attrNameLst>
                                      </p:cBhvr>
                                      <p:tavLst>
                                        <p:tav tm="0">
                                          <p:val>
                                            <p:fltVal val="0"/>
                                          </p:val>
                                        </p:tav>
                                        <p:tav tm="100000">
                                          <p:val>
                                            <p:strVal val="#ppt_h"/>
                                          </p:val>
                                        </p:tav>
                                      </p:tavLst>
                                    </p:anim>
                                    <p:animEffect transition="in" filter="fade">
                                      <p:cBhvr>
                                        <p:cTn id="709" dur="5069"/>
                                        <p:tgtEl>
                                          <p:spTgt spid="560"/>
                                        </p:tgtEl>
                                      </p:cBhvr>
                                    </p:animEffect>
                                    <p:anim calcmode="lin" valueType="num">
                                      <p:cBhvr>
                                        <p:cTn id="710" dur="5069" fill="hold"/>
                                        <p:tgtEl>
                                          <p:spTgt spid="560"/>
                                        </p:tgtEl>
                                        <p:attrNameLst>
                                          <p:attrName>ppt_x</p:attrName>
                                        </p:attrNameLst>
                                      </p:cBhvr>
                                      <p:tavLst>
                                        <p:tav tm="0">
                                          <p:val>
                                            <p:fltVal val="0.5"/>
                                          </p:val>
                                        </p:tav>
                                        <p:tav tm="100000">
                                          <p:val>
                                            <p:strVal val="#ppt_x"/>
                                          </p:val>
                                        </p:tav>
                                      </p:tavLst>
                                    </p:anim>
                                    <p:anim calcmode="lin" valueType="num">
                                      <p:cBhvr>
                                        <p:cTn id="711" dur="5069" fill="hold"/>
                                        <p:tgtEl>
                                          <p:spTgt spid="560"/>
                                        </p:tgtEl>
                                        <p:attrNameLst>
                                          <p:attrName>ppt_y</p:attrName>
                                        </p:attrNameLst>
                                      </p:cBhvr>
                                      <p:tavLst>
                                        <p:tav tm="0">
                                          <p:val>
                                            <p:fltVal val="0.5"/>
                                          </p:val>
                                        </p:tav>
                                        <p:tav tm="100000">
                                          <p:val>
                                            <p:strVal val="#ppt_y"/>
                                          </p:val>
                                        </p:tav>
                                      </p:tavLst>
                                    </p:anim>
                                  </p:childTnLst>
                                </p:cTn>
                              </p:par>
                              <p:par>
                                <p:cTn id="712" presetID="53" presetClass="entr" presetSubtype="528" repeatCount="indefinite" fill="hold" grpId="0" nodeType="withEffect">
                                  <p:stCondLst>
                                    <p:cond delay="380"/>
                                  </p:stCondLst>
                                  <p:childTnLst>
                                    <p:set>
                                      <p:cBhvr>
                                        <p:cTn id="713" dur="1" fill="hold">
                                          <p:stCondLst>
                                            <p:cond delay="0"/>
                                          </p:stCondLst>
                                        </p:cTn>
                                        <p:tgtEl>
                                          <p:spTgt spid="561"/>
                                        </p:tgtEl>
                                        <p:attrNameLst>
                                          <p:attrName>style.visibility</p:attrName>
                                        </p:attrNameLst>
                                      </p:cBhvr>
                                      <p:to>
                                        <p:strVal val="visible"/>
                                      </p:to>
                                    </p:set>
                                    <p:anim calcmode="lin" valueType="num">
                                      <p:cBhvr>
                                        <p:cTn id="714" dur="5443" fill="hold"/>
                                        <p:tgtEl>
                                          <p:spTgt spid="561"/>
                                        </p:tgtEl>
                                        <p:attrNameLst>
                                          <p:attrName>ppt_w</p:attrName>
                                        </p:attrNameLst>
                                      </p:cBhvr>
                                      <p:tavLst>
                                        <p:tav tm="0">
                                          <p:val>
                                            <p:fltVal val="0"/>
                                          </p:val>
                                        </p:tav>
                                        <p:tav tm="100000">
                                          <p:val>
                                            <p:strVal val="#ppt_w"/>
                                          </p:val>
                                        </p:tav>
                                      </p:tavLst>
                                    </p:anim>
                                    <p:anim calcmode="lin" valueType="num">
                                      <p:cBhvr>
                                        <p:cTn id="715" dur="5443" fill="hold"/>
                                        <p:tgtEl>
                                          <p:spTgt spid="561"/>
                                        </p:tgtEl>
                                        <p:attrNameLst>
                                          <p:attrName>ppt_h</p:attrName>
                                        </p:attrNameLst>
                                      </p:cBhvr>
                                      <p:tavLst>
                                        <p:tav tm="0">
                                          <p:val>
                                            <p:fltVal val="0"/>
                                          </p:val>
                                        </p:tav>
                                        <p:tav tm="100000">
                                          <p:val>
                                            <p:strVal val="#ppt_h"/>
                                          </p:val>
                                        </p:tav>
                                      </p:tavLst>
                                    </p:anim>
                                    <p:animEffect transition="in" filter="fade">
                                      <p:cBhvr>
                                        <p:cTn id="716" dur="5443"/>
                                        <p:tgtEl>
                                          <p:spTgt spid="561"/>
                                        </p:tgtEl>
                                      </p:cBhvr>
                                    </p:animEffect>
                                    <p:anim calcmode="lin" valueType="num">
                                      <p:cBhvr>
                                        <p:cTn id="717" dur="5443" fill="hold"/>
                                        <p:tgtEl>
                                          <p:spTgt spid="561"/>
                                        </p:tgtEl>
                                        <p:attrNameLst>
                                          <p:attrName>ppt_x</p:attrName>
                                        </p:attrNameLst>
                                      </p:cBhvr>
                                      <p:tavLst>
                                        <p:tav tm="0">
                                          <p:val>
                                            <p:fltVal val="0.5"/>
                                          </p:val>
                                        </p:tav>
                                        <p:tav tm="100000">
                                          <p:val>
                                            <p:strVal val="#ppt_x"/>
                                          </p:val>
                                        </p:tav>
                                      </p:tavLst>
                                    </p:anim>
                                    <p:anim calcmode="lin" valueType="num">
                                      <p:cBhvr>
                                        <p:cTn id="718" dur="5443" fill="hold"/>
                                        <p:tgtEl>
                                          <p:spTgt spid="561"/>
                                        </p:tgtEl>
                                        <p:attrNameLst>
                                          <p:attrName>ppt_y</p:attrName>
                                        </p:attrNameLst>
                                      </p:cBhvr>
                                      <p:tavLst>
                                        <p:tav tm="0">
                                          <p:val>
                                            <p:fltVal val="0.5"/>
                                          </p:val>
                                        </p:tav>
                                        <p:tav tm="100000">
                                          <p:val>
                                            <p:strVal val="#ppt_y"/>
                                          </p:val>
                                        </p:tav>
                                      </p:tavLst>
                                    </p:anim>
                                  </p:childTnLst>
                                </p:cTn>
                              </p:par>
                              <p:par>
                                <p:cTn id="719" presetID="53" presetClass="entr" presetSubtype="528" repeatCount="indefinite" fill="hold" grpId="0" nodeType="withEffect">
                                  <p:stCondLst>
                                    <p:cond delay="1243"/>
                                  </p:stCondLst>
                                  <p:childTnLst>
                                    <p:set>
                                      <p:cBhvr>
                                        <p:cTn id="720" dur="1" fill="hold">
                                          <p:stCondLst>
                                            <p:cond delay="0"/>
                                          </p:stCondLst>
                                        </p:cTn>
                                        <p:tgtEl>
                                          <p:spTgt spid="562"/>
                                        </p:tgtEl>
                                        <p:attrNameLst>
                                          <p:attrName>style.visibility</p:attrName>
                                        </p:attrNameLst>
                                      </p:cBhvr>
                                      <p:to>
                                        <p:strVal val="visible"/>
                                      </p:to>
                                    </p:set>
                                    <p:anim calcmode="lin" valueType="num">
                                      <p:cBhvr>
                                        <p:cTn id="721" dur="6959" fill="hold"/>
                                        <p:tgtEl>
                                          <p:spTgt spid="562"/>
                                        </p:tgtEl>
                                        <p:attrNameLst>
                                          <p:attrName>ppt_w</p:attrName>
                                        </p:attrNameLst>
                                      </p:cBhvr>
                                      <p:tavLst>
                                        <p:tav tm="0">
                                          <p:val>
                                            <p:fltVal val="0"/>
                                          </p:val>
                                        </p:tav>
                                        <p:tav tm="100000">
                                          <p:val>
                                            <p:strVal val="#ppt_w"/>
                                          </p:val>
                                        </p:tav>
                                      </p:tavLst>
                                    </p:anim>
                                    <p:anim calcmode="lin" valueType="num">
                                      <p:cBhvr>
                                        <p:cTn id="722" dur="6959" fill="hold"/>
                                        <p:tgtEl>
                                          <p:spTgt spid="562"/>
                                        </p:tgtEl>
                                        <p:attrNameLst>
                                          <p:attrName>ppt_h</p:attrName>
                                        </p:attrNameLst>
                                      </p:cBhvr>
                                      <p:tavLst>
                                        <p:tav tm="0">
                                          <p:val>
                                            <p:fltVal val="0"/>
                                          </p:val>
                                        </p:tav>
                                        <p:tav tm="100000">
                                          <p:val>
                                            <p:strVal val="#ppt_h"/>
                                          </p:val>
                                        </p:tav>
                                      </p:tavLst>
                                    </p:anim>
                                    <p:animEffect transition="in" filter="fade">
                                      <p:cBhvr>
                                        <p:cTn id="723" dur="6959"/>
                                        <p:tgtEl>
                                          <p:spTgt spid="562"/>
                                        </p:tgtEl>
                                      </p:cBhvr>
                                    </p:animEffect>
                                    <p:anim calcmode="lin" valueType="num">
                                      <p:cBhvr>
                                        <p:cTn id="724" dur="6959" fill="hold"/>
                                        <p:tgtEl>
                                          <p:spTgt spid="562"/>
                                        </p:tgtEl>
                                        <p:attrNameLst>
                                          <p:attrName>ppt_x</p:attrName>
                                        </p:attrNameLst>
                                      </p:cBhvr>
                                      <p:tavLst>
                                        <p:tav tm="0">
                                          <p:val>
                                            <p:fltVal val="0.5"/>
                                          </p:val>
                                        </p:tav>
                                        <p:tav tm="100000">
                                          <p:val>
                                            <p:strVal val="#ppt_x"/>
                                          </p:val>
                                        </p:tav>
                                      </p:tavLst>
                                    </p:anim>
                                    <p:anim calcmode="lin" valueType="num">
                                      <p:cBhvr>
                                        <p:cTn id="725" dur="6959" fill="hold"/>
                                        <p:tgtEl>
                                          <p:spTgt spid="562"/>
                                        </p:tgtEl>
                                        <p:attrNameLst>
                                          <p:attrName>ppt_y</p:attrName>
                                        </p:attrNameLst>
                                      </p:cBhvr>
                                      <p:tavLst>
                                        <p:tav tm="0">
                                          <p:val>
                                            <p:fltVal val="0.5"/>
                                          </p:val>
                                        </p:tav>
                                        <p:tav tm="100000">
                                          <p:val>
                                            <p:strVal val="#ppt_y"/>
                                          </p:val>
                                        </p:tav>
                                      </p:tavLst>
                                    </p:anim>
                                  </p:childTnLst>
                                </p:cTn>
                              </p:par>
                              <p:par>
                                <p:cTn id="726" presetID="53" presetClass="entr" presetSubtype="528" repeatCount="indefinite" fill="hold" grpId="0" nodeType="withEffect">
                                  <p:stCondLst>
                                    <p:cond delay="1388"/>
                                  </p:stCondLst>
                                  <p:childTnLst>
                                    <p:set>
                                      <p:cBhvr>
                                        <p:cTn id="727" dur="1" fill="hold">
                                          <p:stCondLst>
                                            <p:cond delay="0"/>
                                          </p:stCondLst>
                                        </p:cTn>
                                        <p:tgtEl>
                                          <p:spTgt spid="568"/>
                                        </p:tgtEl>
                                        <p:attrNameLst>
                                          <p:attrName>style.visibility</p:attrName>
                                        </p:attrNameLst>
                                      </p:cBhvr>
                                      <p:to>
                                        <p:strVal val="visible"/>
                                      </p:to>
                                    </p:set>
                                    <p:anim calcmode="lin" valueType="num">
                                      <p:cBhvr>
                                        <p:cTn id="728" dur="5861" fill="hold"/>
                                        <p:tgtEl>
                                          <p:spTgt spid="568"/>
                                        </p:tgtEl>
                                        <p:attrNameLst>
                                          <p:attrName>ppt_w</p:attrName>
                                        </p:attrNameLst>
                                      </p:cBhvr>
                                      <p:tavLst>
                                        <p:tav tm="0">
                                          <p:val>
                                            <p:fltVal val="0"/>
                                          </p:val>
                                        </p:tav>
                                        <p:tav tm="100000">
                                          <p:val>
                                            <p:strVal val="#ppt_w"/>
                                          </p:val>
                                        </p:tav>
                                      </p:tavLst>
                                    </p:anim>
                                    <p:anim calcmode="lin" valueType="num">
                                      <p:cBhvr>
                                        <p:cTn id="729" dur="5861" fill="hold"/>
                                        <p:tgtEl>
                                          <p:spTgt spid="568"/>
                                        </p:tgtEl>
                                        <p:attrNameLst>
                                          <p:attrName>ppt_h</p:attrName>
                                        </p:attrNameLst>
                                      </p:cBhvr>
                                      <p:tavLst>
                                        <p:tav tm="0">
                                          <p:val>
                                            <p:fltVal val="0"/>
                                          </p:val>
                                        </p:tav>
                                        <p:tav tm="100000">
                                          <p:val>
                                            <p:strVal val="#ppt_h"/>
                                          </p:val>
                                        </p:tav>
                                      </p:tavLst>
                                    </p:anim>
                                    <p:animEffect transition="in" filter="fade">
                                      <p:cBhvr>
                                        <p:cTn id="730" dur="5861"/>
                                        <p:tgtEl>
                                          <p:spTgt spid="568"/>
                                        </p:tgtEl>
                                      </p:cBhvr>
                                    </p:animEffect>
                                    <p:anim calcmode="lin" valueType="num">
                                      <p:cBhvr>
                                        <p:cTn id="731" dur="5861" fill="hold"/>
                                        <p:tgtEl>
                                          <p:spTgt spid="568"/>
                                        </p:tgtEl>
                                        <p:attrNameLst>
                                          <p:attrName>ppt_x</p:attrName>
                                        </p:attrNameLst>
                                      </p:cBhvr>
                                      <p:tavLst>
                                        <p:tav tm="0">
                                          <p:val>
                                            <p:fltVal val="0.5"/>
                                          </p:val>
                                        </p:tav>
                                        <p:tav tm="100000">
                                          <p:val>
                                            <p:strVal val="#ppt_x"/>
                                          </p:val>
                                        </p:tav>
                                      </p:tavLst>
                                    </p:anim>
                                    <p:anim calcmode="lin" valueType="num">
                                      <p:cBhvr>
                                        <p:cTn id="732" dur="5861" fill="hold"/>
                                        <p:tgtEl>
                                          <p:spTgt spid="568"/>
                                        </p:tgtEl>
                                        <p:attrNameLst>
                                          <p:attrName>ppt_y</p:attrName>
                                        </p:attrNameLst>
                                      </p:cBhvr>
                                      <p:tavLst>
                                        <p:tav tm="0">
                                          <p:val>
                                            <p:fltVal val="0.5"/>
                                          </p:val>
                                        </p:tav>
                                        <p:tav tm="100000">
                                          <p:val>
                                            <p:strVal val="#ppt_y"/>
                                          </p:val>
                                        </p:tav>
                                      </p:tavLst>
                                    </p:anim>
                                  </p:childTnLst>
                                </p:cTn>
                              </p:par>
                              <p:par>
                                <p:cTn id="733" presetID="53" presetClass="entr" presetSubtype="528" repeatCount="indefinite" fill="hold" grpId="0" nodeType="withEffect">
                                  <p:stCondLst>
                                    <p:cond delay="278"/>
                                  </p:stCondLst>
                                  <p:childTnLst>
                                    <p:set>
                                      <p:cBhvr>
                                        <p:cTn id="734" dur="1" fill="hold">
                                          <p:stCondLst>
                                            <p:cond delay="0"/>
                                          </p:stCondLst>
                                        </p:cTn>
                                        <p:tgtEl>
                                          <p:spTgt spid="570"/>
                                        </p:tgtEl>
                                        <p:attrNameLst>
                                          <p:attrName>style.visibility</p:attrName>
                                        </p:attrNameLst>
                                      </p:cBhvr>
                                      <p:to>
                                        <p:strVal val="visible"/>
                                      </p:to>
                                    </p:set>
                                    <p:anim calcmode="lin" valueType="num">
                                      <p:cBhvr>
                                        <p:cTn id="735" dur="5961" fill="hold"/>
                                        <p:tgtEl>
                                          <p:spTgt spid="570"/>
                                        </p:tgtEl>
                                        <p:attrNameLst>
                                          <p:attrName>ppt_w</p:attrName>
                                        </p:attrNameLst>
                                      </p:cBhvr>
                                      <p:tavLst>
                                        <p:tav tm="0">
                                          <p:val>
                                            <p:fltVal val="0"/>
                                          </p:val>
                                        </p:tav>
                                        <p:tav tm="100000">
                                          <p:val>
                                            <p:strVal val="#ppt_w"/>
                                          </p:val>
                                        </p:tav>
                                      </p:tavLst>
                                    </p:anim>
                                    <p:anim calcmode="lin" valueType="num">
                                      <p:cBhvr>
                                        <p:cTn id="736" dur="5961" fill="hold"/>
                                        <p:tgtEl>
                                          <p:spTgt spid="570"/>
                                        </p:tgtEl>
                                        <p:attrNameLst>
                                          <p:attrName>ppt_h</p:attrName>
                                        </p:attrNameLst>
                                      </p:cBhvr>
                                      <p:tavLst>
                                        <p:tav tm="0">
                                          <p:val>
                                            <p:fltVal val="0"/>
                                          </p:val>
                                        </p:tav>
                                        <p:tav tm="100000">
                                          <p:val>
                                            <p:strVal val="#ppt_h"/>
                                          </p:val>
                                        </p:tav>
                                      </p:tavLst>
                                    </p:anim>
                                    <p:animEffect transition="in" filter="fade">
                                      <p:cBhvr>
                                        <p:cTn id="737" dur="5961"/>
                                        <p:tgtEl>
                                          <p:spTgt spid="570"/>
                                        </p:tgtEl>
                                      </p:cBhvr>
                                    </p:animEffect>
                                    <p:anim calcmode="lin" valueType="num">
                                      <p:cBhvr>
                                        <p:cTn id="738" dur="5961" fill="hold"/>
                                        <p:tgtEl>
                                          <p:spTgt spid="570"/>
                                        </p:tgtEl>
                                        <p:attrNameLst>
                                          <p:attrName>ppt_x</p:attrName>
                                        </p:attrNameLst>
                                      </p:cBhvr>
                                      <p:tavLst>
                                        <p:tav tm="0">
                                          <p:val>
                                            <p:fltVal val="0.5"/>
                                          </p:val>
                                        </p:tav>
                                        <p:tav tm="100000">
                                          <p:val>
                                            <p:strVal val="#ppt_x"/>
                                          </p:val>
                                        </p:tav>
                                      </p:tavLst>
                                    </p:anim>
                                    <p:anim calcmode="lin" valueType="num">
                                      <p:cBhvr>
                                        <p:cTn id="739" dur="5961" fill="hold"/>
                                        <p:tgtEl>
                                          <p:spTgt spid="570"/>
                                        </p:tgtEl>
                                        <p:attrNameLst>
                                          <p:attrName>ppt_y</p:attrName>
                                        </p:attrNameLst>
                                      </p:cBhvr>
                                      <p:tavLst>
                                        <p:tav tm="0">
                                          <p:val>
                                            <p:fltVal val="0.5"/>
                                          </p:val>
                                        </p:tav>
                                        <p:tav tm="100000">
                                          <p:val>
                                            <p:strVal val="#ppt_y"/>
                                          </p:val>
                                        </p:tav>
                                      </p:tavLst>
                                    </p:anim>
                                  </p:childTnLst>
                                </p:cTn>
                              </p:par>
                              <p:par>
                                <p:cTn id="740" presetID="53" presetClass="entr" presetSubtype="528" repeatCount="indefinite" fill="hold" grpId="0" nodeType="withEffect">
                                  <p:stCondLst>
                                    <p:cond delay="954"/>
                                  </p:stCondLst>
                                  <p:childTnLst>
                                    <p:set>
                                      <p:cBhvr>
                                        <p:cTn id="741" dur="1" fill="hold">
                                          <p:stCondLst>
                                            <p:cond delay="0"/>
                                          </p:stCondLst>
                                        </p:cTn>
                                        <p:tgtEl>
                                          <p:spTgt spid="571"/>
                                        </p:tgtEl>
                                        <p:attrNameLst>
                                          <p:attrName>style.visibility</p:attrName>
                                        </p:attrNameLst>
                                      </p:cBhvr>
                                      <p:to>
                                        <p:strVal val="visible"/>
                                      </p:to>
                                    </p:set>
                                    <p:anim calcmode="lin" valueType="num">
                                      <p:cBhvr>
                                        <p:cTn id="742" dur="5261" fill="hold"/>
                                        <p:tgtEl>
                                          <p:spTgt spid="571"/>
                                        </p:tgtEl>
                                        <p:attrNameLst>
                                          <p:attrName>ppt_w</p:attrName>
                                        </p:attrNameLst>
                                      </p:cBhvr>
                                      <p:tavLst>
                                        <p:tav tm="0">
                                          <p:val>
                                            <p:fltVal val="0"/>
                                          </p:val>
                                        </p:tav>
                                        <p:tav tm="100000">
                                          <p:val>
                                            <p:strVal val="#ppt_w"/>
                                          </p:val>
                                        </p:tav>
                                      </p:tavLst>
                                    </p:anim>
                                    <p:anim calcmode="lin" valueType="num">
                                      <p:cBhvr>
                                        <p:cTn id="743" dur="5261" fill="hold"/>
                                        <p:tgtEl>
                                          <p:spTgt spid="571"/>
                                        </p:tgtEl>
                                        <p:attrNameLst>
                                          <p:attrName>ppt_h</p:attrName>
                                        </p:attrNameLst>
                                      </p:cBhvr>
                                      <p:tavLst>
                                        <p:tav tm="0">
                                          <p:val>
                                            <p:fltVal val="0"/>
                                          </p:val>
                                        </p:tav>
                                        <p:tav tm="100000">
                                          <p:val>
                                            <p:strVal val="#ppt_h"/>
                                          </p:val>
                                        </p:tav>
                                      </p:tavLst>
                                    </p:anim>
                                    <p:animEffect transition="in" filter="fade">
                                      <p:cBhvr>
                                        <p:cTn id="744" dur="5261"/>
                                        <p:tgtEl>
                                          <p:spTgt spid="571"/>
                                        </p:tgtEl>
                                      </p:cBhvr>
                                    </p:animEffect>
                                    <p:anim calcmode="lin" valueType="num">
                                      <p:cBhvr>
                                        <p:cTn id="745" dur="5261" fill="hold"/>
                                        <p:tgtEl>
                                          <p:spTgt spid="571"/>
                                        </p:tgtEl>
                                        <p:attrNameLst>
                                          <p:attrName>ppt_x</p:attrName>
                                        </p:attrNameLst>
                                      </p:cBhvr>
                                      <p:tavLst>
                                        <p:tav tm="0">
                                          <p:val>
                                            <p:fltVal val="0.5"/>
                                          </p:val>
                                        </p:tav>
                                        <p:tav tm="100000">
                                          <p:val>
                                            <p:strVal val="#ppt_x"/>
                                          </p:val>
                                        </p:tav>
                                      </p:tavLst>
                                    </p:anim>
                                    <p:anim calcmode="lin" valueType="num">
                                      <p:cBhvr>
                                        <p:cTn id="746" dur="5261" fill="hold"/>
                                        <p:tgtEl>
                                          <p:spTgt spid="571"/>
                                        </p:tgtEl>
                                        <p:attrNameLst>
                                          <p:attrName>ppt_y</p:attrName>
                                        </p:attrNameLst>
                                      </p:cBhvr>
                                      <p:tavLst>
                                        <p:tav tm="0">
                                          <p:val>
                                            <p:fltVal val="0.5"/>
                                          </p:val>
                                        </p:tav>
                                        <p:tav tm="100000">
                                          <p:val>
                                            <p:strVal val="#ppt_y"/>
                                          </p:val>
                                        </p:tav>
                                      </p:tavLst>
                                    </p:anim>
                                  </p:childTnLst>
                                </p:cTn>
                              </p:par>
                              <p:par>
                                <p:cTn id="747" presetID="53" presetClass="entr" presetSubtype="528" repeatCount="indefinite" fill="hold" grpId="0" nodeType="withEffect">
                                  <p:stCondLst>
                                    <p:cond delay="494"/>
                                  </p:stCondLst>
                                  <p:childTnLst>
                                    <p:set>
                                      <p:cBhvr>
                                        <p:cTn id="748" dur="1" fill="hold">
                                          <p:stCondLst>
                                            <p:cond delay="0"/>
                                          </p:stCondLst>
                                        </p:cTn>
                                        <p:tgtEl>
                                          <p:spTgt spid="572"/>
                                        </p:tgtEl>
                                        <p:attrNameLst>
                                          <p:attrName>style.visibility</p:attrName>
                                        </p:attrNameLst>
                                      </p:cBhvr>
                                      <p:to>
                                        <p:strVal val="visible"/>
                                      </p:to>
                                    </p:set>
                                    <p:anim calcmode="lin" valueType="num">
                                      <p:cBhvr>
                                        <p:cTn id="749" dur="6404" fill="hold"/>
                                        <p:tgtEl>
                                          <p:spTgt spid="572"/>
                                        </p:tgtEl>
                                        <p:attrNameLst>
                                          <p:attrName>ppt_w</p:attrName>
                                        </p:attrNameLst>
                                      </p:cBhvr>
                                      <p:tavLst>
                                        <p:tav tm="0">
                                          <p:val>
                                            <p:fltVal val="0"/>
                                          </p:val>
                                        </p:tav>
                                        <p:tav tm="100000">
                                          <p:val>
                                            <p:strVal val="#ppt_w"/>
                                          </p:val>
                                        </p:tav>
                                      </p:tavLst>
                                    </p:anim>
                                    <p:anim calcmode="lin" valueType="num">
                                      <p:cBhvr>
                                        <p:cTn id="750" dur="6404" fill="hold"/>
                                        <p:tgtEl>
                                          <p:spTgt spid="572"/>
                                        </p:tgtEl>
                                        <p:attrNameLst>
                                          <p:attrName>ppt_h</p:attrName>
                                        </p:attrNameLst>
                                      </p:cBhvr>
                                      <p:tavLst>
                                        <p:tav tm="0">
                                          <p:val>
                                            <p:fltVal val="0"/>
                                          </p:val>
                                        </p:tav>
                                        <p:tav tm="100000">
                                          <p:val>
                                            <p:strVal val="#ppt_h"/>
                                          </p:val>
                                        </p:tav>
                                      </p:tavLst>
                                    </p:anim>
                                    <p:animEffect transition="in" filter="fade">
                                      <p:cBhvr>
                                        <p:cTn id="751" dur="6404"/>
                                        <p:tgtEl>
                                          <p:spTgt spid="572"/>
                                        </p:tgtEl>
                                      </p:cBhvr>
                                    </p:animEffect>
                                    <p:anim calcmode="lin" valueType="num">
                                      <p:cBhvr>
                                        <p:cTn id="752" dur="6404" fill="hold"/>
                                        <p:tgtEl>
                                          <p:spTgt spid="572"/>
                                        </p:tgtEl>
                                        <p:attrNameLst>
                                          <p:attrName>ppt_x</p:attrName>
                                        </p:attrNameLst>
                                      </p:cBhvr>
                                      <p:tavLst>
                                        <p:tav tm="0">
                                          <p:val>
                                            <p:fltVal val="0.5"/>
                                          </p:val>
                                        </p:tav>
                                        <p:tav tm="100000">
                                          <p:val>
                                            <p:strVal val="#ppt_x"/>
                                          </p:val>
                                        </p:tav>
                                      </p:tavLst>
                                    </p:anim>
                                    <p:anim calcmode="lin" valueType="num">
                                      <p:cBhvr>
                                        <p:cTn id="753" dur="6404" fill="hold"/>
                                        <p:tgtEl>
                                          <p:spTgt spid="572"/>
                                        </p:tgtEl>
                                        <p:attrNameLst>
                                          <p:attrName>ppt_y</p:attrName>
                                        </p:attrNameLst>
                                      </p:cBhvr>
                                      <p:tavLst>
                                        <p:tav tm="0">
                                          <p:val>
                                            <p:fltVal val="0.5"/>
                                          </p:val>
                                        </p:tav>
                                        <p:tav tm="100000">
                                          <p:val>
                                            <p:strVal val="#ppt_y"/>
                                          </p:val>
                                        </p:tav>
                                      </p:tavLst>
                                    </p:anim>
                                  </p:childTnLst>
                                </p:cTn>
                              </p:par>
                              <p:par>
                                <p:cTn id="754" presetID="53" presetClass="entr" presetSubtype="528" repeatCount="indefinite" fill="hold" grpId="0" nodeType="withEffect">
                                  <p:stCondLst>
                                    <p:cond delay="1901"/>
                                  </p:stCondLst>
                                  <p:childTnLst>
                                    <p:set>
                                      <p:cBhvr>
                                        <p:cTn id="755" dur="1" fill="hold">
                                          <p:stCondLst>
                                            <p:cond delay="0"/>
                                          </p:stCondLst>
                                        </p:cTn>
                                        <p:tgtEl>
                                          <p:spTgt spid="573"/>
                                        </p:tgtEl>
                                        <p:attrNameLst>
                                          <p:attrName>style.visibility</p:attrName>
                                        </p:attrNameLst>
                                      </p:cBhvr>
                                      <p:to>
                                        <p:strVal val="visible"/>
                                      </p:to>
                                    </p:set>
                                    <p:anim calcmode="lin" valueType="num">
                                      <p:cBhvr>
                                        <p:cTn id="756" dur="6419" fill="hold"/>
                                        <p:tgtEl>
                                          <p:spTgt spid="573"/>
                                        </p:tgtEl>
                                        <p:attrNameLst>
                                          <p:attrName>ppt_w</p:attrName>
                                        </p:attrNameLst>
                                      </p:cBhvr>
                                      <p:tavLst>
                                        <p:tav tm="0">
                                          <p:val>
                                            <p:fltVal val="0"/>
                                          </p:val>
                                        </p:tav>
                                        <p:tav tm="100000">
                                          <p:val>
                                            <p:strVal val="#ppt_w"/>
                                          </p:val>
                                        </p:tav>
                                      </p:tavLst>
                                    </p:anim>
                                    <p:anim calcmode="lin" valueType="num">
                                      <p:cBhvr>
                                        <p:cTn id="757" dur="6419" fill="hold"/>
                                        <p:tgtEl>
                                          <p:spTgt spid="573"/>
                                        </p:tgtEl>
                                        <p:attrNameLst>
                                          <p:attrName>ppt_h</p:attrName>
                                        </p:attrNameLst>
                                      </p:cBhvr>
                                      <p:tavLst>
                                        <p:tav tm="0">
                                          <p:val>
                                            <p:fltVal val="0"/>
                                          </p:val>
                                        </p:tav>
                                        <p:tav tm="100000">
                                          <p:val>
                                            <p:strVal val="#ppt_h"/>
                                          </p:val>
                                        </p:tav>
                                      </p:tavLst>
                                    </p:anim>
                                    <p:animEffect transition="in" filter="fade">
                                      <p:cBhvr>
                                        <p:cTn id="758" dur="6419"/>
                                        <p:tgtEl>
                                          <p:spTgt spid="573"/>
                                        </p:tgtEl>
                                      </p:cBhvr>
                                    </p:animEffect>
                                    <p:anim calcmode="lin" valueType="num">
                                      <p:cBhvr>
                                        <p:cTn id="759" dur="6419" fill="hold"/>
                                        <p:tgtEl>
                                          <p:spTgt spid="573"/>
                                        </p:tgtEl>
                                        <p:attrNameLst>
                                          <p:attrName>ppt_x</p:attrName>
                                        </p:attrNameLst>
                                      </p:cBhvr>
                                      <p:tavLst>
                                        <p:tav tm="0">
                                          <p:val>
                                            <p:fltVal val="0.5"/>
                                          </p:val>
                                        </p:tav>
                                        <p:tav tm="100000">
                                          <p:val>
                                            <p:strVal val="#ppt_x"/>
                                          </p:val>
                                        </p:tav>
                                      </p:tavLst>
                                    </p:anim>
                                    <p:anim calcmode="lin" valueType="num">
                                      <p:cBhvr>
                                        <p:cTn id="760" dur="6419" fill="hold"/>
                                        <p:tgtEl>
                                          <p:spTgt spid="573"/>
                                        </p:tgtEl>
                                        <p:attrNameLst>
                                          <p:attrName>ppt_y</p:attrName>
                                        </p:attrNameLst>
                                      </p:cBhvr>
                                      <p:tavLst>
                                        <p:tav tm="0">
                                          <p:val>
                                            <p:fltVal val="0.5"/>
                                          </p:val>
                                        </p:tav>
                                        <p:tav tm="100000">
                                          <p:val>
                                            <p:strVal val="#ppt_y"/>
                                          </p:val>
                                        </p:tav>
                                      </p:tavLst>
                                    </p:anim>
                                  </p:childTnLst>
                                </p:cTn>
                              </p:par>
                              <p:par>
                                <p:cTn id="761" presetID="53" presetClass="entr" presetSubtype="528" repeatCount="indefinite" fill="hold" grpId="0" nodeType="withEffect">
                                  <p:stCondLst>
                                    <p:cond delay="367"/>
                                  </p:stCondLst>
                                  <p:childTnLst>
                                    <p:set>
                                      <p:cBhvr>
                                        <p:cTn id="762" dur="1" fill="hold">
                                          <p:stCondLst>
                                            <p:cond delay="0"/>
                                          </p:stCondLst>
                                        </p:cTn>
                                        <p:tgtEl>
                                          <p:spTgt spid="587"/>
                                        </p:tgtEl>
                                        <p:attrNameLst>
                                          <p:attrName>style.visibility</p:attrName>
                                        </p:attrNameLst>
                                      </p:cBhvr>
                                      <p:to>
                                        <p:strVal val="visible"/>
                                      </p:to>
                                    </p:set>
                                    <p:anim calcmode="lin" valueType="num">
                                      <p:cBhvr>
                                        <p:cTn id="763" dur="7266" fill="hold"/>
                                        <p:tgtEl>
                                          <p:spTgt spid="587"/>
                                        </p:tgtEl>
                                        <p:attrNameLst>
                                          <p:attrName>ppt_w</p:attrName>
                                        </p:attrNameLst>
                                      </p:cBhvr>
                                      <p:tavLst>
                                        <p:tav tm="0">
                                          <p:val>
                                            <p:fltVal val="0"/>
                                          </p:val>
                                        </p:tav>
                                        <p:tav tm="100000">
                                          <p:val>
                                            <p:strVal val="#ppt_w"/>
                                          </p:val>
                                        </p:tav>
                                      </p:tavLst>
                                    </p:anim>
                                    <p:anim calcmode="lin" valueType="num">
                                      <p:cBhvr>
                                        <p:cTn id="764" dur="7266" fill="hold"/>
                                        <p:tgtEl>
                                          <p:spTgt spid="587"/>
                                        </p:tgtEl>
                                        <p:attrNameLst>
                                          <p:attrName>ppt_h</p:attrName>
                                        </p:attrNameLst>
                                      </p:cBhvr>
                                      <p:tavLst>
                                        <p:tav tm="0">
                                          <p:val>
                                            <p:fltVal val="0"/>
                                          </p:val>
                                        </p:tav>
                                        <p:tav tm="100000">
                                          <p:val>
                                            <p:strVal val="#ppt_h"/>
                                          </p:val>
                                        </p:tav>
                                      </p:tavLst>
                                    </p:anim>
                                    <p:animEffect transition="in" filter="fade">
                                      <p:cBhvr>
                                        <p:cTn id="765" dur="7266"/>
                                        <p:tgtEl>
                                          <p:spTgt spid="587"/>
                                        </p:tgtEl>
                                      </p:cBhvr>
                                    </p:animEffect>
                                    <p:anim calcmode="lin" valueType="num">
                                      <p:cBhvr>
                                        <p:cTn id="766" dur="7266" fill="hold"/>
                                        <p:tgtEl>
                                          <p:spTgt spid="587"/>
                                        </p:tgtEl>
                                        <p:attrNameLst>
                                          <p:attrName>ppt_x</p:attrName>
                                        </p:attrNameLst>
                                      </p:cBhvr>
                                      <p:tavLst>
                                        <p:tav tm="0">
                                          <p:val>
                                            <p:fltVal val="0.5"/>
                                          </p:val>
                                        </p:tav>
                                        <p:tav tm="100000">
                                          <p:val>
                                            <p:strVal val="#ppt_x"/>
                                          </p:val>
                                        </p:tav>
                                      </p:tavLst>
                                    </p:anim>
                                    <p:anim calcmode="lin" valueType="num">
                                      <p:cBhvr>
                                        <p:cTn id="767" dur="7266" fill="hold"/>
                                        <p:tgtEl>
                                          <p:spTgt spid="587"/>
                                        </p:tgtEl>
                                        <p:attrNameLst>
                                          <p:attrName>ppt_y</p:attrName>
                                        </p:attrNameLst>
                                      </p:cBhvr>
                                      <p:tavLst>
                                        <p:tav tm="0">
                                          <p:val>
                                            <p:fltVal val="0.5"/>
                                          </p:val>
                                        </p:tav>
                                        <p:tav tm="100000">
                                          <p:val>
                                            <p:strVal val="#ppt_y"/>
                                          </p:val>
                                        </p:tav>
                                      </p:tavLst>
                                    </p:anim>
                                  </p:childTnLst>
                                </p:cTn>
                              </p:par>
                              <p:par>
                                <p:cTn id="768" presetID="53" presetClass="entr" presetSubtype="528" repeatCount="indefinite" fill="hold" grpId="0" nodeType="withEffect">
                                  <p:stCondLst>
                                    <p:cond delay="961"/>
                                  </p:stCondLst>
                                  <p:childTnLst>
                                    <p:set>
                                      <p:cBhvr>
                                        <p:cTn id="769" dur="1" fill="hold">
                                          <p:stCondLst>
                                            <p:cond delay="0"/>
                                          </p:stCondLst>
                                        </p:cTn>
                                        <p:tgtEl>
                                          <p:spTgt spid="590"/>
                                        </p:tgtEl>
                                        <p:attrNameLst>
                                          <p:attrName>style.visibility</p:attrName>
                                        </p:attrNameLst>
                                      </p:cBhvr>
                                      <p:to>
                                        <p:strVal val="visible"/>
                                      </p:to>
                                    </p:set>
                                    <p:anim calcmode="lin" valueType="num">
                                      <p:cBhvr>
                                        <p:cTn id="770" dur="6578" fill="hold"/>
                                        <p:tgtEl>
                                          <p:spTgt spid="590"/>
                                        </p:tgtEl>
                                        <p:attrNameLst>
                                          <p:attrName>ppt_w</p:attrName>
                                        </p:attrNameLst>
                                      </p:cBhvr>
                                      <p:tavLst>
                                        <p:tav tm="0">
                                          <p:val>
                                            <p:fltVal val="0"/>
                                          </p:val>
                                        </p:tav>
                                        <p:tav tm="100000">
                                          <p:val>
                                            <p:strVal val="#ppt_w"/>
                                          </p:val>
                                        </p:tav>
                                      </p:tavLst>
                                    </p:anim>
                                    <p:anim calcmode="lin" valueType="num">
                                      <p:cBhvr>
                                        <p:cTn id="771" dur="6578" fill="hold"/>
                                        <p:tgtEl>
                                          <p:spTgt spid="590"/>
                                        </p:tgtEl>
                                        <p:attrNameLst>
                                          <p:attrName>ppt_h</p:attrName>
                                        </p:attrNameLst>
                                      </p:cBhvr>
                                      <p:tavLst>
                                        <p:tav tm="0">
                                          <p:val>
                                            <p:fltVal val="0"/>
                                          </p:val>
                                        </p:tav>
                                        <p:tav tm="100000">
                                          <p:val>
                                            <p:strVal val="#ppt_h"/>
                                          </p:val>
                                        </p:tav>
                                      </p:tavLst>
                                    </p:anim>
                                    <p:animEffect transition="in" filter="fade">
                                      <p:cBhvr>
                                        <p:cTn id="772" dur="6578"/>
                                        <p:tgtEl>
                                          <p:spTgt spid="590"/>
                                        </p:tgtEl>
                                      </p:cBhvr>
                                    </p:animEffect>
                                    <p:anim calcmode="lin" valueType="num">
                                      <p:cBhvr>
                                        <p:cTn id="773" dur="6578" fill="hold"/>
                                        <p:tgtEl>
                                          <p:spTgt spid="590"/>
                                        </p:tgtEl>
                                        <p:attrNameLst>
                                          <p:attrName>ppt_x</p:attrName>
                                        </p:attrNameLst>
                                      </p:cBhvr>
                                      <p:tavLst>
                                        <p:tav tm="0">
                                          <p:val>
                                            <p:fltVal val="0.5"/>
                                          </p:val>
                                        </p:tav>
                                        <p:tav tm="100000">
                                          <p:val>
                                            <p:strVal val="#ppt_x"/>
                                          </p:val>
                                        </p:tav>
                                      </p:tavLst>
                                    </p:anim>
                                    <p:anim calcmode="lin" valueType="num">
                                      <p:cBhvr>
                                        <p:cTn id="774" dur="6578" fill="hold"/>
                                        <p:tgtEl>
                                          <p:spTgt spid="590"/>
                                        </p:tgtEl>
                                        <p:attrNameLst>
                                          <p:attrName>ppt_y</p:attrName>
                                        </p:attrNameLst>
                                      </p:cBhvr>
                                      <p:tavLst>
                                        <p:tav tm="0">
                                          <p:val>
                                            <p:fltVal val="0.5"/>
                                          </p:val>
                                        </p:tav>
                                        <p:tav tm="100000">
                                          <p:val>
                                            <p:strVal val="#ppt_y"/>
                                          </p:val>
                                        </p:tav>
                                      </p:tavLst>
                                    </p:anim>
                                  </p:childTnLst>
                                </p:cTn>
                              </p:par>
                              <p:par>
                                <p:cTn id="775" presetID="53" presetClass="entr" presetSubtype="528" repeatCount="indefinite" fill="hold" grpId="0" nodeType="withEffect">
                                  <p:stCondLst>
                                    <p:cond delay="640"/>
                                  </p:stCondLst>
                                  <p:childTnLst>
                                    <p:set>
                                      <p:cBhvr>
                                        <p:cTn id="776" dur="1" fill="hold">
                                          <p:stCondLst>
                                            <p:cond delay="0"/>
                                          </p:stCondLst>
                                        </p:cTn>
                                        <p:tgtEl>
                                          <p:spTgt spid="591"/>
                                        </p:tgtEl>
                                        <p:attrNameLst>
                                          <p:attrName>style.visibility</p:attrName>
                                        </p:attrNameLst>
                                      </p:cBhvr>
                                      <p:to>
                                        <p:strVal val="visible"/>
                                      </p:to>
                                    </p:set>
                                    <p:anim calcmode="lin" valueType="num">
                                      <p:cBhvr>
                                        <p:cTn id="777" dur="5112" fill="hold"/>
                                        <p:tgtEl>
                                          <p:spTgt spid="591"/>
                                        </p:tgtEl>
                                        <p:attrNameLst>
                                          <p:attrName>ppt_w</p:attrName>
                                        </p:attrNameLst>
                                      </p:cBhvr>
                                      <p:tavLst>
                                        <p:tav tm="0">
                                          <p:val>
                                            <p:fltVal val="0"/>
                                          </p:val>
                                        </p:tav>
                                        <p:tav tm="100000">
                                          <p:val>
                                            <p:strVal val="#ppt_w"/>
                                          </p:val>
                                        </p:tav>
                                      </p:tavLst>
                                    </p:anim>
                                    <p:anim calcmode="lin" valueType="num">
                                      <p:cBhvr>
                                        <p:cTn id="778" dur="5112" fill="hold"/>
                                        <p:tgtEl>
                                          <p:spTgt spid="591"/>
                                        </p:tgtEl>
                                        <p:attrNameLst>
                                          <p:attrName>ppt_h</p:attrName>
                                        </p:attrNameLst>
                                      </p:cBhvr>
                                      <p:tavLst>
                                        <p:tav tm="0">
                                          <p:val>
                                            <p:fltVal val="0"/>
                                          </p:val>
                                        </p:tav>
                                        <p:tav tm="100000">
                                          <p:val>
                                            <p:strVal val="#ppt_h"/>
                                          </p:val>
                                        </p:tav>
                                      </p:tavLst>
                                    </p:anim>
                                    <p:animEffect transition="in" filter="fade">
                                      <p:cBhvr>
                                        <p:cTn id="779" dur="5112"/>
                                        <p:tgtEl>
                                          <p:spTgt spid="591"/>
                                        </p:tgtEl>
                                      </p:cBhvr>
                                    </p:animEffect>
                                    <p:anim calcmode="lin" valueType="num">
                                      <p:cBhvr>
                                        <p:cTn id="780" dur="5112" fill="hold"/>
                                        <p:tgtEl>
                                          <p:spTgt spid="591"/>
                                        </p:tgtEl>
                                        <p:attrNameLst>
                                          <p:attrName>ppt_x</p:attrName>
                                        </p:attrNameLst>
                                      </p:cBhvr>
                                      <p:tavLst>
                                        <p:tav tm="0">
                                          <p:val>
                                            <p:fltVal val="0.5"/>
                                          </p:val>
                                        </p:tav>
                                        <p:tav tm="100000">
                                          <p:val>
                                            <p:strVal val="#ppt_x"/>
                                          </p:val>
                                        </p:tav>
                                      </p:tavLst>
                                    </p:anim>
                                    <p:anim calcmode="lin" valueType="num">
                                      <p:cBhvr>
                                        <p:cTn id="781" dur="5112" fill="hold"/>
                                        <p:tgtEl>
                                          <p:spTgt spid="591"/>
                                        </p:tgtEl>
                                        <p:attrNameLst>
                                          <p:attrName>ppt_y</p:attrName>
                                        </p:attrNameLst>
                                      </p:cBhvr>
                                      <p:tavLst>
                                        <p:tav tm="0">
                                          <p:val>
                                            <p:fltVal val="0.5"/>
                                          </p:val>
                                        </p:tav>
                                        <p:tav tm="100000">
                                          <p:val>
                                            <p:strVal val="#ppt_y"/>
                                          </p:val>
                                        </p:tav>
                                      </p:tavLst>
                                    </p:anim>
                                  </p:childTnLst>
                                </p:cTn>
                              </p:par>
                              <p:par>
                                <p:cTn id="782" presetID="53" presetClass="entr" presetSubtype="528" repeatCount="indefinite" fill="hold" grpId="0" nodeType="withEffect">
                                  <p:stCondLst>
                                    <p:cond delay="1664"/>
                                  </p:stCondLst>
                                  <p:childTnLst>
                                    <p:set>
                                      <p:cBhvr>
                                        <p:cTn id="783" dur="1" fill="hold">
                                          <p:stCondLst>
                                            <p:cond delay="0"/>
                                          </p:stCondLst>
                                        </p:cTn>
                                        <p:tgtEl>
                                          <p:spTgt spid="592"/>
                                        </p:tgtEl>
                                        <p:attrNameLst>
                                          <p:attrName>style.visibility</p:attrName>
                                        </p:attrNameLst>
                                      </p:cBhvr>
                                      <p:to>
                                        <p:strVal val="visible"/>
                                      </p:to>
                                    </p:set>
                                    <p:anim calcmode="lin" valueType="num">
                                      <p:cBhvr>
                                        <p:cTn id="784" dur="5239" fill="hold"/>
                                        <p:tgtEl>
                                          <p:spTgt spid="592"/>
                                        </p:tgtEl>
                                        <p:attrNameLst>
                                          <p:attrName>ppt_w</p:attrName>
                                        </p:attrNameLst>
                                      </p:cBhvr>
                                      <p:tavLst>
                                        <p:tav tm="0">
                                          <p:val>
                                            <p:fltVal val="0"/>
                                          </p:val>
                                        </p:tav>
                                        <p:tav tm="100000">
                                          <p:val>
                                            <p:strVal val="#ppt_w"/>
                                          </p:val>
                                        </p:tav>
                                      </p:tavLst>
                                    </p:anim>
                                    <p:anim calcmode="lin" valueType="num">
                                      <p:cBhvr>
                                        <p:cTn id="785" dur="5239" fill="hold"/>
                                        <p:tgtEl>
                                          <p:spTgt spid="592"/>
                                        </p:tgtEl>
                                        <p:attrNameLst>
                                          <p:attrName>ppt_h</p:attrName>
                                        </p:attrNameLst>
                                      </p:cBhvr>
                                      <p:tavLst>
                                        <p:tav tm="0">
                                          <p:val>
                                            <p:fltVal val="0"/>
                                          </p:val>
                                        </p:tav>
                                        <p:tav tm="100000">
                                          <p:val>
                                            <p:strVal val="#ppt_h"/>
                                          </p:val>
                                        </p:tav>
                                      </p:tavLst>
                                    </p:anim>
                                    <p:animEffect transition="in" filter="fade">
                                      <p:cBhvr>
                                        <p:cTn id="786" dur="5239"/>
                                        <p:tgtEl>
                                          <p:spTgt spid="592"/>
                                        </p:tgtEl>
                                      </p:cBhvr>
                                    </p:animEffect>
                                    <p:anim calcmode="lin" valueType="num">
                                      <p:cBhvr>
                                        <p:cTn id="787" dur="5239" fill="hold"/>
                                        <p:tgtEl>
                                          <p:spTgt spid="592"/>
                                        </p:tgtEl>
                                        <p:attrNameLst>
                                          <p:attrName>ppt_x</p:attrName>
                                        </p:attrNameLst>
                                      </p:cBhvr>
                                      <p:tavLst>
                                        <p:tav tm="0">
                                          <p:val>
                                            <p:fltVal val="0.5"/>
                                          </p:val>
                                        </p:tav>
                                        <p:tav tm="100000">
                                          <p:val>
                                            <p:strVal val="#ppt_x"/>
                                          </p:val>
                                        </p:tav>
                                      </p:tavLst>
                                    </p:anim>
                                    <p:anim calcmode="lin" valueType="num">
                                      <p:cBhvr>
                                        <p:cTn id="788" dur="5239" fill="hold"/>
                                        <p:tgtEl>
                                          <p:spTgt spid="592"/>
                                        </p:tgtEl>
                                        <p:attrNameLst>
                                          <p:attrName>ppt_y</p:attrName>
                                        </p:attrNameLst>
                                      </p:cBhvr>
                                      <p:tavLst>
                                        <p:tav tm="0">
                                          <p:val>
                                            <p:fltVal val="0.5"/>
                                          </p:val>
                                        </p:tav>
                                        <p:tav tm="100000">
                                          <p:val>
                                            <p:strVal val="#ppt_y"/>
                                          </p:val>
                                        </p:tav>
                                      </p:tavLst>
                                    </p:anim>
                                  </p:childTnLst>
                                </p:cTn>
                              </p:par>
                              <p:par>
                                <p:cTn id="789" presetID="53" presetClass="entr" presetSubtype="528" repeatCount="indefinite" fill="hold" grpId="0" nodeType="withEffect">
                                  <p:stCondLst>
                                    <p:cond delay="385"/>
                                  </p:stCondLst>
                                  <p:childTnLst>
                                    <p:set>
                                      <p:cBhvr>
                                        <p:cTn id="790" dur="1" fill="hold">
                                          <p:stCondLst>
                                            <p:cond delay="0"/>
                                          </p:stCondLst>
                                        </p:cTn>
                                        <p:tgtEl>
                                          <p:spTgt spid="596"/>
                                        </p:tgtEl>
                                        <p:attrNameLst>
                                          <p:attrName>style.visibility</p:attrName>
                                        </p:attrNameLst>
                                      </p:cBhvr>
                                      <p:to>
                                        <p:strVal val="visible"/>
                                      </p:to>
                                    </p:set>
                                    <p:anim calcmode="lin" valueType="num">
                                      <p:cBhvr>
                                        <p:cTn id="791" dur="5535" fill="hold"/>
                                        <p:tgtEl>
                                          <p:spTgt spid="596"/>
                                        </p:tgtEl>
                                        <p:attrNameLst>
                                          <p:attrName>ppt_w</p:attrName>
                                        </p:attrNameLst>
                                      </p:cBhvr>
                                      <p:tavLst>
                                        <p:tav tm="0">
                                          <p:val>
                                            <p:fltVal val="0"/>
                                          </p:val>
                                        </p:tav>
                                        <p:tav tm="100000">
                                          <p:val>
                                            <p:strVal val="#ppt_w"/>
                                          </p:val>
                                        </p:tav>
                                      </p:tavLst>
                                    </p:anim>
                                    <p:anim calcmode="lin" valueType="num">
                                      <p:cBhvr>
                                        <p:cTn id="792" dur="5535" fill="hold"/>
                                        <p:tgtEl>
                                          <p:spTgt spid="596"/>
                                        </p:tgtEl>
                                        <p:attrNameLst>
                                          <p:attrName>ppt_h</p:attrName>
                                        </p:attrNameLst>
                                      </p:cBhvr>
                                      <p:tavLst>
                                        <p:tav tm="0">
                                          <p:val>
                                            <p:fltVal val="0"/>
                                          </p:val>
                                        </p:tav>
                                        <p:tav tm="100000">
                                          <p:val>
                                            <p:strVal val="#ppt_h"/>
                                          </p:val>
                                        </p:tav>
                                      </p:tavLst>
                                    </p:anim>
                                    <p:animEffect transition="in" filter="fade">
                                      <p:cBhvr>
                                        <p:cTn id="793" dur="5535"/>
                                        <p:tgtEl>
                                          <p:spTgt spid="596"/>
                                        </p:tgtEl>
                                      </p:cBhvr>
                                    </p:animEffect>
                                    <p:anim calcmode="lin" valueType="num">
                                      <p:cBhvr>
                                        <p:cTn id="794" dur="5535" fill="hold"/>
                                        <p:tgtEl>
                                          <p:spTgt spid="596"/>
                                        </p:tgtEl>
                                        <p:attrNameLst>
                                          <p:attrName>ppt_x</p:attrName>
                                        </p:attrNameLst>
                                      </p:cBhvr>
                                      <p:tavLst>
                                        <p:tav tm="0">
                                          <p:val>
                                            <p:fltVal val="0.5"/>
                                          </p:val>
                                        </p:tav>
                                        <p:tav tm="100000">
                                          <p:val>
                                            <p:strVal val="#ppt_x"/>
                                          </p:val>
                                        </p:tav>
                                      </p:tavLst>
                                    </p:anim>
                                    <p:anim calcmode="lin" valueType="num">
                                      <p:cBhvr>
                                        <p:cTn id="795" dur="5535" fill="hold"/>
                                        <p:tgtEl>
                                          <p:spTgt spid="596"/>
                                        </p:tgtEl>
                                        <p:attrNameLst>
                                          <p:attrName>ppt_y</p:attrName>
                                        </p:attrNameLst>
                                      </p:cBhvr>
                                      <p:tavLst>
                                        <p:tav tm="0">
                                          <p:val>
                                            <p:fltVal val="0.5"/>
                                          </p:val>
                                        </p:tav>
                                        <p:tav tm="100000">
                                          <p:val>
                                            <p:strVal val="#ppt_y"/>
                                          </p:val>
                                        </p:tav>
                                      </p:tavLst>
                                    </p:anim>
                                  </p:childTnLst>
                                </p:cTn>
                              </p:par>
                              <p:par>
                                <p:cTn id="796" presetID="53" presetClass="entr" presetSubtype="528" repeatCount="indefinite" fill="hold" grpId="0" nodeType="withEffect">
                                  <p:stCondLst>
                                    <p:cond delay="430"/>
                                  </p:stCondLst>
                                  <p:childTnLst>
                                    <p:set>
                                      <p:cBhvr>
                                        <p:cTn id="797" dur="1" fill="hold">
                                          <p:stCondLst>
                                            <p:cond delay="0"/>
                                          </p:stCondLst>
                                        </p:cTn>
                                        <p:tgtEl>
                                          <p:spTgt spid="597"/>
                                        </p:tgtEl>
                                        <p:attrNameLst>
                                          <p:attrName>style.visibility</p:attrName>
                                        </p:attrNameLst>
                                      </p:cBhvr>
                                      <p:to>
                                        <p:strVal val="visible"/>
                                      </p:to>
                                    </p:set>
                                    <p:anim calcmode="lin" valueType="num">
                                      <p:cBhvr>
                                        <p:cTn id="798" dur="5003" fill="hold"/>
                                        <p:tgtEl>
                                          <p:spTgt spid="597"/>
                                        </p:tgtEl>
                                        <p:attrNameLst>
                                          <p:attrName>ppt_w</p:attrName>
                                        </p:attrNameLst>
                                      </p:cBhvr>
                                      <p:tavLst>
                                        <p:tav tm="0">
                                          <p:val>
                                            <p:fltVal val="0"/>
                                          </p:val>
                                        </p:tav>
                                        <p:tav tm="100000">
                                          <p:val>
                                            <p:strVal val="#ppt_w"/>
                                          </p:val>
                                        </p:tav>
                                      </p:tavLst>
                                    </p:anim>
                                    <p:anim calcmode="lin" valueType="num">
                                      <p:cBhvr>
                                        <p:cTn id="799" dur="5003" fill="hold"/>
                                        <p:tgtEl>
                                          <p:spTgt spid="597"/>
                                        </p:tgtEl>
                                        <p:attrNameLst>
                                          <p:attrName>ppt_h</p:attrName>
                                        </p:attrNameLst>
                                      </p:cBhvr>
                                      <p:tavLst>
                                        <p:tav tm="0">
                                          <p:val>
                                            <p:fltVal val="0"/>
                                          </p:val>
                                        </p:tav>
                                        <p:tav tm="100000">
                                          <p:val>
                                            <p:strVal val="#ppt_h"/>
                                          </p:val>
                                        </p:tav>
                                      </p:tavLst>
                                    </p:anim>
                                    <p:animEffect transition="in" filter="fade">
                                      <p:cBhvr>
                                        <p:cTn id="800" dur="5003"/>
                                        <p:tgtEl>
                                          <p:spTgt spid="597"/>
                                        </p:tgtEl>
                                      </p:cBhvr>
                                    </p:animEffect>
                                    <p:anim calcmode="lin" valueType="num">
                                      <p:cBhvr>
                                        <p:cTn id="801" dur="5003" fill="hold"/>
                                        <p:tgtEl>
                                          <p:spTgt spid="597"/>
                                        </p:tgtEl>
                                        <p:attrNameLst>
                                          <p:attrName>ppt_x</p:attrName>
                                        </p:attrNameLst>
                                      </p:cBhvr>
                                      <p:tavLst>
                                        <p:tav tm="0">
                                          <p:val>
                                            <p:fltVal val="0.5"/>
                                          </p:val>
                                        </p:tav>
                                        <p:tav tm="100000">
                                          <p:val>
                                            <p:strVal val="#ppt_x"/>
                                          </p:val>
                                        </p:tav>
                                      </p:tavLst>
                                    </p:anim>
                                    <p:anim calcmode="lin" valueType="num">
                                      <p:cBhvr>
                                        <p:cTn id="802" dur="5003" fill="hold"/>
                                        <p:tgtEl>
                                          <p:spTgt spid="597"/>
                                        </p:tgtEl>
                                        <p:attrNameLst>
                                          <p:attrName>ppt_y</p:attrName>
                                        </p:attrNameLst>
                                      </p:cBhvr>
                                      <p:tavLst>
                                        <p:tav tm="0">
                                          <p:val>
                                            <p:fltVal val="0.5"/>
                                          </p:val>
                                        </p:tav>
                                        <p:tav tm="100000">
                                          <p:val>
                                            <p:strVal val="#ppt_y"/>
                                          </p:val>
                                        </p:tav>
                                      </p:tavLst>
                                    </p:anim>
                                  </p:childTnLst>
                                </p:cTn>
                              </p:par>
                              <p:par>
                                <p:cTn id="803" presetID="53" presetClass="entr" presetSubtype="528" repeatCount="indefinite" fill="hold" grpId="0" nodeType="withEffect">
                                  <p:stCondLst>
                                    <p:cond delay="1048"/>
                                  </p:stCondLst>
                                  <p:childTnLst>
                                    <p:set>
                                      <p:cBhvr>
                                        <p:cTn id="804" dur="1" fill="hold">
                                          <p:stCondLst>
                                            <p:cond delay="0"/>
                                          </p:stCondLst>
                                        </p:cTn>
                                        <p:tgtEl>
                                          <p:spTgt spid="598"/>
                                        </p:tgtEl>
                                        <p:attrNameLst>
                                          <p:attrName>style.visibility</p:attrName>
                                        </p:attrNameLst>
                                      </p:cBhvr>
                                      <p:to>
                                        <p:strVal val="visible"/>
                                      </p:to>
                                    </p:set>
                                    <p:anim calcmode="lin" valueType="num">
                                      <p:cBhvr>
                                        <p:cTn id="805" dur="5033" fill="hold"/>
                                        <p:tgtEl>
                                          <p:spTgt spid="598"/>
                                        </p:tgtEl>
                                        <p:attrNameLst>
                                          <p:attrName>ppt_w</p:attrName>
                                        </p:attrNameLst>
                                      </p:cBhvr>
                                      <p:tavLst>
                                        <p:tav tm="0">
                                          <p:val>
                                            <p:fltVal val="0"/>
                                          </p:val>
                                        </p:tav>
                                        <p:tav tm="100000">
                                          <p:val>
                                            <p:strVal val="#ppt_w"/>
                                          </p:val>
                                        </p:tav>
                                      </p:tavLst>
                                    </p:anim>
                                    <p:anim calcmode="lin" valueType="num">
                                      <p:cBhvr>
                                        <p:cTn id="806" dur="5033" fill="hold"/>
                                        <p:tgtEl>
                                          <p:spTgt spid="598"/>
                                        </p:tgtEl>
                                        <p:attrNameLst>
                                          <p:attrName>ppt_h</p:attrName>
                                        </p:attrNameLst>
                                      </p:cBhvr>
                                      <p:tavLst>
                                        <p:tav tm="0">
                                          <p:val>
                                            <p:fltVal val="0"/>
                                          </p:val>
                                        </p:tav>
                                        <p:tav tm="100000">
                                          <p:val>
                                            <p:strVal val="#ppt_h"/>
                                          </p:val>
                                        </p:tav>
                                      </p:tavLst>
                                    </p:anim>
                                    <p:animEffect transition="in" filter="fade">
                                      <p:cBhvr>
                                        <p:cTn id="807" dur="5033"/>
                                        <p:tgtEl>
                                          <p:spTgt spid="598"/>
                                        </p:tgtEl>
                                      </p:cBhvr>
                                    </p:animEffect>
                                    <p:anim calcmode="lin" valueType="num">
                                      <p:cBhvr>
                                        <p:cTn id="808" dur="5033" fill="hold"/>
                                        <p:tgtEl>
                                          <p:spTgt spid="598"/>
                                        </p:tgtEl>
                                        <p:attrNameLst>
                                          <p:attrName>ppt_x</p:attrName>
                                        </p:attrNameLst>
                                      </p:cBhvr>
                                      <p:tavLst>
                                        <p:tav tm="0">
                                          <p:val>
                                            <p:fltVal val="0.5"/>
                                          </p:val>
                                        </p:tav>
                                        <p:tav tm="100000">
                                          <p:val>
                                            <p:strVal val="#ppt_x"/>
                                          </p:val>
                                        </p:tav>
                                      </p:tavLst>
                                    </p:anim>
                                    <p:anim calcmode="lin" valueType="num">
                                      <p:cBhvr>
                                        <p:cTn id="809" dur="5033" fill="hold"/>
                                        <p:tgtEl>
                                          <p:spTgt spid="598"/>
                                        </p:tgtEl>
                                        <p:attrNameLst>
                                          <p:attrName>ppt_y</p:attrName>
                                        </p:attrNameLst>
                                      </p:cBhvr>
                                      <p:tavLst>
                                        <p:tav tm="0">
                                          <p:val>
                                            <p:fltVal val="0.5"/>
                                          </p:val>
                                        </p:tav>
                                        <p:tav tm="100000">
                                          <p:val>
                                            <p:strVal val="#ppt_y"/>
                                          </p:val>
                                        </p:tav>
                                      </p:tavLst>
                                    </p:anim>
                                  </p:childTnLst>
                                </p:cTn>
                              </p:par>
                              <p:par>
                                <p:cTn id="810" presetID="53" presetClass="entr" presetSubtype="528" repeatCount="indefinite" fill="hold" grpId="0" nodeType="withEffect">
                                  <p:stCondLst>
                                    <p:cond delay="1359"/>
                                  </p:stCondLst>
                                  <p:childTnLst>
                                    <p:set>
                                      <p:cBhvr>
                                        <p:cTn id="811" dur="1" fill="hold">
                                          <p:stCondLst>
                                            <p:cond delay="0"/>
                                          </p:stCondLst>
                                        </p:cTn>
                                        <p:tgtEl>
                                          <p:spTgt spid="599"/>
                                        </p:tgtEl>
                                        <p:attrNameLst>
                                          <p:attrName>style.visibility</p:attrName>
                                        </p:attrNameLst>
                                      </p:cBhvr>
                                      <p:to>
                                        <p:strVal val="visible"/>
                                      </p:to>
                                    </p:set>
                                    <p:anim calcmode="lin" valueType="num">
                                      <p:cBhvr>
                                        <p:cTn id="812" dur="6787" fill="hold"/>
                                        <p:tgtEl>
                                          <p:spTgt spid="599"/>
                                        </p:tgtEl>
                                        <p:attrNameLst>
                                          <p:attrName>ppt_w</p:attrName>
                                        </p:attrNameLst>
                                      </p:cBhvr>
                                      <p:tavLst>
                                        <p:tav tm="0">
                                          <p:val>
                                            <p:fltVal val="0"/>
                                          </p:val>
                                        </p:tav>
                                        <p:tav tm="100000">
                                          <p:val>
                                            <p:strVal val="#ppt_w"/>
                                          </p:val>
                                        </p:tav>
                                      </p:tavLst>
                                    </p:anim>
                                    <p:anim calcmode="lin" valueType="num">
                                      <p:cBhvr>
                                        <p:cTn id="813" dur="6787" fill="hold"/>
                                        <p:tgtEl>
                                          <p:spTgt spid="599"/>
                                        </p:tgtEl>
                                        <p:attrNameLst>
                                          <p:attrName>ppt_h</p:attrName>
                                        </p:attrNameLst>
                                      </p:cBhvr>
                                      <p:tavLst>
                                        <p:tav tm="0">
                                          <p:val>
                                            <p:fltVal val="0"/>
                                          </p:val>
                                        </p:tav>
                                        <p:tav tm="100000">
                                          <p:val>
                                            <p:strVal val="#ppt_h"/>
                                          </p:val>
                                        </p:tav>
                                      </p:tavLst>
                                    </p:anim>
                                    <p:animEffect transition="in" filter="fade">
                                      <p:cBhvr>
                                        <p:cTn id="814" dur="6787"/>
                                        <p:tgtEl>
                                          <p:spTgt spid="599"/>
                                        </p:tgtEl>
                                      </p:cBhvr>
                                    </p:animEffect>
                                    <p:anim calcmode="lin" valueType="num">
                                      <p:cBhvr>
                                        <p:cTn id="815" dur="6787" fill="hold"/>
                                        <p:tgtEl>
                                          <p:spTgt spid="599"/>
                                        </p:tgtEl>
                                        <p:attrNameLst>
                                          <p:attrName>ppt_x</p:attrName>
                                        </p:attrNameLst>
                                      </p:cBhvr>
                                      <p:tavLst>
                                        <p:tav tm="0">
                                          <p:val>
                                            <p:fltVal val="0.5"/>
                                          </p:val>
                                        </p:tav>
                                        <p:tav tm="100000">
                                          <p:val>
                                            <p:strVal val="#ppt_x"/>
                                          </p:val>
                                        </p:tav>
                                      </p:tavLst>
                                    </p:anim>
                                    <p:anim calcmode="lin" valueType="num">
                                      <p:cBhvr>
                                        <p:cTn id="816" dur="6787" fill="hold"/>
                                        <p:tgtEl>
                                          <p:spTgt spid="599"/>
                                        </p:tgtEl>
                                        <p:attrNameLst>
                                          <p:attrName>ppt_y</p:attrName>
                                        </p:attrNameLst>
                                      </p:cBhvr>
                                      <p:tavLst>
                                        <p:tav tm="0">
                                          <p:val>
                                            <p:fltVal val="0.5"/>
                                          </p:val>
                                        </p:tav>
                                        <p:tav tm="100000">
                                          <p:val>
                                            <p:strVal val="#ppt_y"/>
                                          </p:val>
                                        </p:tav>
                                      </p:tavLst>
                                    </p:anim>
                                  </p:childTnLst>
                                </p:cTn>
                              </p:par>
                              <p:par>
                                <p:cTn id="817" presetID="23" presetClass="entr" presetSubtype="528" fill="hold" nodeType="withEffect">
                                  <p:stCondLst>
                                    <p:cond delay="0"/>
                                  </p:stCondLst>
                                  <p:childTnLst>
                                    <p:set>
                                      <p:cBhvr>
                                        <p:cTn id="818" dur="3000" fill="hold">
                                          <p:stCondLst>
                                            <p:cond delay="0"/>
                                          </p:stCondLst>
                                        </p:cTn>
                                        <p:tgtEl>
                                          <p:spTgt spid="11"/>
                                        </p:tgtEl>
                                        <p:attrNameLst>
                                          <p:attrName>style.visibility</p:attrName>
                                        </p:attrNameLst>
                                      </p:cBhvr>
                                      <p:to>
                                        <p:strVal val="visible"/>
                                      </p:to>
                                    </p:set>
                                    <p:anim calcmode="lin" valueType="num">
                                      <p:cBhvr>
                                        <p:cTn id="819" dur="3000" fill="hold"/>
                                        <p:tgtEl>
                                          <p:spTgt spid="11"/>
                                        </p:tgtEl>
                                        <p:attrNameLst>
                                          <p:attrName>ppt_w</p:attrName>
                                        </p:attrNameLst>
                                      </p:cBhvr>
                                      <p:tavLst>
                                        <p:tav tm="0">
                                          <p:val>
                                            <p:fltVal val="0"/>
                                          </p:val>
                                        </p:tav>
                                        <p:tav tm="100000">
                                          <p:val>
                                            <p:strVal val="#ppt_w"/>
                                          </p:val>
                                        </p:tav>
                                      </p:tavLst>
                                    </p:anim>
                                    <p:anim calcmode="lin" valueType="num">
                                      <p:cBhvr>
                                        <p:cTn id="820" dur="3000" fill="hold"/>
                                        <p:tgtEl>
                                          <p:spTgt spid="11"/>
                                        </p:tgtEl>
                                        <p:attrNameLst>
                                          <p:attrName>ppt_h</p:attrName>
                                        </p:attrNameLst>
                                      </p:cBhvr>
                                      <p:tavLst>
                                        <p:tav tm="0">
                                          <p:val>
                                            <p:fltVal val="0"/>
                                          </p:val>
                                        </p:tav>
                                        <p:tav tm="100000">
                                          <p:val>
                                            <p:strVal val="#ppt_h"/>
                                          </p:val>
                                        </p:tav>
                                      </p:tavLst>
                                    </p:anim>
                                    <p:anim calcmode="lin" valueType="num">
                                      <p:cBhvr>
                                        <p:cTn id="821" dur="3000" fill="hold"/>
                                        <p:tgtEl>
                                          <p:spTgt spid="11"/>
                                        </p:tgtEl>
                                        <p:attrNameLst>
                                          <p:attrName>ppt_x</p:attrName>
                                        </p:attrNameLst>
                                      </p:cBhvr>
                                      <p:tavLst>
                                        <p:tav tm="0">
                                          <p:val>
                                            <p:fltVal val="0.5"/>
                                          </p:val>
                                        </p:tav>
                                        <p:tav tm="100000">
                                          <p:val>
                                            <p:strVal val="#ppt_x"/>
                                          </p:val>
                                        </p:tav>
                                      </p:tavLst>
                                    </p:anim>
                                    <p:anim calcmode="lin" valueType="num">
                                      <p:cBhvr>
                                        <p:cTn id="822" dur="3000" fill="hold"/>
                                        <p:tgtEl>
                                          <p:spTgt spid="11"/>
                                        </p:tgtEl>
                                        <p:attrNameLst>
                                          <p:attrName>ppt_y</p:attrName>
                                        </p:attrNameLst>
                                      </p:cBhvr>
                                      <p:tavLst>
                                        <p:tav tm="0">
                                          <p:val>
                                            <p:fltVal val="0.5"/>
                                          </p:val>
                                        </p:tav>
                                        <p:tav tm="100000">
                                          <p:val>
                                            <p:strVal val="#ppt_y"/>
                                          </p:val>
                                        </p:tav>
                                      </p:tavLst>
                                    </p:anim>
                                  </p:childTnLst>
                                </p:cTn>
                              </p:par>
                              <p:par>
                                <p:cTn id="823" presetID="64" presetClass="path" presetSubtype="0" accel="50000" decel="50000" fill="hold" nodeType="withEffect">
                                  <p:stCondLst>
                                    <p:cond delay="0"/>
                                  </p:stCondLst>
                                  <p:childTnLst>
                                    <p:animMotion origin="layout" path="M 0.000625 0.0564815 L -0.000833333 -0.258611 " pathEditMode="relative" rAng="0" ptsTypes="">
                                      <p:cBhvr>
                                        <p:cTn id="824" dur="5000" fill="hold"/>
                                        <p:tgtEl>
                                          <p:spTgt spid="1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5" grpId="0" bldLvl="0" animBg="1"/>
      <p:bldP spid="36" grpId="0" bldLvl="0" animBg="1"/>
      <p:bldP spid="37" grpId="0" bldLvl="0" animBg="1"/>
      <p:bldP spid="78" grpId="0" bldLvl="0" animBg="1"/>
      <p:bldP spid="97" grpId="0" bldLvl="0" animBg="1"/>
      <p:bldP spid="98" grpId="0" bldLvl="0" animBg="1"/>
      <p:bldP spid="109" grpId="0" bldLvl="0" animBg="1"/>
      <p:bldP spid="134" grpId="0" bldLvl="0" animBg="1"/>
      <p:bldP spid="135" grpId="0" bldLvl="0" animBg="1"/>
      <p:bldP spid="136" grpId="0" bldLvl="0" animBg="1"/>
      <p:bldP spid="137" grpId="0" bldLvl="0" animBg="1"/>
      <p:bldP spid="139" grpId="0" bldLvl="0" animBg="1"/>
      <p:bldP spid="140" grpId="0" bldLvl="0" animBg="1"/>
      <p:bldP spid="141" grpId="0" bldLvl="0" animBg="1"/>
      <p:bldP spid="142" grpId="0" bldLvl="0" animBg="1"/>
      <p:bldP spid="154" grpId="0" bldLvl="0" animBg="1"/>
      <p:bldP spid="155" grpId="0" bldLvl="0" animBg="1"/>
      <p:bldP spid="156" grpId="0" bldLvl="0" animBg="1"/>
      <p:bldP spid="226" grpId="0" bldLvl="0" animBg="1"/>
      <p:bldP spid="237" grpId="0" bldLvl="0" animBg="1"/>
      <p:bldP spid="238" grpId="0" bldLvl="0" animBg="1"/>
      <p:bldP spid="239" grpId="0" bldLvl="0" animBg="1"/>
      <p:bldP spid="240" grpId="0" bldLvl="0" animBg="1"/>
      <p:bldP spid="242" grpId="0" bldLvl="0" animBg="1"/>
      <p:bldP spid="243" grpId="0" bldLvl="0" animBg="1"/>
      <p:bldP spid="244" grpId="0" bldLvl="0" animBg="1"/>
      <p:bldP spid="245" grpId="0" bldLvl="0" animBg="1"/>
      <p:bldP spid="246" grpId="0" bldLvl="0" animBg="1"/>
      <p:bldP spid="247" grpId="0" bldLvl="0" animBg="1"/>
      <p:bldP spid="248" grpId="0" bldLvl="0" animBg="1"/>
      <p:bldP spid="252" grpId="0" bldLvl="0" animBg="1"/>
      <p:bldP spid="257" grpId="0" bldLvl="0" animBg="1"/>
      <p:bldP spid="262" grpId="0" bldLvl="0" animBg="1"/>
      <p:bldP spid="265" grpId="0" bldLvl="0" animBg="1"/>
      <p:bldP spid="266" grpId="0" bldLvl="0" animBg="1"/>
      <p:bldP spid="267" grpId="0" bldLvl="0" animBg="1"/>
      <p:bldP spid="268" grpId="0" bldLvl="0" animBg="1"/>
      <p:bldP spid="269" grpId="0" bldLvl="0" animBg="1"/>
      <p:bldP spid="384" grpId="0" bldLvl="0" animBg="1"/>
      <p:bldP spid="388" grpId="0" bldLvl="0" animBg="1"/>
      <p:bldP spid="392" grpId="0" bldLvl="0" animBg="1"/>
      <p:bldP spid="397" grpId="0" bldLvl="0" animBg="1"/>
      <p:bldP spid="402" grpId="0" bldLvl="0" animBg="1"/>
      <p:bldP spid="403" grpId="0" bldLvl="0" animBg="1"/>
      <p:bldP spid="404" grpId="0" bldLvl="0" animBg="1"/>
      <p:bldP spid="405" grpId="0" bldLvl="0" animBg="1"/>
      <p:bldP spid="406" grpId="0" bldLvl="0" animBg="1"/>
      <p:bldP spid="408" grpId="0" bldLvl="0" animBg="1"/>
      <p:bldP spid="409" grpId="0" bldLvl="0" animBg="1"/>
      <p:bldP spid="412" grpId="0" bldLvl="0" animBg="1"/>
      <p:bldP spid="413" grpId="0" bldLvl="0" animBg="1"/>
      <p:bldP spid="415" grpId="0" bldLvl="0" animBg="1"/>
      <p:bldP spid="416" grpId="0" bldLvl="0" animBg="1"/>
      <p:bldP spid="417" grpId="0" bldLvl="0" animBg="1"/>
      <p:bldP spid="418" grpId="0" bldLvl="0" animBg="1"/>
      <p:bldP spid="423" grpId="0" bldLvl="0" animBg="1"/>
      <p:bldP spid="426" grpId="0" bldLvl="0" animBg="1"/>
      <p:bldP spid="427" grpId="0" bldLvl="0" animBg="1"/>
      <p:bldP spid="428" grpId="0" bldLvl="0" animBg="1"/>
      <p:bldP spid="429" grpId="0" bldLvl="0" animBg="1"/>
      <p:bldP spid="430" grpId="0" bldLvl="0" animBg="1"/>
      <p:bldP spid="431" grpId="0" bldLvl="0" animBg="1"/>
      <p:bldP spid="432" grpId="0" bldLvl="0" animBg="1"/>
      <p:bldP spid="433" grpId="0" bldLvl="0" animBg="1"/>
      <p:bldP spid="434" grpId="0" bldLvl="0" animBg="1"/>
      <p:bldP spid="435" grpId="0" bldLvl="0" animBg="1"/>
      <p:bldP spid="436" grpId="0" bldLvl="0" animBg="1"/>
      <p:bldP spid="437" grpId="0" bldLvl="0" animBg="1"/>
      <p:bldP spid="438" grpId="0" bldLvl="0" animBg="1"/>
      <p:bldP spid="439" grpId="0" bldLvl="0" animBg="1"/>
      <p:bldP spid="440" grpId="0" bldLvl="0" animBg="1"/>
      <p:bldP spid="441" grpId="0" bldLvl="0" animBg="1"/>
      <p:bldP spid="457" grpId="0" bldLvl="0" animBg="1"/>
      <p:bldP spid="463" grpId="0" bldLvl="0" animBg="1"/>
      <p:bldP spid="465" grpId="0" bldLvl="0" animBg="1"/>
      <p:bldP spid="466" grpId="0" bldLvl="0" animBg="1"/>
      <p:bldP spid="468" grpId="0" bldLvl="0" animBg="1"/>
      <p:bldP spid="469" grpId="0" bldLvl="0" animBg="1"/>
      <p:bldP spid="470" grpId="0" bldLvl="0" animBg="1"/>
      <p:bldP spid="472" grpId="0" bldLvl="0" animBg="1"/>
      <p:bldP spid="473" grpId="0" bldLvl="0" animBg="1"/>
      <p:bldP spid="474" grpId="0" bldLvl="0" animBg="1"/>
      <p:bldP spid="481" grpId="0" bldLvl="0" animBg="1"/>
      <p:bldP spid="482" grpId="0" bldLvl="0" animBg="1"/>
      <p:bldP spid="483" grpId="0" bldLvl="0" animBg="1"/>
      <p:bldP spid="502" grpId="0" bldLvl="0" animBg="1"/>
      <p:bldP spid="503" grpId="0" bldLvl="0" animBg="1"/>
      <p:bldP spid="504" grpId="0" bldLvl="0" animBg="1"/>
      <p:bldP spid="505" grpId="0" bldLvl="0" animBg="1"/>
      <p:bldP spid="529" grpId="0" bldLvl="0" animBg="1"/>
      <p:bldP spid="531" grpId="0" bldLvl="0" animBg="1"/>
      <p:bldP spid="532" grpId="0" bldLvl="0" animBg="1"/>
      <p:bldP spid="533" grpId="0" bldLvl="0" animBg="1"/>
      <p:bldP spid="534" grpId="0" bldLvl="0" animBg="1"/>
      <p:bldP spid="535" grpId="0" bldLvl="0" animBg="1"/>
      <p:bldP spid="539" grpId="0" bldLvl="0" animBg="1"/>
      <p:bldP spid="542" grpId="0" bldLvl="0" animBg="1"/>
      <p:bldP spid="543" grpId="0" bldLvl="0" animBg="1"/>
      <p:bldP spid="545" grpId="0" bldLvl="0" animBg="1"/>
      <p:bldP spid="560" grpId="0" bldLvl="0" animBg="1"/>
      <p:bldP spid="561" grpId="0" bldLvl="0" animBg="1"/>
      <p:bldP spid="562" grpId="0" bldLvl="0" animBg="1"/>
      <p:bldP spid="568" grpId="0" bldLvl="0" animBg="1"/>
      <p:bldP spid="570" grpId="0" bldLvl="0" animBg="1"/>
      <p:bldP spid="571" grpId="0" bldLvl="0" animBg="1"/>
      <p:bldP spid="572" grpId="0" bldLvl="0" animBg="1"/>
      <p:bldP spid="573" grpId="0" bldLvl="0" animBg="1"/>
      <p:bldP spid="587" grpId="0" bldLvl="0" animBg="1"/>
      <p:bldP spid="590" grpId="0" bldLvl="0" animBg="1"/>
      <p:bldP spid="591" grpId="0" bldLvl="0" animBg="1"/>
      <p:bldP spid="592" grpId="0" bldLvl="0" animBg="1"/>
      <p:bldP spid="596" grpId="0" bldLvl="0" animBg="1"/>
      <p:bldP spid="597" grpId="0" bldLvl="0" animBg="1"/>
      <p:bldP spid="598" grpId="0" bldLvl="0" animBg="1"/>
      <p:bldP spid="599"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AutoShape 4" descr="@冒险家的旅程か★&#10;png免抠素材 海报装饰元素 png透明背景素材 卡通素材  贴纸素材 标签素材 风扇 夏季风扇 强力风扇 吹风 吹凉"/>
          <p:cNvSpPr>
            <a:spLocks noChangeAspect="1" noChangeArrowheads="1"/>
          </p:cNvSpPr>
          <p:nvPr/>
        </p:nvSpPr>
        <p:spPr bwMode="auto">
          <a:xfrm>
            <a:off x="156528" y="283527"/>
            <a:ext cx="304800" cy="304801"/>
          </a:xfrm>
          <a:prstGeom prst="rect">
            <a:avLst/>
          </a:prstGeom>
          <a:noFill/>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grpSp>
        <p:nvGrpSpPr>
          <p:cNvPr id="10" name="组合 9"/>
          <p:cNvGrpSpPr/>
          <p:nvPr/>
        </p:nvGrpSpPr>
        <p:grpSpPr>
          <a:xfrm>
            <a:off x="2707958" y="1856740"/>
            <a:ext cx="6776720" cy="3400425"/>
            <a:chOff x="4263" y="2250"/>
            <a:chExt cx="10672" cy="5355"/>
          </a:xfrm>
        </p:grpSpPr>
        <p:pic>
          <p:nvPicPr>
            <p:cNvPr id="1026" name="Picture 2" descr="C:\Users\Administrator\Desktop\小红书\对外汉语战略搞钱计划\教学素材\图片\电脑.png"/>
            <p:cNvPicPr>
              <a:picLocks noChangeAspect="1" noChangeArrowheads="1"/>
            </p:cNvPicPr>
            <p:nvPr/>
          </p:nvPicPr>
          <p:blipFill>
            <a:blip r:embed="rId3"/>
            <a:srcRect/>
            <a:stretch>
              <a:fillRect/>
            </a:stretch>
          </p:blipFill>
          <p:spPr bwMode="auto">
            <a:xfrm>
              <a:off x="4263" y="2250"/>
              <a:ext cx="10672" cy="5355"/>
            </a:xfrm>
            <a:prstGeom prst="rect">
              <a:avLst/>
            </a:prstGeom>
            <a:noFill/>
          </p:spPr>
        </p:pic>
        <p:sp>
          <p:nvSpPr>
            <p:cNvPr id="28" name="矩形 27"/>
            <p:cNvSpPr/>
            <p:nvPr/>
          </p:nvSpPr>
          <p:spPr>
            <a:xfrm>
              <a:off x="6063" y="2700"/>
              <a:ext cx="7088" cy="3938"/>
            </a:xfrm>
            <a:prstGeom prst="rect">
              <a:avLst/>
            </a:prstGeom>
            <a:solidFill>
              <a:schemeClr val="bg1"/>
            </a:solidFill>
            <a:ln w="28575">
              <a:solidFill>
                <a:srgbClr val="AF9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grpSp>
      <p:pic>
        <p:nvPicPr>
          <p:cNvPr id="3"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4550667" y="2221903"/>
            <a:ext cx="3090666" cy="2374771"/>
          </a:xfrm>
          <a:prstGeom prst="rect">
            <a:avLst/>
          </a:prstGeom>
        </p:spPr>
      </p:pic>
      <p:grpSp>
        <p:nvGrpSpPr>
          <p:cNvPr id="8" name="组合 7"/>
          <p:cNvGrpSpPr/>
          <p:nvPr/>
        </p:nvGrpSpPr>
        <p:grpSpPr>
          <a:xfrm>
            <a:off x="2425065" y="740410"/>
            <a:ext cx="7294880" cy="650240"/>
            <a:chOff x="3302" y="3426"/>
            <a:chExt cx="10274" cy="632"/>
          </a:xfrm>
        </p:grpSpPr>
        <p:sp>
          <p:nvSpPr>
            <p:cNvPr id="9" name="圆角矩形 8"/>
            <p:cNvSpPr/>
            <p:nvPr/>
          </p:nvSpPr>
          <p:spPr>
            <a:xfrm>
              <a:off x="3424" y="3426"/>
              <a:ext cx="10152" cy="632"/>
            </a:xfrm>
            <a:prstGeom prst="roundRect">
              <a:avLst/>
            </a:prstGeom>
            <a:noFill/>
            <a:ln w="19050">
              <a:solidFill>
                <a:srgbClr val="CFB26F"/>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4" name="文本框 7"/>
            <p:cNvSpPr txBox="1"/>
            <p:nvPr/>
          </p:nvSpPr>
          <p:spPr>
            <a:xfrm>
              <a:off x="3302" y="3514"/>
              <a:ext cx="10274" cy="447"/>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CFB26F"/>
                  </a:solidFill>
                  <a:effectLst/>
                  <a:uLnTx/>
                  <a:uFillTx/>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你了解汉语中表示亲戚关系的词语吗？</a:t>
              </a:r>
            </a:p>
          </p:txBody>
        </p:sp>
      </p:grpSp>
      <p:pic>
        <p:nvPicPr>
          <p:cNvPr id="30" name="图片 29" descr="老师"/>
          <p:cNvPicPr>
            <a:picLocks noChangeAspect="1"/>
          </p:cNvPicPr>
          <p:nvPr/>
        </p:nvPicPr>
        <p:blipFill>
          <a:blip r:embed="rId5"/>
          <a:stretch>
            <a:fillRect/>
          </a:stretch>
        </p:blipFill>
        <p:spPr>
          <a:xfrm>
            <a:off x="8355965" y="3834765"/>
            <a:ext cx="1261110" cy="1217295"/>
          </a:xfrm>
          <a:prstGeom prst="rect">
            <a:avLst/>
          </a:prstGeom>
        </p:spPr>
      </p:pic>
      <p:sp>
        <p:nvSpPr>
          <p:cNvPr id="4" name="圆角矩形 3"/>
          <p:cNvSpPr/>
          <p:nvPr/>
        </p:nvSpPr>
        <p:spPr>
          <a:xfrm>
            <a:off x="308928" y="5643593"/>
            <a:ext cx="11615895" cy="1022447"/>
          </a:xfrm>
          <a:prstGeom prst="roundRect">
            <a:avLst>
              <a:gd name="adj" fmla="val 47532"/>
            </a:avLst>
          </a:prstGeom>
          <a:solidFill>
            <a:srgbClr val="CE7A77"/>
          </a:solidFill>
          <a:ln>
            <a:gradFill>
              <a:gsLst>
                <a:gs pos="0">
                  <a:srgbClr val="E19B93"/>
                </a:gs>
                <a:gs pos="100000">
                  <a:srgbClr val="C86E6E"/>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华文细黑" panose="02010600040101010101" pitchFamily="2" charset="-122"/>
              <a:ea typeface="华文细黑" panose="02010600040101010101" pitchFamily="2" charset="-122"/>
              <a:cs typeface="+mn-cs"/>
            </a:endParaRPr>
          </a:p>
        </p:txBody>
      </p:sp>
      <p:sp>
        <p:nvSpPr>
          <p:cNvPr id="5" name="圆角矩形 4"/>
          <p:cNvSpPr/>
          <p:nvPr/>
        </p:nvSpPr>
        <p:spPr>
          <a:xfrm>
            <a:off x="308928" y="5671939"/>
            <a:ext cx="11657646" cy="1002364"/>
          </a:xfrm>
          <a:prstGeom prst="roundRect">
            <a:avLst>
              <a:gd name="adj" fmla="val 47532"/>
            </a:avLst>
          </a:prstGeom>
          <a:solidFill>
            <a:srgbClr val="E2A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华文细黑" panose="02010600040101010101" pitchFamily="2" charset="-122"/>
              <a:ea typeface="华文细黑" panose="02010600040101010101" pitchFamily="2" charset="-122"/>
              <a:cs typeface="+mn-cs"/>
            </a:endParaRPr>
          </a:p>
        </p:txBody>
      </p:sp>
      <p:grpSp>
        <p:nvGrpSpPr>
          <p:cNvPr id="96" name="组合 95"/>
          <p:cNvGrpSpPr/>
          <p:nvPr/>
        </p:nvGrpSpPr>
        <p:grpSpPr>
          <a:xfrm>
            <a:off x="237490" y="5635330"/>
            <a:ext cx="1054281" cy="1038973"/>
            <a:chOff x="584" y="3246"/>
            <a:chExt cx="1342" cy="1400"/>
          </a:xfrm>
        </p:grpSpPr>
        <p:sp>
          <p:nvSpPr>
            <p:cNvPr id="97" name="椭圆 96"/>
            <p:cNvSpPr/>
            <p:nvPr/>
          </p:nvSpPr>
          <p:spPr>
            <a:xfrm>
              <a:off x="584" y="3246"/>
              <a:ext cx="1342" cy="1342"/>
            </a:xfrm>
            <a:prstGeom prst="ellipse">
              <a:avLst/>
            </a:prstGeom>
            <a:solidFill>
              <a:srgbClr val="E2AEAB"/>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华文细黑" panose="02010600040101010101" pitchFamily="2" charset="-122"/>
                <a:ea typeface="华文细黑" panose="02010600040101010101" pitchFamily="2" charset="-122"/>
                <a:cs typeface="+mn-cs"/>
              </a:endParaRPr>
            </a:p>
          </p:txBody>
        </p:sp>
        <p:pic>
          <p:nvPicPr>
            <p:cNvPr id="98" name="图片 97" descr="我卡通1压缩"/>
            <p:cNvPicPr>
              <a:picLocks noChangeAspect="1"/>
            </p:cNvPicPr>
            <p:nvPr/>
          </p:nvPicPr>
          <p:blipFill>
            <a:blip r:embed="rId6"/>
            <a:stretch>
              <a:fillRect/>
            </a:stretch>
          </p:blipFill>
          <p:spPr>
            <a:xfrm>
              <a:off x="584" y="3308"/>
              <a:ext cx="1338" cy="1338"/>
            </a:xfrm>
            <a:prstGeom prst="rect">
              <a:avLst/>
            </a:prstGeom>
          </p:spPr>
        </p:pic>
      </p:grpSp>
      <p:sp>
        <p:nvSpPr>
          <p:cNvPr id="6" name="文本框 7"/>
          <p:cNvSpPr txBox="1"/>
          <p:nvPr/>
        </p:nvSpPr>
        <p:spPr>
          <a:xfrm>
            <a:off x="1654011" y="5739317"/>
            <a:ext cx="9766570" cy="830997"/>
          </a:xfrm>
          <a:prstGeom prst="rect">
            <a:avLst/>
          </a:prstGeom>
          <a:noFill/>
          <a:effectLst>
            <a:outerShdw blurRad="127000" dir="5400000" sx="102000" sy="102000" algn="ctr" rotWithShape="0">
              <a:srgbClr val="4E98C7">
                <a:alpha val="68000"/>
              </a:srgb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外公</a:t>
            </a:r>
            <a:r>
              <a:rPr kumimoji="0" lang="en-US" altLang="zh-CN"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姥爷、外婆</a:t>
            </a:r>
            <a:r>
              <a:rPr kumimoji="0" lang="en-US" altLang="zh-CN"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姥姥、叔叔</a:t>
            </a:r>
            <a:r>
              <a:rPr kumimoji="0" lang="en-US" altLang="zh-CN"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伯伯、婶婶</a:t>
            </a:r>
            <a:r>
              <a:rPr kumimoji="0" lang="en-US" altLang="zh-CN"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伯母、姑姑、姑父、</a:t>
            </a:r>
            <a:endParaRPr kumimoji="0" lang="en-US" altLang="zh-CN"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w="22225">
                  <a:noFill/>
                  <a:prstDash val="solid"/>
                </a:ln>
                <a:solidFill>
                  <a:srgbClr val="FFFFFF"/>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mn-ea"/>
              </a:rPr>
              <a:t>舅舅、舅妈、姨妈、姨夫、表妹、姐姐、表姐、表弟</a:t>
            </a:r>
          </a:p>
        </p:txBody>
      </p:sp>
      <p:sp>
        <p:nvSpPr>
          <p:cNvPr id="19" name="文本框 7"/>
          <p:cNvSpPr txBox="1"/>
          <p:nvPr/>
        </p:nvSpPr>
        <p:spPr>
          <a:xfrm>
            <a:off x="166805"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复习</a:t>
            </a:r>
          </a:p>
        </p:txBody>
      </p:sp>
      <p:sp>
        <p:nvSpPr>
          <p:cNvPr id="20" name="文本框 7"/>
          <p:cNvSpPr txBox="1"/>
          <p:nvPr/>
        </p:nvSpPr>
        <p:spPr>
          <a:xfrm>
            <a:off x="238243" y="702214"/>
            <a:ext cx="87630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Review</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66667E-6 -2.59259E-6 L 0.86081 -0.00046 " pathEditMode="relative" rAng="0" ptsTypes="AA">
                                      <p:cBhvr>
                                        <p:cTn id="6" dur="500" fill="hold"/>
                                        <p:tgtEl>
                                          <p:spTgt spid="96"/>
                                        </p:tgtEl>
                                        <p:attrNameLst>
                                          <p:attrName>ppt_x</p:attrName>
                                          <p:attrName>ppt_y</p:attrName>
                                        </p:attrNameLst>
                                      </p:cBhvr>
                                      <p:rCtr x="43034" y="-23"/>
                                    </p:animMotion>
                                  </p:childTnLst>
                                </p:cTn>
                              </p:par>
                              <p:par>
                                <p:cTn id="7" presetID="22" presetClass="entr" presetSubtype="8"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
                                        <p:tgtEl>
                                          <p:spTgt spid="5"/>
                                        </p:tgtEl>
                                      </p:cBhvr>
                                    </p:animEffect>
                                  </p:childTnLst>
                                  <p:subTnLst>
                                    <p:audio>
                                      <p:cMediaNode>
                                        <p:cTn display="0" masterRel="sameClick">
                                          <p:stCondLst>
                                            <p:cond evt="begin" delay="0">
                                              <p:tn val="7"/>
                                            </p:cond>
                                          </p:stCondLst>
                                          <p:endCondLst>
                                            <p:cond evt="onStopAudio" delay="0">
                                              <p:tgtEl>
                                                <p:sldTgt/>
                                              </p:tgtEl>
                                            </p:cond>
                                          </p:endCondLst>
                                        </p:cTn>
                                        <p:tgtEl>
                                          <p:sndTgt r:embed="rId2" name="click.wav"/>
                                        </p:tgtEl>
                                      </p:cMediaNode>
                                    </p:audio>
                                  </p:subTnLst>
                                </p:cTn>
                              </p:par>
                              <p:par>
                                <p:cTn id="10" presetID="22" presetClass="entr" presetSubtype="8" fill="hold" nodeType="withEffect">
                                  <p:stCondLst>
                                    <p:cond delay="20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par>
                                <p:cTn id="13" presetID="22" presetClass="entr" presetSubtype="8" fill="hold" nodeType="withEffect">
                                  <p:stCondLst>
                                    <p:cond delay="20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wipe(left)">
                                      <p:cBhvr>
                                        <p:cTn id="15"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p:cNvGrpSpPr/>
          <p:nvPr/>
        </p:nvGrpSpPr>
        <p:grpSpPr>
          <a:xfrm>
            <a:off x="953453" y="416935"/>
            <a:ext cx="10285095" cy="3128367"/>
            <a:chOff x="-3513638" y="334832"/>
            <a:chExt cx="10285095" cy="3128367"/>
          </a:xfrm>
        </p:grpSpPr>
        <p:sp>
          <p:nvSpPr>
            <p:cNvPr id="73" name="文本框 72"/>
            <p:cNvSpPr txBox="1"/>
            <p:nvPr/>
          </p:nvSpPr>
          <p:spPr>
            <a:xfrm>
              <a:off x="-3513638" y="1062542"/>
              <a:ext cx="9344660" cy="2400657"/>
            </a:xfrm>
            <a:prstGeom prst="rect">
              <a:avLst/>
            </a:prstGeom>
            <a:solidFill>
              <a:schemeClr val="bg1"/>
            </a:solidFill>
            <a:ln w="57150">
              <a:solidFill>
                <a:srgbClr val="A80023"/>
              </a:solidFill>
            </a:ln>
          </p:spPr>
          <p:txBody>
            <a:bodyPr wrap="square" rtlCol="0">
              <a:spAutoFit/>
            </a:bodyPr>
            <a:lstStyle/>
            <a:p>
              <a:pPr marL="457200" indent="-457200">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长年以来，尽管姥姥、舅舅都住在城里，但父母坚决不在城里住。</a:t>
              </a:r>
            </a:p>
            <a:p>
              <a:pPr marL="457200" indent="-457200">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临走那天，父亲悄悄把我拉到一边。</a:t>
              </a:r>
            </a:p>
            <a:p>
              <a:pPr marL="457200" indent="-457200">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我们想象着家里满是灰尘、冷冷清清的景象，心里发寒。</a:t>
              </a:r>
              <a:endParaRPr lang="en-US" altLang="zh-CN"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endParaRPr>
            </a:p>
            <a:p>
              <a:pPr marL="457200" indent="-457200">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卧室床上的被子已铺好，厨房里飘来阵阵饭菜香。</a:t>
              </a:r>
              <a:endParaRPr lang="en-US" altLang="zh-CN"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endParaRPr>
            </a:p>
            <a:p>
              <a:pPr marL="457200" indent="-457200">
                <a:lnSpc>
                  <a:spcPct val="150000"/>
                </a:lnSpc>
                <a:buAutoNum type="arabicPeriod"/>
              </a:pPr>
              <a:r>
                <a:rPr lang="zh-CN" altLang="en-US" sz="2000" dirty="0">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楷体" panose="02010600040101010101" charset="-122"/>
                </a:rPr>
                <a:t>原来，他们留下钥匙，是为了让我们回来时能立刻感受到家的温暖。</a:t>
              </a:r>
            </a:p>
          </p:txBody>
        </p:sp>
        <p:pic>
          <p:nvPicPr>
            <p:cNvPr id="74" name="图片 73" descr="C:\Users\Administrator\Desktop\小红书\对外汉语战略搞钱计划\教学素材\图片素材\我压缩.png我压缩"/>
            <p:cNvPicPr>
              <a:picLocks noChangeAspect="1"/>
            </p:cNvPicPr>
            <p:nvPr/>
          </p:nvPicPr>
          <p:blipFill>
            <a:blip r:embed="rId4"/>
            <a:srcRect/>
            <a:stretch>
              <a:fillRect/>
            </a:stretch>
          </p:blipFill>
          <p:spPr>
            <a:xfrm>
              <a:off x="5143317" y="334832"/>
              <a:ext cx="1628140" cy="1628140"/>
            </a:xfrm>
            <a:prstGeom prst="rect">
              <a:avLst/>
            </a:prstGeom>
          </p:spPr>
        </p:pic>
      </p:grpSp>
      <p:sp>
        <p:nvSpPr>
          <p:cNvPr id="8" name="文本框 7"/>
          <p:cNvSpPr txBox="1"/>
          <p:nvPr/>
        </p:nvSpPr>
        <p:spPr>
          <a:xfrm>
            <a:off x="3718560" y="386080"/>
            <a:ext cx="4754880" cy="460375"/>
          </a:xfrm>
          <a:prstGeom prst="rect">
            <a:avLst/>
          </a:prstGeom>
          <a:noFill/>
        </p:spPr>
        <p:txBody>
          <a:bodyPr wrap="none" rtlCol="0" anchor="t">
            <a:spAutoFit/>
          </a:bodyPr>
          <a:lstStyle/>
          <a:p>
            <a:pPr algn="ctr"/>
            <a:r>
              <a:rPr lang="zh-CN" altLang="en-US" sz="2400" noProof="0" dirty="0">
                <a:ln>
                  <a:noFill/>
                </a:ln>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听写句子、复习重点词、复述课文</a:t>
            </a:r>
            <a:endParaRPr lang="zh-CN" altLang="en-US" sz="2400" noProof="0" dirty="0">
              <a:ln>
                <a:noFill/>
              </a:ln>
              <a:solidFill>
                <a:schemeClr val="bg1">
                  <a:lumMod val="65000"/>
                </a:schemeClr>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4" name="文本框 7"/>
          <p:cNvSpPr txBox="1"/>
          <p:nvPr/>
        </p:nvSpPr>
        <p:spPr>
          <a:xfrm>
            <a:off x="166805"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复习</a:t>
            </a:r>
          </a:p>
        </p:txBody>
      </p:sp>
      <p:sp>
        <p:nvSpPr>
          <p:cNvPr id="25" name="文本框 7"/>
          <p:cNvSpPr txBox="1"/>
          <p:nvPr/>
        </p:nvSpPr>
        <p:spPr>
          <a:xfrm>
            <a:off x="238243" y="702214"/>
            <a:ext cx="87630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Review</a:t>
            </a:r>
          </a:p>
        </p:txBody>
      </p:sp>
      <p:sp>
        <p:nvSpPr>
          <p:cNvPr id="9" name="矩形: 圆角 3"/>
          <p:cNvSpPr/>
          <p:nvPr/>
        </p:nvSpPr>
        <p:spPr>
          <a:xfrm>
            <a:off x="3530936" y="3843492"/>
            <a:ext cx="3974045" cy="2660825"/>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AutoShape 4" descr="@冒险家的旅程か★&#10;png免抠素材 海报装饰元素 png透明背景素材 卡通素材  贴纸素材 标签素材 风扇 夏季风扇 强力风扇 吹风 吹凉"/>
          <p:cNvSpPr>
            <a:spLocks noChangeAspect="1" noChangeArrowheads="1"/>
          </p:cNvSpPr>
          <p:nvPr/>
        </p:nvSpPr>
        <p:spPr bwMode="auto">
          <a:xfrm>
            <a:off x="156528" y="283527"/>
            <a:ext cx="304800" cy="304801"/>
          </a:xfrm>
          <a:prstGeom prst="rect">
            <a:avLst/>
          </a:prstGeom>
          <a:noFill/>
        </p:spPr>
        <p:txBody>
          <a:bodyPr vert="horz" wrap="square" lIns="91440" tIns="45720" rIns="91440" bIns="45720" numCol="1" anchor="t" anchorCtr="0" compatLnSpc="1"/>
          <a:lstStyle/>
          <a:p>
            <a:endParaRPr lang="zh-CN" altLang="en-US"/>
          </a:p>
        </p:txBody>
      </p:sp>
      <p:grpSp>
        <p:nvGrpSpPr>
          <p:cNvPr id="10" name="组合 9"/>
          <p:cNvGrpSpPr/>
          <p:nvPr/>
        </p:nvGrpSpPr>
        <p:grpSpPr>
          <a:xfrm>
            <a:off x="1414779" y="1390650"/>
            <a:ext cx="9281975" cy="4488814"/>
            <a:chOff x="4263" y="2250"/>
            <a:chExt cx="10672" cy="5355"/>
          </a:xfrm>
        </p:grpSpPr>
        <p:pic>
          <p:nvPicPr>
            <p:cNvPr id="1026" name="Picture 2" descr="C:\Users\Administrator\Desktop\小红书\对外汉语战略搞钱计划\教学素材\图片\电脑.png"/>
            <p:cNvPicPr>
              <a:picLocks noChangeAspect="1" noChangeArrowheads="1"/>
            </p:cNvPicPr>
            <p:nvPr/>
          </p:nvPicPr>
          <p:blipFill>
            <a:blip r:embed="rId3"/>
            <a:srcRect/>
            <a:stretch>
              <a:fillRect/>
            </a:stretch>
          </p:blipFill>
          <p:spPr bwMode="auto">
            <a:xfrm>
              <a:off x="4263" y="2250"/>
              <a:ext cx="10672" cy="5355"/>
            </a:xfrm>
            <a:prstGeom prst="rect">
              <a:avLst/>
            </a:prstGeom>
            <a:noFill/>
          </p:spPr>
        </p:pic>
        <p:sp>
          <p:nvSpPr>
            <p:cNvPr id="28" name="矩形 27"/>
            <p:cNvSpPr/>
            <p:nvPr/>
          </p:nvSpPr>
          <p:spPr>
            <a:xfrm>
              <a:off x="6063" y="2700"/>
              <a:ext cx="7088" cy="3938"/>
            </a:xfrm>
            <a:prstGeom prst="rect">
              <a:avLst/>
            </a:prstGeom>
            <a:solidFill>
              <a:schemeClr val="bg1"/>
            </a:solidFill>
            <a:ln w="28575">
              <a:solidFill>
                <a:srgbClr val="AF9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2425065" y="740410"/>
            <a:ext cx="7294880" cy="650240"/>
            <a:chOff x="3302" y="3426"/>
            <a:chExt cx="10274" cy="632"/>
          </a:xfrm>
        </p:grpSpPr>
        <p:sp>
          <p:nvSpPr>
            <p:cNvPr id="9" name="圆角矩形 8"/>
            <p:cNvSpPr/>
            <p:nvPr/>
          </p:nvSpPr>
          <p:spPr>
            <a:xfrm>
              <a:off x="3424" y="3426"/>
              <a:ext cx="10152" cy="632"/>
            </a:xfrm>
            <a:prstGeom prst="roundRect">
              <a:avLst/>
            </a:prstGeom>
            <a:noFill/>
            <a:ln w="19050">
              <a:solidFill>
                <a:srgbClr val="CFB26F"/>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7"/>
            <p:cNvSpPr txBox="1"/>
            <p:nvPr/>
          </p:nvSpPr>
          <p:spPr>
            <a:xfrm>
              <a:off x="3302" y="3514"/>
              <a:ext cx="10274" cy="447"/>
            </a:xfrm>
            <a:prstGeom prst="rect">
              <a:avLst/>
            </a:prstGeom>
            <a:noFill/>
          </p:spPr>
          <p:txBody>
            <a:bodyPr wrap="square">
              <a:spAutoFit/>
            </a:bodyPr>
            <a:lstStyle/>
            <a:p>
              <a:pPr lvl="0" algn="ctr" fontAlgn="base">
                <a:lnSpc>
                  <a:spcPct val="100000"/>
                </a:lnSpc>
                <a:spcBef>
                  <a:spcPct val="0"/>
                </a:spcBef>
                <a:spcAft>
                  <a:spcPct val="0"/>
                </a:spcAft>
              </a:pPr>
              <a:r>
                <a:rPr lang="zh-CN" altLang="en-US" sz="2400" b="1" dirty="0">
                  <a:solidFill>
                    <a:srgbClr val="CFB26F"/>
                  </a:solidFill>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下列图片都是什么天气</a:t>
              </a:r>
            </a:p>
          </p:txBody>
        </p:sp>
      </p:grpSp>
      <p:pic>
        <p:nvPicPr>
          <p:cNvPr id="30" name="图片 29" descr="老师"/>
          <p:cNvPicPr>
            <a:picLocks noChangeAspect="1"/>
          </p:cNvPicPr>
          <p:nvPr/>
        </p:nvPicPr>
        <p:blipFill>
          <a:blip r:embed="rId4"/>
          <a:stretch>
            <a:fillRect/>
          </a:stretch>
        </p:blipFill>
        <p:spPr>
          <a:xfrm>
            <a:off x="8678684" y="4627202"/>
            <a:ext cx="1261110" cy="1217295"/>
          </a:xfrm>
          <a:prstGeom prst="rect">
            <a:avLst/>
          </a:prstGeom>
        </p:spPr>
      </p:pic>
      <p:sp>
        <p:nvSpPr>
          <p:cNvPr id="4" name="圆角矩形 3"/>
          <p:cNvSpPr/>
          <p:nvPr/>
        </p:nvSpPr>
        <p:spPr>
          <a:xfrm>
            <a:off x="48895" y="5920422"/>
            <a:ext cx="12094845" cy="852170"/>
          </a:xfrm>
          <a:prstGeom prst="roundRect">
            <a:avLst>
              <a:gd name="adj" fmla="val 47532"/>
            </a:avLst>
          </a:prstGeom>
          <a:solidFill>
            <a:srgbClr val="CE7A77"/>
          </a:solidFill>
          <a:ln>
            <a:gradFill>
              <a:gsLst>
                <a:gs pos="0">
                  <a:srgbClr val="E19B93"/>
                </a:gs>
                <a:gs pos="100000">
                  <a:srgbClr val="C86E6E"/>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5" name="圆角矩形 4"/>
          <p:cNvSpPr/>
          <p:nvPr/>
        </p:nvSpPr>
        <p:spPr>
          <a:xfrm>
            <a:off x="60960" y="5924550"/>
            <a:ext cx="12094845" cy="852170"/>
          </a:xfrm>
          <a:prstGeom prst="roundRect">
            <a:avLst>
              <a:gd name="adj" fmla="val 47532"/>
            </a:avLst>
          </a:prstGeom>
          <a:solidFill>
            <a:srgbClr val="E2A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96" name="组合 95"/>
          <p:cNvGrpSpPr/>
          <p:nvPr/>
        </p:nvGrpSpPr>
        <p:grpSpPr>
          <a:xfrm>
            <a:off x="60960" y="5924550"/>
            <a:ext cx="852170" cy="889000"/>
            <a:chOff x="584" y="3246"/>
            <a:chExt cx="1342" cy="1400"/>
          </a:xfrm>
        </p:grpSpPr>
        <p:sp>
          <p:nvSpPr>
            <p:cNvPr id="97" name="椭圆 96"/>
            <p:cNvSpPr/>
            <p:nvPr/>
          </p:nvSpPr>
          <p:spPr>
            <a:xfrm>
              <a:off x="584" y="3246"/>
              <a:ext cx="1342" cy="1342"/>
            </a:xfrm>
            <a:prstGeom prst="ellipse">
              <a:avLst/>
            </a:prstGeom>
            <a:solidFill>
              <a:srgbClr val="E2AEAB"/>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98" name="图片 97" descr="我卡通1压缩"/>
            <p:cNvPicPr>
              <a:picLocks noChangeAspect="1"/>
            </p:cNvPicPr>
            <p:nvPr/>
          </p:nvPicPr>
          <p:blipFill>
            <a:blip r:embed="rId5"/>
            <a:stretch>
              <a:fillRect/>
            </a:stretch>
          </p:blipFill>
          <p:spPr>
            <a:xfrm>
              <a:off x="584" y="3308"/>
              <a:ext cx="1338" cy="1338"/>
            </a:xfrm>
            <a:prstGeom prst="rect">
              <a:avLst/>
            </a:prstGeom>
          </p:spPr>
        </p:pic>
      </p:grpSp>
      <p:sp>
        <p:nvSpPr>
          <p:cNvPr id="6" name="文本框 7"/>
          <p:cNvSpPr txBox="1"/>
          <p:nvPr/>
        </p:nvSpPr>
        <p:spPr>
          <a:xfrm>
            <a:off x="2016125" y="6094095"/>
            <a:ext cx="9281795" cy="521970"/>
          </a:xfrm>
          <a:prstGeom prst="rect">
            <a:avLst/>
          </a:prstGeom>
          <a:noFill/>
          <a:effectLst>
            <a:outerShdw blurRad="127000" dir="5400000" sx="102000" sy="102000" algn="ctr" rotWithShape="0">
              <a:srgbClr val="4E98C7">
                <a:alpha val="68000"/>
              </a:srgbClr>
            </a:outerShdw>
          </a:effectLst>
        </p:spPr>
        <p:txBody>
          <a:bodyPr wrap="square">
            <a:spAutoFit/>
          </a:bodyPr>
          <a:lstStyle/>
          <a:p>
            <a:pPr>
              <a:defRPr/>
            </a:pPr>
            <a:r>
              <a:rPr lang="zh-CN" altLang="en-US" sz="28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晴    阴      雨转晴   雷阵雨 阴</a:t>
            </a:r>
            <a:r>
              <a:rPr lang="en-US" altLang="zh-CN" sz="28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 </a:t>
            </a:r>
            <a:r>
              <a:rPr lang="zh-CN" altLang="en-US" sz="28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雨后彩虹</a:t>
            </a:r>
            <a:r>
              <a:rPr lang="en-US" altLang="zh-CN" sz="28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 </a:t>
            </a:r>
            <a:r>
              <a:rPr lang="zh-CN" altLang="en-US" sz="28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多云    雨后彩虹</a:t>
            </a:r>
            <a:endParaRPr lang="zh-CN" sz="2800" b="1" dirty="0">
              <a:ln w="22225">
                <a:noFill/>
                <a:prstDash val="solid"/>
              </a:ln>
              <a:solidFill>
                <a:schemeClr val="bg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 name="文本框 7"/>
          <p:cNvSpPr txBox="1"/>
          <p:nvPr/>
        </p:nvSpPr>
        <p:spPr>
          <a:xfrm>
            <a:off x="165735" y="213995"/>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热身</a:t>
            </a:r>
          </a:p>
        </p:txBody>
      </p:sp>
      <p:sp>
        <p:nvSpPr>
          <p:cNvPr id="7" name="文本框 7"/>
          <p:cNvSpPr txBox="1"/>
          <p:nvPr/>
        </p:nvSpPr>
        <p:spPr>
          <a:xfrm>
            <a:off x="237490" y="702310"/>
            <a:ext cx="1177290" cy="368300"/>
          </a:xfrm>
          <a:prstGeom prst="rect">
            <a:avLst/>
          </a:prstGeom>
          <a:noFill/>
        </p:spPr>
        <p:txBody>
          <a:bodyPr wrap="none">
            <a:spAutoFit/>
          </a:bodyPr>
          <a:lstStyle/>
          <a:p>
            <a:pPr lvl="0">
              <a:defRPr/>
            </a:pPr>
            <a:r>
              <a:rPr kumimoji="0" lang="en-US" altLang="zh-CN"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rPr>
              <a:t>Warm-up</a:t>
            </a:r>
          </a:p>
        </p:txBody>
      </p:sp>
      <p:pic>
        <p:nvPicPr>
          <p:cNvPr id="11" name="图片 10"/>
          <p:cNvPicPr>
            <a:picLocks noChangeAspect="1"/>
          </p:cNvPicPr>
          <p:nvPr/>
        </p:nvPicPr>
        <p:blipFill>
          <a:blip r:embed="rId6"/>
          <a:stretch>
            <a:fillRect/>
          </a:stretch>
        </p:blipFill>
        <p:spPr>
          <a:xfrm>
            <a:off x="6902030" y="1909946"/>
            <a:ext cx="2114550" cy="1638300"/>
          </a:xfrm>
          <a:prstGeom prst="rect">
            <a:avLst/>
          </a:prstGeom>
        </p:spPr>
      </p:pic>
      <p:pic>
        <p:nvPicPr>
          <p:cNvPr id="12" name="图片 11"/>
          <p:cNvPicPr>
            <a:picLocks noChangeAspect="1"/>
          </p:cNvPicPr>
          <p:nvPr/>
        </p:nvPicPr>
        <p:blipFill>
          <a:blip r:embed="rId7"/>
          <a:stretch>
            <a:fillRect/>
          </a:stretch>
        </p:blipFill>
        <p:spPr>
          <a:xfrm>
            <a:off x="3320677" y="1933206"/>
            <a:ext cx="1579127" cy="1547857"/>
          </a:xfrm>
          <a:prstGeom prst="rect">
            <a:avLst/>
          </a:prstGeom>
        </p:spPr>
      </p:pic>
      <p:pic>
        <p:nvPicPr>
          <p:cNvPr id="13" name="图片 12"/>
          <p:cNvPicPr>
            <a:picLocks noChangeAspect="1"/>
          </p:cNvPicPr>
          <p:nvPr/>
        </p:nvPicPr>
        <p:blipFill>
          <a:blip r:embed="rId8"/>
          <a:stretch>
            <a:fillRect/>
          </a:stretch>
        </p:blipFill>
        <p:spPr>
          <a:xfrm>
            <a:off x="3320677" y="3896223"/>
            <a:ext cx="1340360" cy="1002017"/>
          </a:xfrm>
          <a:prstGeom prst="rect">
            <a:avLst/>
          </a:prstGeom>
        </p:spPr>
      </p:pic>
      <p:pic>
        <p:nvPicPr>
          <p:cNvPr id="15" name="图片 14"/>
          <p:cNvPicPr>
            <a:picLocks noChangeAspect="1"/>
          </p:cNvPicPr>
          <p:nvPr/>
        </p:nvPicPr>
        <p:blipFill>
          <a:blip r:embed="rId9"/>
          <a:stretch>
            <a:fillRect/>
          </a:stretch>
        </p:blipFill>
        <p:spPr>
          <a:xfrm>
            <a:off x="5316232" y="2105548"/>
            <a:ext cx="1169370" cy="1362256"/>
          </a:xfrm>
          <a:prstGeom prst="rect">
            <a:avLst/>
          </a:prstGeom>
        </p:spPr>
      </p:pic>
      <p:pic>
        <p:nvPicPr>
          <p:cNvPr id="16" name="图片 15"/>
          <p:cNvPicPr>
            <a:picLocks noChangeAspect="1"/>
          </p:cNvPicPr>
          <p:nvPr/>
        </p:nvPicPr>
        <p:blipFill>
          <a:blip r:embed="rId10"/>
          <a:stretch>
            <a:fillRect/>
          </a:stretch>
        </p:blipFill>
        <p:spPr>
          <a:xfrm>
            <a:off x="5201367" y="3648221"/>
            <a:ext cx="1284235" cy="1303693"/>
          </a:xfrm>
          <a:prstGeom prst="rect">
            <a:avLst/>
          </a:prstGeom>
        </p:spPr>
      </p:pic>
      <p:pic>
        <p:nvPicPr>
          <p:cNvPr id="18" name="图片 17"/>
          <p:cNvPicPr>
            <a:picLocks noChangeAspect="1"/>
          </p:cNvPicPr>
          <p:nvPr/>
        </p:nvPicPr>
        <p:blipFill>
          <a:blip r:embed="rId11">
            <a:extLst>
              <a:ext uri="{BEBA8EAE-BF5A-486C-A8C5-ECC9F3942E4B}">
                <a14:imgProps xmlns:a14="http://schemas.microsoft.com/office/drawing/2010/main">
                  <a14:imgLayer r:embed="rId12">
                    <a14:imgEffect>
                      <a14:backgroundRemoval t="9600" b="96800" l="0" r="99545"/>
                    </a14:imgEffect>
                  </a14:imgLayer>
                </a14:imgProps>
              </a:ext>
            </a:extLst>
          </a:blip>
          <a:stretch>
            <a:fillRect/>
          </a:stretch>
        </p:blipFill>
        <p:spPr>
          <a:xfrm>
            <a:off x="7127709" y="3736851"/>
            <a:ext cx="1888872" cy="1073223"/>
          </a:xfrm>
          <a:prstGeom prst="rect">
            <a:avLst/>
          </a:prstGeom>
        </p:spPr>
      </p:pic>
      <p:sp>
        <p:nvSpPr>
          <p:cNvPr id="3" name="矩形 2"/>
          <p:cNvSpPr/>
          <p:nvPr/>
        </p:nvSpPr>
        <p:spPr>
          <a:xfrm>
            <a:off x="3672840" y="3375025"/>
            <a:ext cx="793750" cy="460375"/>
          </a:xfrm>
          <a:prstGeom prst="rect">
            <a:avLst/>
          </a:prstGeom>
          <a:noFill/>
          <a:ln>
            <a:noFill/>
          </a:ln>
        </p:spPr>
        <p:txBody>
          <a:bodyPr wrap="none" rtlCol="0" anchor="t">
            <a:spAutoFit/>
          </a:bodyPr>
          <a:lstStyle/>
          <a:p>
            <a:pPr algn="ctr"/>
            <a:r>
              <a:rPr lang="zh-CN" altLang="en-US" sz="2400" b="1">
                <a:ln/>
                <a:solidFill>
                  <a:schemeClr val="accent1"/>
                </a:solidFill>
                <a:effectLst>
                  <a:outerShdw blurRad="38100" dist="25400" dir="5400000" algn="ctr" rotWithShape="0">
                    <a:srgbClr val="6E747A">
                      <a:alpha val="43000"/>
                      <a:alpha val="43000"/>
                    </a:srgbClr>
                  </a:outerShdw>
                </a:effectLst>
              </a:rPr>
              <a:t>晴天</a:t>
            </a:r>
          </a:p>
        </p:txBody>
      </p:sp>
      <p:sp>
        <p:nvSpPr>
          <p:cNvPr id="17" name="矩形 16"/>
          <p:cNvSpPr/>
          <p:nvPr/>
        </p:nvSpPr>
        <p:spPr>
          <a:xfrm>
            <a:off x="5294948" y="3399155"/>
            <a:ext cx="1099185" cy="460375"/>
          </a:xfrm>
          <a:prstGeom prst="rect">
            <a:avLst/>
          </a:prstGeom>
          <a:noFill/>
          <a:ln>
            <a:noFill/>
          </a:ln>
        </p:spPr>
        <p:txBody>
          <a:bodyPr wrap="none" rtlCol="0" anchor="t">
            <a:spAutoFit/>
          </a:bodyPr>
          <a:lstStyle/>
          <a:p>
            <a:pPr algn="ctr"/>
            <a:r>
              <a:rPr lang="zh-CN" altLang="en-US" sz="2400" b="1">
                <a:solidFill>
                  <a:schemeClr val="accent1"/>
                </a:solidFill>
                <a:effectLst>
                  <a:outerShdw blurRad="38100" dist="25400" dir="5400000" algn="ctr" rotWithShape="0">
                    <a:srgbClr val="6E747A">
                      <a:alpha val="43000"/>
                      <a:alpha val="43000"/>
                    </a:srgbClr>
                  </a:outerShdw>
                </a:effectLst>
              </a:rPr>
              <a:t>雷阵雨</a:t>
            </a:r>
          </a:p>
        </p:txBody>
      </p:sp>
      <p:sp>
        <p:nvSpPr>
          <p:cNvPr id="19" name="矩形 18"/>
          <p:cNvSpPr/>
          <p:nvPr/>
        </p:nvSpPr>
        <p:spPr>
          <a:xfrm>
            <a:off x="7335203" y="3375025"/>
            <a:ext cx="1099185" cy="460375"/>
          </a:xfrm>
          <a:prstGeom prst="rect">
            <a:avLst/>
          </a:prstGeom>
          <a:noFill/>
          <a:ln>
            <a:noFill/>
          </a:ln>
        </p:spPr>
        <p:txBody>
          <a:bodyPr wrap="none" rtlCol="0" anchor="t">
            <a:spAutoFit/>
          </a:bodyPr>
          <a:lstStyle/>
          <a:p>
            <a:pPr algn="ctr"/>
            <a:r>
              <a:rPr lang="zh-CN" altLang="en-US" sz="2400" b="1">
                <a:solidFill>
                  <a:schemeClr val="accent1"/>
                </a:solidFill>
                <a:effectLst>
                  <a:outerShdw blurRad="38100" dist="25400" dir="5400000" algn="ctr" rotWithShape="0">
                    <a:srgbClr val="6E747A">
                      <a:alpha val="43000"/>
                      <a:alpha val="43000"/>
                    </a:srgbClr>
                  </a:outerShdw>
                </a:effectLst>
              </a:rPr>
              <a:t>雨转晴</a:t>
            </a:r>
          </a:p>
        </p:txBody>
      </p:sp>
      <p:sp>
        <p:nvSpPr>
          <p:cNvPr id="20" name="矩形 19"/>
          <p:cNvSpPr/>
          <p:nvPr/>
        </p:nvSpPr>
        <p:spPr>
          <a:xfrm>
            <a:off x="3557905" y="4711065"/>
            <a:ext cx="793750" cy="460375"/>
          </a:xfrm>
          <a:prstGeom prst="rect">
            <a:avLst/>
          </a:prstGeom>
          <a:noFill/>
          <a:ln>
            <a:noFill/>
          </a:ln>
        </p:spPr>
        <p:txBody>
          <a:bodyPr wrap="none" rtlCol="0" anchor="t">
            <a:spAutoFit/>
          </a:bodyPr>
          <a:lstStyle/>
          <a:p>
            <a:pPr algn="ctr"/>
            <a:r>
              <a:rPr lang="zh-CN" altLang="en-US" sz="2400" b="1">
                <a:solidFill>
                  <a:schemeClr val="accent1"/>
                </a:solidFill>
                <a:effectLst>
                  <a:outerShdw blurRad="38100" dist="25400" dir="5400000" algn="ctr" rotWithShape="0">
                    <a:srgbClr val="6E747A">
                      <a:alpha val="43000"/>
                      <a:alpha val="43000"/>
                    </a:srgbClr>
                  </a:outerShdw>
                </a:effectLst>
              </a:rPr>
              <a:t>阴天</a:t>
            </a:r>
          </a:p>
        </p:txBody>
      </p:sp>
      <p:sp>
        <p:nvSpPr>
          <p:cNvPr id="21" name="矩形 20"/>
          <p:cNvSpPr/>
          <p:nvPr/>
        </p:nvSpPr>
        <p:spPr>
          <a:xfrm>
            <a:off x="5497195" y="4711065"/>
            <a:ext cx="793750" cy="460375"/>
          </a:xfrm>
          <a:prstGeom prst="rect">
            <a:avLst/>
          </a:prstGeom>
          <a:noFill/>
          <a:ln>
            <a:noFill/>
          </a:ln>
        </p:spPr>
        <p:txBody>
          <a:bodyPr wrap="none" rtlCol="0" anchor="t">
            <a:spAutoFit/>
          </a:bodyPr>
          <a:lstStyle/>
          <a:p>
            <a:pPr algn="ctr"/>
            <a:r>
              <a:rPr lang="zh-CN" altLang="en-US" sz="2400" b="1">
                <a:solidFill>
                  <a:schemeClr val="accent1"/>
                </a:solidFill>
                <a:effectLst>
                  <a:outerShdw blurRad="38100" dist="25400" dir="5400000" algn="ctr" rotWithShape="0">
                    <a:srgbClr val="6E747A">
                      <a:alpha val="43000"/>
                      <a:alpha val="43000"/>
                    </a:srgbClr>
                  </a:outerShdw>
                </a:effectLst>
              </a:rPr>
              <a:t>多云</a:t>
            </a:r>
          </a:p>
        </p:txBody>
      </p:sp>
      <p:sp>
        <p:nvSpPr>
          <p:cNvPr id="22" name="矩形 21"/>
          <p:cNvSpPr/>
          <p:nvPr/>
        </p:nvSpPr>
        <p:spPr>
          <a:xfrm>
            <a:off x="7335520" y="4734560"/>
            <a:ext cx="1404620" cy="460375"/>
          </a:xfrm>
          <a:prstGeom prst="rect">
            <a:avLst/>
          </a:prstGeom>
          <a:noFill/>
          <a:ln>
            <a:noFill/>
          </a:ln>
        </p:spPr>
        <p:txBody>
          <a:bodyPr wrap="none" rtlCol="0" anchor="t">
            <a:spAutoFit/>
          </a:bodyPr>
          <a:lstStyle/>
          <a:p>
            <a:pPr algn="ctr"/>
            <a:r>
              <a:rPr lang="zh-CN" altLang="en-US" sz="2400" b="1">
                <a:solidFill>
                  <a:schemeClr val="accent1"/>
                </a:solidFill>
                <a:effectLst>
                  <a:outerShdw blurRad="38100" dist="25400" dir="5400000" algn="ctr" rotWithShape="0">
                    <a:srgbClr val="6E747A">
                      <a:alpha val="43000"/>
                      <a:alpha val="43000"/>
                    </a:srgbClr>
                  </a:outerShdw>
                </a:effectLst>
              </a:rPr>
              <a:t>雨后彩虹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0170833 0 L 0.922292 9.25926e-05 " pathEditMode="relative" rAng="0" ptsTypes="">
                                      <p:cBhvr>
                                        <p:cTn id="6" dur="500" fill="hold"/>
                                        <p:tgtEl>
                                          <p:spTgt spid="96"/>
                                        </p:tgtEl>
                                        <p:attrNameLst>
                                          <p:attrName>ppt_x</p:attrName>
                                          <p:attrName>ppt_y</p:attrName>
                                        </p:attrNameLst>
                                      </p:cBhvr>
                                      <p:rCtr x="36100" y="100"/>
                                    </p:animMotion>
                                  </p:childTnLst>
                                </p:cTn>
                              </p:par>
                              <p:par>
                                <p:cTn id="7" presetID="22" presetClass="entr" presetSubtype="8"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
                                        <p:tgtEl>
                                          <p:spTgt spid="5"/>
                                        </p:tgtEl>
                                      </p:cBhvr>
                                    </p:animEffect>
                                  </p:childTnLst>
                                  <p:subTnLst>
                                    <p:audio>
                                      <p:cMediaNode>
                                        <p:cTn display="1" masterRel="sameClick">
                                          <p:stCondLst>
                                            <p:cond evt="begin" delay="0">
                                              <p:tn val="7"/>
                                            </p:cond>
                                          </p:stCondLst>
                                          <p:endCondLst>
                                            <p:cond evt="onStopAudio" delay="0">
                                              <p:tgtEl>
                                                <p:sldTgt/>
                                              </p:tgtEl>
                                            </p:cond>
                                          </p:endCondLst>
                                        </p:cTn>
                                        <p:tgtEl>
                                          <p:sndTgt r:embed="rId2" name="click.wav"/>
                                        </p:tgtEl>
                                      </p:cMediaNode>
                                    </p:audio>
                                  </p:subTnLst>
                                </p:cTn>
                              </p:par>
                              <p:par>
                                <p:cTn id="10" presetID="22" presetClass="entr" presetSubtype="8" fill="hold" nodeType="withEffect">
                                  <p:stCondLst>
                                    <p:cond delay="20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3" grpId="0"/>
      <p:bldP spid="3" grpId="1"/>
      <p:bldP spid="17" grpId="0"/>
      <p:bldP spid="17" grpId="1"/>
      <p:bldP spid="19" grpId="0"/>
      <p:bldP spid="19" grpId="1"/>
      <p:bldP spid="20" grpId="0"/>
      <p:bldP spid="20" grpId="1"/>
      <p:bldP spid="21" grpId="0"/>
      <p:bldP spid="21" grpId="1"/>
      <p:bldP spid="22" grpId="0"/>
      <p:bldP spid="2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493250" y="3423285"/>
            <a:ext cx="2311400" cy="1878965"/>
          </a:xfrm>
          <a:prstGeom prst="roundRect">
            <a:avLst/>
          </a:prstGeom>
          <a:blipFill>
            <a:blip r:embed="rId3">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387985" y="3423285"/>
            <a:ext cx="2311400" cy="1878965"/>
          </a:xfrm>
          <a:prstGeom prst="roundRect">
            <a:avLst/>
          </a:prstGeom>
          <a:blipFill>
            <a:blip r:embed="rId4">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367790" y="3061335"/>
            <a:ext cx="3208020" cy="2602865"/>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16190" y="3061335"/>
            <a:ext cx="3208020" cy="2602865"/>
          </a:xfrm>
          <a:prstGeom prst="roundRect">
            <a:avLst/>
          </a:prstGeom>
          <a:blipFill>
            <a:blip r:embed="rId6">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3119755" y="2280920"/>
            <a:ext cx="5952490" cy="4163695"/>
          </a:xfrm>
          <a:prstGeom prst="roundRect">
            <a:avLst/>
          </a:prstGeom>
          <a:blipFill>
            <a:blip r:embed="rId7">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pic>
        <p:nvPicPr>
          <p:cNvPr id="2" name="图片 1" descr="1"/>
          <p:cNvPicPr>
            <a:picLocks noChangeAspect="1"/>
          </p:cNvPicPr>
          <p:nvPr/>
        </p:nvPicPr>
        <p:blipFill>
          <a:blip r:embed="rId8"/>
          <a:stretch>
            <a:fillRect/>
          </a:stretch>
        </p:blipFill>
        <p:spPr>
          <a:xfrm>
            <a:off x="10718800" y="0"/>
            <a:ext cx="1459230" cy="1459230"/>
          </a:xfrm>
          <a:prstGeom prst="rect">
            <a:avLst/>
          </a:prstGeom>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3"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5" name="mei"/>
          <p:cNvGrpSpPr/>
          <p:nvPr/>
        </p:nvGrpSpPr>
        <p:grpSpPr>
          <a:xfrm>
            <a:off x="4265459" y="702310"/>
            <a:ext cx="3777553" cy="1172210"/>
            <a:chOff x="12466" y="1589"/>
            <a:chExt cx="2942" cy="1789"/>
          </a:xfrm>
          <a:solidFill>
            <a:srgbClr val="207793"/>
          </a:solidFill>
        </p:grpSpPr>
        <p:sp>
          <p:nvSpPr>
            <p:cNvPr id="26" name="圆角矩形 25"/>
            <p:cNvSpPr/>
            <p:nvPr/>
          </p:nvSpPr>
          <p:spPr>
            <a:xfrm>
              <a:off x="12467" y="1589"/>
              <a:ext cx="2941" cy="1789"/>
            </a:xfrm>
            <a:prstGeom prst="roundRect">
              <a:avLst/>
            </a:prstGeom>
            <a:solidFill>
              <a:srgbClr val="9F31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66" y="1674"/>
              <a:ext cx="2942" cy="1644"/>
            </a:xfrm>
            <a:prstGeom prst="rect">
              <a:avLst/>
            </a:prstGeom>
            <a:noFill/>
            <a:extLst>
              <a:ext uri="{909E8E84-426E-40DD-AFC4-6F175D3DCCD1}">
                <a14:hiddenFill xmlns:a14="http://schemas.microsoft.com/office/drawing/2010/main">
                  <a:grpFill/>
                </a14:hiddenFill>
              </a:ext>
            </a:extLst>
          </p:spPr>
          <p:txBody>
            <a:bodyPr wrap="square">
              <a:spAutoFit/>
            </a:bodyPr>
            <a:lstStyle/>
            <a:p>
              <a:pPr lvl="0" algn="ctr">
                <a:buClrTx/>
                <a:buSzTx/>
                <a:buFontTx/>
                <a:defRPr/>
              </a:pPr>
              <a:r>
                <a:rPr lang="en-US" sz="3200" b="1"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wěndìng</a:t>
              </a:r>
              <a:endParaRPr 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稳定</a:t>
              </a:r>
              <a:endParaRPr lang="zh-CN"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493250" y="3423285"/>
            <a:ext cx="2311400" cy="1878965"/>
          </a:xfrm>
          <a:prstGeom prst="roundRect">
            <a:avLst/>
          </a:prstGeom>
          <a:blipFill>
            <a:blip r:embed="rId3">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387985" y="3423285"/>
            <a:ext cx="2311400" cy="1878965"/>
          </a:xfrm>
          <a:prstGeom prst="roundRect">
            <a:avLst/>
          </a:prstGeom>
          <a:blipFill>
            <a:blip r:embed="rId4">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367790" y="3061335"/>
            <a:ext cx="3208020" cy="2602865"/>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16190" y="3061335"/>
            <a:ext cx="3208020" cy="2602865"/>
          </a:xfrm>
          <a:prstGeom prst="roundRect">
            <a:avLst/>
          </a:prstGeom>
          <a:blipFill>
            <a:blip r:embed="rId6">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3119755" y="2280920"/>
            <a:ext cx="5952490" cy="4163695"/>
          </a:xfrm>
          <a:prstGeom prst="roundRect">
            <a:avLst/>
          </a:prstGeom>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2400" dirty="0"/>
              <a:t>现在大家都要考公务员</a:t>
            </a:r>
            <a:r>
              <a:rPr lang="en-US" altLang="zh-CN" sz="2400" dirty="0"/>
              <a:t>，</a:t>
            </a:r>
            <a:r>
              <a:rPr lang="zh-CN" altLang="en-US" sz="2400" dirty="0"/>
              <a:t>因为工作</a:t>
            </a:r>
            <a:r>
              <a:rPr lang="zh-CN" altLang="en-US" sz="2400" dirty="0">
                <a:solidFill>
                  <a:srgbClr val="FF0000"/>
                </a:solidFill>
              </a:rPr>
              <a:t>稳定</a:t>
            </a:r>
            <a:r>
              <a:rPr lang="en-US" altLang="zh-CN" sz="2400" dirty="0"/>
              <a:t>。</a:t>
            </a:r>
          </a:p>
          <a:p>
            <a:pPr algn="ctr"/>
            <a:endParaRPr lang="en-US" altLang="zh-CN" sz="2400" dirty="0"/>
          </a:p>
          <a:p>
            <a:pPr algn="ctr"/>
            <a:r>
              <a:rPr lang="zh-CN" altLang="en-US" sz="2400" dirty="0"/>
              <a:t>我们交朋友</a:t>
            </a:r>
            <a:r>
              <a:rPr lang="en-US" altLang="zh-CN" sz="2400" dirty="0"/>
              <a:t>，</a:t>
            </a:r>
            <a:r>
              <a:rPr lang="zh-CN" altLang="en-US" sz="2400" dirty="0"/>
              <a:t>一定要找情绪</a:t>
            </a:r>
            <a:r>
              <a:rPr lang="zh-CN" altLang="en-US" sz="2400" dirty="0">
                <a:solidFill>
                  <a:srgbClr val="FF0000"/>
                </a:solidFill>
              </a:rPr>
              <a:t>稳定</a:t>
            </a:r>
            <a:r>
              <a:rPr lang="zh-CN" altLang="en-US" sz="2400" dirty="0"/>
              <a:t>的人。</a:t>
            </a:r>
          </a:p>
          <a:p>
            <a:pPr algn="ctr"/>
            <a:endParaRPr lang="zh-CN" altLang="en-US" sz="2400" dirty="0"/>
          </a:p>
          <a:p>
            <a:pPr algn="ctr"/>
            <a:r>
              <a:rPr lang="zh-CN" altLang="en-US" sz="2400" dirty="0"/>
              <a:t>请你一定要</a:t>
            </a:r>
            <a:r>
              <a:rPr lang="zh-CN" altLang="en-US" sz="2400" dirty="0">
                <a:solidFill>
                  <a:srgbClr val="FF0000"/>
                </a:solidFill>
              </a:rPr>
              <a:t>稳定</a:t>
            </a:r>
            <a:r>
              <a:rPr lang="zh-CN" altLang="en-US" sz="2400" dirty="0"/>
              <a:t>住大家的情绪</a:t>
            </a:r>
            <a:r>
              <a:rPr lang="en-US" altLang="zh-CN" sz="2400" dirty="0"/>
              <a:t>。                         </a:t>
            </a:r>
          </a:p>
        </p:txBody>
      </p:sp>
      <p:pic>
        <p:nvPicPr>
          <p:cNvPr id="2" name="图片 1" descr="1"/>
          <p:cNvPicPr>
            <a:picLocks noChangeAspect="1"/>
          </p:cNvPicPr>
          <p:nvPr/>
        </p:nvPicPr>
        <p:blipFill>
          <a:blip r:embed="rId7"/>
          <a:stretch>
            <a:fillRect/>
          </a:stretch>
        </p:blipFill>
        <p:spPr>
          <a:xfrm>
            <a:off x="10718800" y="0"/>
            <a:ext cx="1459230" cy="1459230"/>
          </a:xfrm>
          <a:prstGeom prst="rect">
            <a:avLst/>
          </a:prstGeom>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3"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5" name="mei"/>
          <p:cNvGrpSpPr/>
          <p:nvPr/>
        </p:nvGrpSpPr>
        <p:grpSpPr>
          <a:xfrm>
            <a:off x="4265459" y="702310"/>
            <a:ext cx="3777553" cy="1172210"/>
            <a:chOff x="12466" y="1589"/>
            <a:chExt cx="2942" cy="1789"/>
          </a:xfrm>
          <a:solidFill>
            <a:srgbClr val="207793"/>
          </a:solidFill>
        </p:grpSpPr>
        <p:sp>
          <p:nvSpPr>
            <p:cNvPr id="26" name="圆角矩形 25"/>
            <p:cNvSpPr/>
            <p:nvPr/>
          </p:nvSpPr>
          <p:spPr>
            <a:xfrm>
              <a:off x="12467" y="1589"/>
              <a:ext cx="2941" cy="1789"/>
            </a:xfrm>
            <a:prstGeom prst="roundRect">
              <a:avLst/>
            </a:prstGeom>
            <a:solidFill>
              <a:srgbClr val="9F31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66" y="1674"/>
              <a:ext cx="2942" cy="1644"/>
            </a:xfrm>
            <a:prstGeom prst="rect">
              <a:avLst/>
            </a:prstGeom>
            <a:noFill/>
            <a:extLst>
              <a:ext uri="{909E8E84-426E-40DD-AFC4-6F175D3DCCD1}">
                <a14:hiddenFill xmlns:a14="http://schemas.microsoft.com/office/drawing/2010/main">
                  <a:grpFill/>
                </a14:hiddenFill>
              </a:ext>
            </a:extLst>
          </p:spPr>
          <p:txBody>
            <a:bodyPr wrap="square">
              <a:spAutoFit/>
            </a:bodyPr>
            <a:lstStyle/>
            <a:p>
              <a:pPr lvl="0" algn="ctr">
                <a:buClrTx/>
                <a:buSzTx/>
                <a:buFontTx/>
                <a:defRPr/>
              </a:pPr>
              <a:r>
                <a:rPr lang="en-US" sz="3200" b="1"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wěndìng</a:t>
              </a:r>
              <a:endParaRPr 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稳定</a:t>
              </a:r>
              <a:endParaRPr lang="zh-CN"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491980" y="3472815"/>
            <a:ext cx="2313940" cy="1881505"/>
          </a:xfrm>
          <a:prstGeom prst="roundRect">
            <a:avLst/>
          </a:prstGeom>
          <a:blipFill>
            <a:blip r:embed="rId2">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386715" y="3472815"/>
            <a:ext cx="2313940" cy="1881505"/>
          </a:xfrm>
          <a:prstGeom prst="roundRect">
            <a:avLst/>
          </a:prstGeom>
          <a:blipFill>
            <a:blip r:embed="rId3">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364615" y="3108960"/>
            <a:ext cx="3214370" cy="2607945"/>
          </a:xfrm>
          <a:prstGeom prst="roundRect">
            <a:avLst/>
          </a:prstGeom>
          <a:blipFill>
            <a:blip r:embed="rId4">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613015" y="3108960"/>
            <a:ext cx="3214370" cy="2607945"/>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3114040" y="2327910"/>
            <a:ext cx="5963920" cy="4171950"/>
          </a:xfrm>
          <a:prstGeom prst="roundRect">
            <a:avLst/>
          </a:prstGeom>
          <a:blipFill>
            <a:blip r:embed="rId6">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1"/>
          <p:cNvPicPr>
            <a:picLocks noChangeAspect="1"/>
          </p:cNvPicPr>
          <p:nvPr/>
        </p:nvPicPr>
        <p:blipFill>
          <a:blip r:embed="rId7"/>
          <a:stretch>
            <a:fillRect/>
          </a:stretch>
        </p:blipFill>
        <p:spPr>
          <a:xfrm>
            <a:off x="10718800" y="0"/>
            <a:ext cx="1459230" cy="1459230"/>
          </a:xfrm>
          <a:prstGeom prst="rect">
            <a:avLst/>
          </a:prstGeom>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3"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5" name="mei"/>
          <p:cNvGrpSpPr/>
          <p:nvPr/>
        </p:nvGrpSpPr>
        <p:grpSpPr>
          <a:xfrm>
            <a:off x="4265459" y="702310"/>
            <a:ext cx="3777553" cy="1172210"/>
            <a:chOff x="12466" y="1589"/>
            <a:chExt cx="2942" cy="1789"/>
          </a:xfrm>
          <a:solidFill>
            <a:srgbClr val="207793"/>
          </a:solidFill>
        </p:grpSpPr>
        <p:sp>
          <p:nvSpPr>
            <p:cNvPr id="26" name="圆角矩形 25"/>
            <p:cNvSpPr/>
            <p:nvPr/>
          </p:nvSpPr>
          <p:spPr>
            <a:xfrm>
              <a:off x="12467" y="1589"/>
              <a:ext cx="2941" cy="1789"/>
            </a:xfrm>
            <a:prstGeom prst="roundRect">
              <a:avLst/>
            </a:prstGeom>
            <a:solidFill>
              <a:srgbClr val="9F31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66" y="1674"/>
              <a:ext cx="2942" cy="1644"/>
            </a:xfrm>
            <a:prstGeom prst="rect">
              <a:avLst/>
            </a:prstGeom>
            <a:noFill/>
            <a:extLst>
              <a:ext uri="{909E8E84-426E-40DD-AFC4-6F175D3DCCD1}">
                <a14:hiddenFill xmlns:a14="http://schemas.microsoft.com/office/drawing/2010/main">
                  <a:grpFill/>
                </a14:hiddenFill>
              </a:ext>
            </a:extLst>
          </p:spPr>
          <p:txBody>
            <a:bodyPr wrap="square">
              <a:spAutoFit/>
            </a:bodyPr>
            <a:lstStyle/>
            <a:p>
              <a:pPr lvl="0" algn="ctr">
                <a:buClrTx/>
                <a:buSzTx/>
                <a:buFontTx/>
                <a:defRPr/>
              </a:pPr>
              <a:r>
                <a:rPr lang="en-US" sz="3200" b="1"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fānchuán</a:t>
              </a:r>
              <a:endParaRPr 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帆船</a:t>
              </a:r>
              <a:endParaRPr lang="zh-CN"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455785" y="3411855"/>
            <a:ext cx="2386330" cy="1939925"/>
          </a:xfrm>
          <a:prstGeom prst="roundRect">
            <a:avLst/>
          </a:prstGeom>
          <a:blipFill>
            <a:blip r:embed="rId2">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350520" y="3411855"/>
            <a:ext cx="2386330" cy="1939925"/>
          </a:xfrm>
          <a:prstGeom prst="roundRect">
            <a:avLst/>
          </a:prstGeom>
          <a:blipFill>
            <a:blip r:embed="rId3">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315085" y="3037205"/>
            <a:ext cx="3313430" cy="2688590"/>
          </a:xfrm>
          <a:prstGeom prst="roundRect">
            <a:avLst/>
          </a:prstGeom>
          <a:blipFill>
            <a:blip r:embed="rId4">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563485" y="3037205"/>
            <a:ext cx="3313430" cy="2688590"/>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3022600" y="2231390"/>
            <a:ext cx="6146800" cy="4300220"/>
          </a:xfrm>
          <a:prstGeom prst="roundRect">
            <a:avLst/>
          </a:prstGeom>
          <a:blipFill>
            <a:blip r:embed="rId6">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1"/>
          <p:cNvPicPr>
            <a:picLocks noChangeAspect="1"/>
          </p:cNvPicPr>
          <p:nvPr/>
        </p:nvPicPr>
        <p:blipFill>
          <a:blip r:embed="rId7"/>
          <a:stretch>
            <a:fillRect/>
          </a:stretch>
        </p:blipFill>
        <p:spPr>
          <a:xfrm>
            <a:off x="10718800" y="0"/>
            <a:ext cx="1459230" cy="1459230"/>
          </a:xfrm>
          <a:prstGeom prst="rect">
            <a:avLst/>
          </a:prstGeom>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3"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5" name="mei"/>
          <p:cNvGrpSpPr/>
          <p:nvPr/>
        </p:nvGrpSpPr>
        <p:grpSpPr>
          <a:xfrm>
            <a:off x="4265459" y="702310"/>
            <a:ext cx="3777553" cy="1172210"/>
            <a:chOff x="12466" y="1589"/>
            <a:chExt cx="2942" cy="1789"/>
          </a:xfrm>
          <a:solidFill>
            <a:srgbClr val="207793"/>
          </a:solidFill>
        </p:grpSpPr>
        <p:sp>
          <p:nvSpPr>
            <p:cNvPr id="26" name="圆角矩形 25"/>
            <p:cNvSpPr/>
            <p:nvPr/>
          </p:nvSpPr>
          <p:spPr>
            <a:xfrm>
              <a:off x="12467" y="1589"/>
              <a:ext cx="2941" cy="1789"/>
            </a:xfrm>
            <a:prstGeom prst="roundRect">
              <a:avLst/>
            </a:prstGeom>
            <a:solidFill>
              <a:srgbClr val="9F31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66" y="1674"/>
              <a:ext cx="2942" cy="1644"/>
            </a:xfrm>
            <a:prstGeom prst="rect">
              <a:avLst/>
            </a:prstGeom>
            <a:noFill/>
            <a:extLst>
              <a:ext uri="{909E8E84-426E-40DD-AFC4-6F175D3DCCD1}">
                <a14:hiddenFill xmlns:a14="http://schemas.microsoft.com/office/drawing/2010/main">
                  <a:grpFill/>
                </a14:hiddenFill>
              </a:ext>
            </a:extLst>
          </p:spPr>
          <p:txBody>
            <a:bodyPr wrap="square">
              <a:spAutoFit/>
            </a:bodyPr>
            <a:lstStyle/>
            <a:p>
              <a:pPr lvl="0" algn="ctr">
                <a:buClrTx/>
                <a:buSzTx/>
                <a:buFontTx/>
                <a:defRPr/>
              </a:pPr>
              <a:r>
                <a:rPr lang="en-US" sz="3200" b="1"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sōu</a:t>
              </a:r>
              <a:endParaRPr 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艘</a:t>
              </a:r>
              <a:endParaRPr lang="zh-CN"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455785" y="3411855"/>
            <a:ext cx="2386330" cy="1939925"/>
          </a:xfrm>
          <a:prstGeom prst="roundRect">
            <a:avLst/>
          </a:prstGeom>
          <a:blipFill>
            <a:blip r:embed="rId2">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350520" y="3411855"/>
            <a:ext cx="2386330" cy="1939925"/>
          </a:xfrm>
          <a:prstGeom prst="roundRect">
            <a:avLst/>
          </a:prstGeom>
          <a:blipFill>
            <a:blip r:embed="rId3">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315085" y="3037205"/>
            <a:ext cx="3313430" cy="2688590"/>
          </a:xfrm>
          <a:prstGeom prst="roundRect">
            <a:avLst/>
          </a:prstGeom>
          <a:blipFill>
            <a:blip r:embed="rId4">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563485" y="3037205"/>
            <a:ext cx="3313430" cy="2688590"/>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3022600" y="2231390"/>
            <a:ext cx="6146800" cy="4300220"/>
          </a:xfrm>
          <a:prstGeom prst="roundRect">
            <a:avLst/>
          </a:prstGeom>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4000"/>
              <a:t>量词</a:t>
            </a:r>
          </a:p>
          <a:p>
            <a:pPr algn="ctr"/>
            <a:r>
              <a:rPr lang="zh-CN" altLang="en-US" sz="4000"/>
              <a:t>一艘轮船</a:t>
            </a:r>
          </a:p>
          <a:p>
            <a:pPr algn="ctr"/>
            <a:r>
              <a:rPr lang="zh-CN" altLang="en-US" sz="4000"/>
              <a:t>一艘帆船</a:t>
            </a:r>
          </a:p>
        </p:txBody>
      </p:sp>
      <p:pic>
        <p:nvPicPr>
          <p:cNvPr id="2" name="图片 1" descr="1"/>
          <p:cNvPicPr>
            <a:picLocks noChangeAspect="1"/>
          </p:cNvPicPr>
          <p:nvPr/>
        </p:nvPicPr>
        <p:blipFill>
          <a:blip r:embed="rId6"/>
          <a:stretch>
            <a:fillRect/>
          </a:stretch>
        </p:blipFill>
        <p:spPr>
          <a:xfrm>
            <a:off x="10718800" y="0"/>
            <a:ext cx="1459230" cy="1459230"/>
          </a:xfrm>
          <a:prstGeom prst="rect">
            <a:avLst/>
          </a:prstGeom>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3"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5" name="mei"/>
          <p:cNvGrpSpPr/>
          <p:nvPr/>
        </p:nvGrpSpPr>
        <p:grpSpPr>
          <a:xfrm>
            <a:off x="4265459" y="702310"/>
            <a:ext cx="3777553" cy="1172210"/>
            <a:chOff x="12466" y="1589"/>
            <a:chExt cx="2942" cy="1789"/>
          </a:xfrm>
          <a:solidFill>
            <a:srgbClr val="207793"/>
          </a:solidFill>
        </p:grpSpPr>
        <p:sp>
          <p:nvSpPr>
            <p:cNvPr id="26" name="圆角矩形 25"/>
            <p:cNvSpPr/>
            <p:nvPr/>
          </p:nvSpPr>
          <p:spPr>
            <a:xfrm>
              <a:off x="12467" y="1589"/>
              <a:ext cx="2941" cy="1789"/>
            </a:xfrm>
            <a:prstGeom prst="roundRect">
              <a:avLst/>
            </a:prstGeom>
            <a:solidFill>
              <a:srgbClr val="9F31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66" y="1674"/>
              <a:ext cx="2942" cy="1644"/>
            </a:xfrm>
            <a:prstGeom prst="rect">
              <a:avLst/>
            </a:prstGeom>
            <a:noFill/>
            <a:extLst>
              <a:ext uri="{909E8E84-426E-40DD-AFC4-6F175D3DCCD1}">
                <a14:hiddenFill xmlns:a14="http://schemas.microsoft.com/office/drawing/2010/main">
                  <a:grpFill/>
                </a14:hiddenFill>
              </a:ext>
            </a:extLst>
          </p:spPr>
          <p:txBody>
            <a:bodyPr wrap="square">
              <a:spAutoFit/>
            </a:bodyPr>
            <a:lstStyle/>
            <a:p>
              <a:pPr lvl="0" algn="ctr">
                <a:buClrTx/>
                <a:buSzTx/>
                <a:buFontTx/>
                <a:defRPr/>
              </a:pPr>
              <a:r>
                <a:rPr lang="en-US" sz="3200" b="1"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sōu</a:t>
              </a:r>
              <a:endParaRPr 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艘</a:t>
              </a:r>
              <a:endParaRPr lang="zh-CN"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474835" y="3320415"/>
            <a:ext cx="2348230" cy="1908810"/>
          </a:xfrm>
          <a:prstGeom prst="roundRect">
            <a:avLst/>
          </a:prstGeom>
          <a:blipFill>
            <a:blip r:embed="rId2">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369570" y="3320415"/>
            <a:ext cx="2348230" cy="1908810"/>
          </a:xfrm>
          <a:prstGeom prst="roundRect">
            <a:avLst/>
          </a:prstGeom>
          <a:blipFill>
            <a:blip r:embed="rId3">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343025" y="2952750"/>
            <a:ext cx="3257550" cy="2643505"/>
          </a:xfrm>
          <a:prstGeom prst="roundRect">
            <a:avLst/>
          </a:prstGeom>
          <a:blipFill>
            <a:blip r:embed="rId4">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591425" y="2952750"/>
            <a:ext cx="3257550" cy="2643505"/>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3072765" y="2170521"/>
            <a:ext cx="6046470" cy="4229735"/>
          </a:xfrm>
          <a:prstGeom prst="roundRect">
            <a:avLst/>
          </a:prstGeom>
          <a:blipFill>
            <a:blip r:embed="rId6">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1"/>
          <p:cNvPicPr>
            <a:picLocks noChangeAspect="1"/>
          </p:cNvPicPr>
          <p:nvPr/>
        </p:nvPicPr>
        <p:blipFill>
          <a:blip r:embed="rId7"/>
          <a:stretch>
            <a:fillRect/>
          </a:stretch>
        </p:blipFill>
        <p:spPr>
          <a:xfrm>
            <a:off x="10718800" y="0"/>
            <a:ext cx="1459230" cy="1459230"/>
          </a:xfrm>
          <a:prstGeom prst="rect">
            <a:avLst/>
          </a:prstGeom>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3"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5" name="mei"/>
          <p:cNvGrpSpPr/>
          <p:nvPr/>
        </p:nvGrpSpPr>
        <p:grpSpPr>
          <a:xfrm>
            <a:off x="4265459" y="702310"/>
            <a:ext cx="3777553" cy="1172210"/>
            <a:chOff x="12466" y="1589"/>
            <a:chExt cx="2942" cy="1789"/>
          </a:xfrm>
          <a:solidFill>
            <a:srgbClr val="207793"/>
          </a:solidFill>
        </p:grpSpPr>
        <p:sp>
          <p:nvSpPr>
            <p:cNvPr id="26" name="圆角矩形 25"/>
            <p:cNvSpPr/>
            <p:nvPr/>
          </p:nvSpPr>
          <p:spPr>
            <a:xfrm>
              <a:off x="12467" y="1589"/>
              <a:ext cx="2941" cy="1789"/>
            </a:xfrm>
            <a:prstGeom prst="roundRect">
              <a:avLst/>
            </a:prstGeom>
            <a:solidFill>
              <a:srgbClr val="9F31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66" y="1674"/>
              <a:ext cx="2942" cy="1644"/>
            </a:xfrm>
            <a:prstGeom prst="rect">
              <a:avLst/>
            </a:prstGeom>
            <a:noFill/>
            <a:extLst>
              <a:ext uri="{909E8E84-426E-40DD-AFC4-6F175D3DCCD1}">
                <a14:hiddenFill xmlns:a14="http://schemas.microsoft.com/office/drawing/2010/main">
                  <a:grpFill/>
                </a14:hiddenFill>
              </a:ext>
            </a:extLst>
          </p:spPr>
          <p:txBody>
            <a:bodyPr wrap="square">
              <a:spAutoFit/>
            </a:bodyPr>
            <a:lstStyle/>
            <a:p>
              <a:pPr lvl="0" algn="ctr">
                <a:buClrTx/>
                <a:buSzTx/>
                <a:buFontTx/>
                <a:defRPr/>
              </a:pPr>
              <a:r>
                <a:rPr lang="en-US" sz="3200" b="1"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hángxíng</a:t>
              </a:r>
              <a:endParaRPr 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mn-ea"/>
                </a:rPr>
                <a:t>航行</a:t>
              </a:r>
            </a:p>
          </p:txBody>
        </p:sp>
      </p:gr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438640" y="3233420"/>
            <a:ext cx="2420620" cy="1967230"/>
          </a:xfrm>
          <a:prstGeom prst="roundRect">
            <a:avLst/>
          </a:prstGeom>
          <a:blipFill>
            <a:blip r:embed="rId2">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333375" y="3233420"/>
            <a:ext cx="2420620" cy="1967230"/>
          </a:xfrm>
          <a:prstGeom prst="roundRect">
            <a:avLst/>
          </a:prstGeom>
          <a:blipFill>
            <a:blip r:embed="rId3">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290955" y="2853055"/>
            <a:ext cx="3361690" cy="2727325"/>
          </a:xfrm>
          <a:prstGeom prst="roundRect">
            <a:avLst/>
          </a:prstGeom>
          <a:blipFill>
            <a:blip r:embed="rId4">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539355" y="2853055"/>
            <a:ext cx="3361690" cy="2727325"/>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2977515" y="2035175"/>
            <a:ext cx="6236970" cy="4363720"/>
          </a:xfrm>
          <a:prstGeom prst="roundRect">
            <a:avLst/>
          </a:prstGeom>
          <a:blipFill>
            <a:blip r:embed="rId6">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1"/>
          <p:cNvPicPr>
            <a:picLocks noChangeAspect="1"/>
          </p:cNvPicPr>
          <p:nvPr/>
        </p:nvPicPr>
        <p:blipFill>
          <a:blip r:embed="rId7"/>
          <a:stretch>
            <a:fillRect/>
          </a:stretch>
        </p:blipFill>
        <p:spPr>
          <a:xfrm>
            <a:off x="10718800" y="0"/>
            <a:ext cx="1459230" cy="1459230"/>
          </a:xfrm>
          <a:prstGeom prst="rect">
            <a:avLst/>
          </a:prstGeom>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3"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5" name="mei"/>
          <p:cNvGrpSpPr/>
          <p:nvPr/>
        </p:nvGrpSpPr>
        <p:grpSpPr>
          <a:xfrm>
            <a:off x="4265459" y="702310"/>
            <a:ext cx="3777553" cy="1172210"/>
            <a:chOff x="12466" y="1589"/>
            <a:chExt cx="2942" cy="1789"/>
          </a:xfrm>
          <a:solidFill>
            <a:srgbClr val="207793"/>
          </a:solidFill>
        </p:grpSpPr>
        <p:sp>
          <p:nvSpPr>
            <p:cNvPr id="26" name="圆角矩形 25"/>
            <p:cNvSpPr/>
            <p:nvPr/>
          </p:nvSpPr>
          <p:spPr>
            <a:xfrm>
              <a:off x="12467" y="1589"/>
              <a:ext cx="2941" cy="1789"/>
            </a:xfrm>
            <a:prstGeom prst="roundRect">
              <a:avLst/>
            </a:prstGeom>
            <a:solidFill>
              <a:srgbClr val="9F31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66" y="1674"/>
              <a:ext cx="2942" cy="1644"/>
            </a:xfrm>
            <a:prstGeom prst="rect">
              <a:avLst/>
            </a:prstGeom>
            <a:noFill/>
            <a:extLst>
              <a:ext uri="{909E8E84-426E-40DD-AFC4-6F175D3DCCD1}">
                <a14:hiddenFill xmlns:a14="http://schemas.microsoft.com/office/drawing/2010/main">
                  <a:grpFill/>
                </a14:hiddenFill>
              </a:ext>
            </a:extLst>
          </p:spPr>
          <p:txBody>
            <a:bodyPr wrap="square">
              <a:spAutoFit/>
            </a:bodyPr>
            <a:lstStyle/>
            <a:p>
              <a:pPr lvl="0" algn="ctr">
                <a:buClrTx/>
                <a:buSzTx/>
                <a:buFontTx/>
                <a:defRPr/>
              </a:pPr>
              <a:r>
                <a:rPr lang="en-US" sz="3200" b="1"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èrshǒu</a:t>
              </a:r>
              <a:endParaRPr 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二手</a:t>
              </a:r>
              <a:endParaRPr lang="zh-CN"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spd="med" advTm="360094">
        <p159:morph option="byObject"/>
      </p:transition>
    </mc:Choice>
    <mc:Fallback xmlns="">
      <p:transition spd="med" advTm="360094">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9438640" y="3233420"/>
            <a:ext cx="2420620" cy="1967230"/>
          </a:xfrm>
          <a:prstGeom prst="roundRect">
            <a:avLst/>
          </a:prstGeom>
          <a:blipFill>
            <a:blip r:embed="rId2">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333375" y="3233420"/>
            <a:ext cx="2420620" cy="1967230"/>
          </a:xfrm>
          <a:prstGeom prst="roundRect">
            <a:avLst/>
          </a:prstGeom>
          <a:blipFill>
            <a:blip r:embed="rId3">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290955" y="2853055"/>
            <a:ext cx="3361690" cy="2727325"/>
          </a:xfrm>
          <a:prstGeom prst="roundRect">
            <a:avLst/>
          </a:prstGeom>
          <a:blipFill>
            <a:blip r:embed="rId4">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7539355" y="2853055"/>
            <a:ext cx="3361690" cy="2727325"/>
          </a:xfrm>
          <a:prstGeom prst="roundRect">
            <a:avLst/>
          </a:prstGeom>
          <a:blipFill>
            <a:blip r:embed="rId5">
              <a:extLst>
                <a:ext uri="{28A0092B-C50C-407E-A947-70E740481C1C}">
                  <a14:useLocalDpi xmlns:a14="http://schemas.microsoft.com/office/drawing/2010/main" val="0"/>
                </a:ext>
              </a:extLst>
            </a:blip>
            <a:stretch>
              <a:fillRect/>
            </a:stretch>
          </a:blipFill>
          <a:ln>
            <a:noFill/>
          </a:ln>
          <a:effectLst>
            <a:reflection stA="16000" endPos="6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2977515" y="2035175"/>
            <a:ext cx="6236970" cy="4363720"/>
          </a:xfrm>
          <a:prstGeom prst="roundRect">
            <a:avLst/>
          </a:prstGeom>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3600"/>
              <a:t>二手车</a:t>
            </a:r>
          </a:p>
          <a:p>
            <a:pPr algn="ctr"/>
            <a:r>
              <a:rPr lang="zh-CN" altLang="en-US" sz="3600"/>
              <a:t>二手房</a:t>
            </a:r>
          </a:p>
          <a:p>
            <a:pPr algn="ctr"/>
            <a:r>
              <a:rPr lang="zh-CN" altLang="en-US" sz="3600"/>
              <a:t>第二手资料</a:t>
            </a:r>
          </a:p>
        </p:txBody>
      </p:sp>
      <p:pic>
        <p:nvPicPr>
          <p:cNvPr id="2" name="图片 1" descr="1"/>
          <p:cNvPicPr>
            <a:picLocks noChangeAspect="1"/>
          </p:cNvPicPr>
          <p:nvPr/>
        </p:nvPicPr>
        <p:blipFill>
          <a:blip r:embed="rId6"/>
          <a:stretch>
            <a:fillRect/>
          </a:stretch>
        </p:blipFill>
        <p:spPr>
          <a:xfrm>
            <a:off x="10718800" y="0"/>
            <a:ext cx="1459230" cy="1459230"/>
          </a:xfrm>
          <a:prstGeom prst="rect">
            <a:avLst/>
          </a:prstGeom>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3"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grpSp>
        <p:nvGrpSpPr>
          <p:cNvPr id="25" name="mei"/>
          <p:cNvGrpSpPr/>
          <p:nvPr/>
        </p:nvGrpSpPr>
        <p:grpSpPr>
          <a:xfrm>
            <a:off x="4265459" y="702310"/>
            <a:ext cx="3777553" cy="1172210"/>
            <a:chOff x="12466" y="1589"/>
            <a:chExt cx="2942" cy="1789"/>
          </a:xfrm>
          <a:solidFill>
            <a:srgbClr val="207793"/>
          </a:solidFill>
        </p:grpSpPr>
        <p:sp>
          <p:nvSpPr>
            <p:cNvPr id="26" name="圆角矩形 25"/>
            <p:cNvSpPr/>
            <p:nvPr/>
          </p:nvSpPr>
          <p:spPr>
            <a:xfrm>
              <a:off x="12467" y="1589"/>
              <a:ext cx="2941" cy="1789"/>
            </a:xfrm>
            <a:prstGeom prst="roundRect">
              <a:avLst/>
            </a:prstGeom>
            <a:solidFill>
              <a:srgbClr val="9F31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12466" y="1674"/>
              <a:ext cx="2942" cy="1644"/>
            </a:xfrm>
            <a:prstGeom prst="rect">
              <a:avLst/>
            </a:prstGeom>
            <a:noFill/>
            <a:extLst>
              <a:ext uri="{909E8E84-426E-40DD-AFC4-6F175D3DCCD1}">
                <a14:hiddenFill xmlns:a14="http://schemas.microsoft.com/office/drawing/2010/main">
                  <a:grpFill/>
                </a14:hiddenFill>
              </a:ext>
            </a:extLst>
          </p:spPr>
          <p:txBody>
            <a:bodyPr wrap="square">
              <a:spAutoFit/>
            </a:bodyPr>
            <a:lstStyle/>
            <a:p>
              <a:pPr lvl="0" algn="ctr">
                <a:buClrTx/>
                <a:buSzTx/>
                <a:buFontTx/>
                <a:defRPr/>
              </a:pPr>
              <a:r>
                <a:rPr lang="en-US" sz="3200" b="1" dirty="0" err="1">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èrshǒu</a:t>
              </a:r>
              <a:endParaRPr lang="en-US" sz="3200" b="1" dirty="0">
                <a:solidFill>
                  <a:schemeClr val="bg1"/>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二手</a:t>
              </a:r>
              <a:endParaRPr lang="zh-CN" sz="3200" b="1" noProof="0" dirty="0">
                <a:ln>
                  <a:noFill/>
                </a:ln>
                <a:solidFill>
                  <a:schemeClr val="bg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spd="med" advTm="360094">
        <p159:morph option="byObject"/>
      </p:transition>
    </mc:Choice>
    <mc:Fallback xmlns="">
      <p:transition spd="med" advTm="360094">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C:\Users\Administrator\Desktop\小红书\对外汉语战略搞钱计划\教学素材\图片素材\123.png123"/>
          <p:cNvPicPr>
            <a:picLocks noChangeAspect="1"/>
          </p:cNvPicPr>
          <p:nvPr>
            <p:custDataLst>
              <p:tags r:id="rId1"/>
            </p:custDataLst>
          </p:nvPr>
        </p:nvPicPr>
        <p:blipFill>
          <a:blip r:embed="rId6"/>
          <a:srcRect/>
          <a:stretch>
            <a:fillRect/>
          </a:stretch>
        </p:blipFill>
        <p:spPr>
          <a:xfrm>
            <a:off x="4252278" y="-23495"/>
            <a:ext cx="7938770" cy="6815455"/>
          </a:xfrm>
          <a:prstGeom prst="rect">
            <a:avLst/>
          </a:prstGeom>
        </p:spPr>
      </p:pic>
      <p:pic>
        <p:nvPicPr>
          <p:cNvPr id="5" name="图片 4" descr="fsg"/>
          <p:cNvPicPr>
            <a:picLocks noChangeAspect="1"/>
          </p:cNvPicPr>
          <p:nvPr>
            <p:custDataLst>
              <p:tags r:id="rId2"/>
            </p:custDataLst>
          </p:nvPr>
        </p:nvPicPr>
        <p:blipFill rotWithShape="1">
          <a:blip r:embed="rId7">
            <a:extLst>
              <a:ext uri="{BEBA8EAE-BF5A-486C-A8C5-ECC9F3942E4B}">
                <a14:imgProps xmlns:a14="http://schemas.microsoft.com/office/drawing/2010/main">
                  <a14:imgLayer r:embed="rId8">
                    <a14:imgEffect>
                      <a14:backgroundRemoval t="9779" b="98370" l="9827" r="97374">
                        <a14:foregroundMark x1="69542" y1="28522" x2="73818" y2="38533"/>
                        <a14:foregroundMark x1="85746" y1="31898" x2="93248" y2="42375"/>
                        <a14:foregroundMark x1="71268" y1="70198" x2="80195" y2="69616"/>
                        <a14:foregroundMark x1="59190" y1="52154" x2="62341" y2="53318"/>
                        <a14:foregroundMark x1="95499" y1="73341" x2="97449" y2="73807"/>
                        <a14:foregroundMark x1="77419" y1="98370" x2="77569" y2="95343"/>
                        <a14:backgroundMark x1="79445" y1="42724" x2="80270" y2="43539"/>
                      </a14:backgroundRemoval>
                    </a14:imgEffect>
                  </a14:imgLayer>
                </a14:imgProps>
              </a:ext>
            </a:extLst>
          </a:blip>
          <a:srcRect l="56490" t="2462"/>
          <a:stretch>
            <a:fillRect/>
          </a:stretch>
        </p:blipFill>
        <p:spPr>
          <a:xfrm flipH="1">
            <a:off x="-59363" y="139579"/>
            <a:ext cx="4383355" cy="6331865"/>
          </a:xfrm>
          <a:prstGeom prst="rect">
            <a:avLst/>
          </a:prstGeom>
        </p:spPr>
      </p:pic>
      <p:pic>
        <p:nvPicPr>
          <p:cNvPr id="10" name="图片 9"/>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7960360" y="2228278"/>
            <a:ext cx="3020060" cy="1840739"/>
          </a:xfrm>
          <a:prstGeom prst="rect">
            <a:avLst/>
          </a:prstGeom>
        </p:spPr>
      </p:pic>
      <p:sp>
        <p:nvSpPr>
          <p:cNvPr id="12" name="文本框 11"/>
          <p:cNvSpPr txBox="1"/>
          <p:nvPr/>
        </p:nvSpPr>
        <p:spPr>
          <a:xfrm>
            <a:off x="7688262" y="4542155"/>
            <a:ext cx="3664099" cy="2123658"/>
          </a:xfrm>
          <a:prstGeom prst="rect">
            <a:avLst/>
          </a:prstGeom>
          <a:noFill/>
        </p:spPr>
        <p:txBody>
          <a:bodyPr wrap="square" rtlCol="0">
            <a:spAutoFit/>
          </a:bodyPr>
          <a:lstStyle/>
          <a:p>
            <a:pPr lvl="0" algn="ctr">
              <a:buClrTx/>
              <a:buSzTx/>
              <a:buFontTx/>
              <a:defRPr/>
            </a:pPr>
            <a:r>
              <a:rPr lang="en-US" sz="6600" b="1" dirty="0" err="1">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cǎihóng</a:t>
            </a:r>
            <a:endParaRPr lang="en-US" sz="6600" b="1" dirty="0">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6600" b="1" noProof="0" dirty="0">
                <a:ln>
                  <a:noFill/>
                </a:ln>
                <a:solidFill>
                  <a:schemeClr val="tx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彩虹</a:t>
            </a:r>
            <a:endParaRPr lang="zh-CN" sz="6600" b="1" noProof="0" dirty="0">
              <a:ln>
                <a:noFill/>
              </a:ln>
              <a:solidFill>
                <a:schemeClr val="tx1"/>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pic>
        <p:nvPicPr>
          <p:cNvPr id="4" name="图片 3"/>
          <p:cNvPicPr>
            <a:picLocks noChangeAspect="1"/>
          </p:cNvPicPr>
          <p:nvPr/>
        </p:nvPicPr>
        <p:blipFill>
          <a:blip r:embed="rId10"/>
          <a:stretch>
            <a:fillRect/>
          </a:stretch>
        </p:blipFill>
        <p:spPr>
          <a:xfrm>
            <a:off x="2326595" y="1724926"/>
            <a:ext cx="885052" cy="889496"/>
          </a:xfrm>
          <a:prstGeom prst="ellipse">
            <a:avLst/>
          </a:prstGeom>
        </p:spPr>
      </p:pic>
      <p:pic>
        <p:nvPicPr>
          <p:cNvPr id="6" name="图片 5"/>
          <p:cNvPicPr>
            <a:picLocks noChangeAspect="1"/>
          </p:cNvPicPr>
          <p:nvPr/>
        </p:nvPicPr>
        <p:blipFill>
          <a:blip r:embed="rId10"/>
          <a:stretch>
            <a:fillRect/>
          </a:stretch>
        </p:blipFill>
        <p:spPr>
          <a:xfrm>
            <a:off x="828229" y="2015711"/>
            <a:ext cx="763151" cy="766960"/>
          </a:xfrm>
          <a:prstGeom prst="ellipse">
            <a:avLst/>
          </a:prstGeom>
        </p:spPr>
      </p:pic>
      <p:pic>
        <p:nvPicPr>
          <p:cNvPr id="3" name="图片 2" descr="C:\Users\Administrator\Desktop\我1.png我1"/>
          <p:cNvPicPr>
            <a:picLocks noChangeAspect="1"/>
          </p:cNvPicPr>
          <p:nvPr/>
        </p:nvPicPr>
        <p:blipFill>
          <a:blip r:embed="rId11"/>
          <a:srcRect/>
          <a:stretch>
            <a:fillRect/>
          </a:stretch>
        </p:blipFill>
        <p:spPr>
          <a:xfrm>
            <a:off x="10719753" y="0"/>
            <a:ext cx="1459230" cy="1459230"/>
          </a:xfrm>
          <a:prstGeom prst="rect">
            <a:avLst/>
          </a:prstGeom>
        </p:spPr>
      </p:pic>
      <p:sp>
        <p:nvSpPr>
          <p:cNvPr id="2"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8"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 fill="hold"/>
                                        <p:tgtEl>
                                          <p:spTgt spid="4"/>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2000" fill="hold"/>
                                        <p:tgtEl>
                                          <p:spTgt spid="6"/>
                                        </p:tgtEl>
                                        <p:attrNameLst>
                                          <p:attrName>r</p:attrName>
                                        </p:attrNameLst>
                                      </p:cBhvr>
                                    </p:animRo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subTnLst>
                                    <p:audio>
                                      <p:cMediaNode>
                                        <p:cTn display="1" masterRel="sameClick">
                                          <p:stCondLst>
                                            <p:cond evt="begin" delay="0">
                                              <p:tn val="11"/>
                                            </p:cond>
                                          </p:stCondLst>
                                          <p:endCondLst>
                                            <p:cond evt="onStopAudio" delay="0">
                                              <p:tgtEl>
                                                <p:sldTgt/>
                                              </p:tgtEl>
                                            </p:cond>
                                          </p:endCondLst>
                                        </p:cTn>
                                        <p:tgtEl>
                                          <p:sndTgt r:embed="rId5" name="voltage.wav"/>
                                        </p:tgtEl>
                                      </p:cMediaNode>
                                    </p:audio>
                                  </p:sub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C:\Users\Administrator\Desktop\小红书\对外汉语战略搞钱计划\教学素材\图片素材\123.png123"/>
          <p:cNvPicPr>
            <a:picLocks noChangeAspect="1"/>
          </p:cNvPicPr>
          <p:nvPr>
            <p:custDataLst>
              <p:tags r:id="rId1"/>
            </p:custDataLst>
          </p:nvPr>
        </p:nvPicPr>
        <p:blipFill>
          <a:blip r:embed="rId6"/>
          <a:srcRect/>
          <a:stretch>
            <a:fillRect/>
          </a:stretch>
        </p:blipFill>
        <p:spPr>
          <a:xfrm>
            <a:off x="4252278" y="-23495"/>
            <a:ext cx="7938135" cy="6815455"/>
          </a:xfrm>
          <a:prstGeom prst="rect">
            <a:avLst/>
          </a:prstGeom>
        </p:spPr>
      </p:pic>
      <p:pic>
        <p:nvPicPr>
          <p:cNvPr id="5" name="图片 4" descr="fsg"/>
          <p:cNvPicPr>
            <a:picLocks noChangeAspect="1"/>
          </p:cNvPicPr>
          <p:nvPr>
            <p:custDataLst>
              <p:tags r:id="rId2"/>
            </p:custDataLst>
          </p:nvPr>
        </p:nvPicPr>
        <p:blipFill rotWithShape="1">
          <a:blip r:embed="rId7">
            <a:extLst>
              <a:ext uri="{BEBA8EAE-BF5A-486C-A8C5-ECC9F3942E4B}">
                <a14:imgProps xmlns:a14="http://schemas.microsoft.com/office/drawing/2010/main">
                  <a14:imgLayer r:embed="rId8">
                    <a14:imgEffect>
                      <a14:backgroundRemoval t="9779" b="98370" l="9827" r="97374">
                        <a14:foregroundMark x1="69542" y1="28522" x2="73818" y2="38533"/>
                        <a14:foregroundMark x1="85746" y1="31898" x2="93248" y2="42375"/>
                        <a14:foregroundMark x1="71268" y1="70198" x2="80195" y2="69616"/>
                        <a14:foregroundMark x1="59190" y1="52154" x2="62341" y2="53318"/>
                        <a14:foregroundMark x1="95499" y1="73341" x2="97449" y2="73807"/>
                        <a14:foregroundMark x1="77419" y1="98370" x2="77569" y2="95343"/>
                        <a14:backgroundMark x1="79445" y1="42724" x2="80270" y2="43539"/>
                      </a14:backgroundRemoval>
                    </a14:imgEffect>
                  </a14:imgLayer>
                </a14:imgProps>
              </a:ext>
            </a:extLst>
          </a:blip>
          <a:srcRect l="56490" t="2462"/>
          <a:stretch>
            <a:fillRect/>
          </a:stretch>
        </p:blipFill>
        <p:spPr>
          <a:xfrm flipH="1">
            <a:off x="-59363" y="139579"/>
            <a:ext cx="4383355" cy="6331865"/>
          </a:xfrm>
          <a:prstGeom prst="rect">
            <a:avLst/>
          </a:prstGeom>
        </p:spPr>
      </p:pic>
      <p:pic>
        <p:nvPicPr>
          <p:cNvPr id="10" name="图片 9"/>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7523288" y="1006468"/>
            <a:ext cx="4392295" cy="2673570"/>
          </a:xfrm>
          <a:prstGeom prst="rect">
            <a:avLst/>
          </a:prstGeom>
        </p:spPr>
      </p:pic>
      <p:sp>
        <p:nvSpPr>
          <p:cNvPr id="12" name="文本框 11"/>
          <p:cNvSpPr txBox="1"/>
          <p:nvPr/>
        </p:nvSpPr>
        <p:spPr>
          <a:xfrm>
            <a:off x="7890828" y="4231640"/>
            <a:ext cx="3971290" cy="2123658"/>
          </a:xfrm>
          <a:prstGeom prst="rect">
            <a:avLst/>
          </a:prstGeom>
          <a:noFill/>
        </p:spPr>
        <p:txBody>
          <a:bodyPr wrap="square" rtlCol="0">
            <a:spAutoFit/>
          </a:bodyPr>
          <a:lstStyle/>
          <a:p>
            <a:pPr lvl="0" algn="ctr">
              <a:buClrTx/>
              <a:buSzTx/>
              <a:buFontTx/>
              <a:defRPr/>
            </a:pPr>
            <a:r>
              <a:rPr lang="en-US" sz="6600" b="1" dirty="0" err="1">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shūshì</a:t>
            </a:r>
            <a:endParaRPr lang="en-US" sz="6600" b="1" dirty="0">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buClrTx/>
              <a:buSzTx/>
              <a:buFontTx/>
              <a:defRPr/>
            </a:pPr>
            <a:r>
              <a:rPr lang="zh-CN" altLang="en-US" sz="6600" b="1" noProof="0" dirty="0">
                <a:ln>
                  <a:noFill/>
                </a:ln>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舒适</a:t>
            </a:r>
            <a:endParaRPr lang="zh-CN" sz="6600" b="1" noProof="0" dirty="0">
              <a:ln>
                <a:noFill/>
              </a:ln>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pic>
        <p:nvPicPr>
          <p:cNvPr id="4" name="图片 3"/>
          <p:cNvPicPr>
            <a:picLocks noChangeAspect="1"/>
          </p:cNvPicPr>
          <p:nvPr/>
        </p:nvPicPr>
        <p:blipFill>
          <a:blip r:embed="rId10"/>
          <a:stretch>
            <a:fillRect/>
          </a:stretch>
        </p:blipFill>
        <p:spPr>
          <a:xfrm>
            <a:off x="2326595" y="1724926"/>
            <a:ext cx="885052" cy="889496"/>
          </a:xfrm>
          <a:prstGeom prst="ellipse">
            <a:avLst/>
          </a:prstGeom>
        </p:spPr>
      </p:pic>
      <p:pic>
        <p:nvPicPr>
          <p:cNvPr id="6" name="图片 5"/>
          <p:cNvPicPr>
            <a:picLocks noChangeAspect="1"/>
          </p:cNvPicPr>
          <p:nvPr/>
        </p:nvPicPr>
        <p:blipFill>
          <a:blip r:embed="rId10"/>
          <a:stretch>
            <a:fillRect/>
          </a:stretch>
        </p:blipFill>
        <p:spPr>
          <a:xfrm>
            <a:off x="828229" y="2015711"/>
            <a:ext cx="763151" cy="766960"/>
          </a:xfrm>
          <a:prstGeom prst="ellipse">
            <a:avLst/>
          </a:prstGeom>
        </p:spPr>
      </p:pic>
      <p:pic>
        <p:nvPicPr>
          <p:cNvPr id="3" name="图片 2" descr="C:\Users\Administrator\Desktop\我1.png我1"/>
          <p:cNvPicPr>
            <a:picLocks noChangeAspect="1"/>
          </p:cNvPicPr>
          <p:nvPr/>
        </p:nvPicPr>
        <p:blipFill>
          <a:blip r:embed="rId11"/>
          <a:srcRect/>
          <a:stretch>
            <a:fillRect/>
          </a:stretch>
        </p:blipFill>
        <p:spPr>
          <a:xfrm>
            <a:off x="10719753" y="0"/>
            <a:ext cx="1459230" cy="1459230"/>
          </a:xfrm>
          <a:prstGeom prst="rect">
            <a:avLst/>
          </a:prstGeom>
        </p:spPr>
      </p:pic>
      <p:sp>
        <p:nvSpPr>
          <p:cNvPr id="2"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8"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sp>
        <p:nvSpPr>
          <p:cNvPr id="7" name="文本框 6"/>
          <p:cNvSpPr txBox="1"/>
          <p:nvPr/>
        </p:nvSpPr>
        <p:spPr>
          <a:xfrm>
            <a:off x="3812540" y="4504055"/>
            <a:ext cx="4566285" cy="1198880"/>
          </a:xfrm>
          <a:prstGeom prst="rect">
            <a:avLst/>
          </a:prstGeom>
          <a:noFill/>
        </p:spPr>
        <p:txBody>
          <a:bodyPr wrap="square" rtlCol="0">
            <a:spAutoFit/>
          </a:bodyPr>
          <a:lstStyle/>
          <a:p>
            <a:r>
              <a:rPr lang="zh-CN" altLang="en-US" sz="2400"/>
              <a:t>这个床软软的</a:t>
            </a:r>
            <a:r>
              <a:rPr lang="en-US" altLang="zh-CN" sz="2400"/>
              <a:t>，</a:t>
            </a:r>
            <a:r>
              <a:rPr lang="zh-CN" altLang="en-US" sz="2400"/>
              <a:t>让人感到很舒适</a:t>
            </a:r>
            <a:r>
              <a:rPr lang="en-US" altLang="zh-CN" sz="2400"/>
              <a:t>。</a:t>
            </a:r>
          </a:p>
          <a:p>
            <a:endParaRPr lang="en-US" altLang="zh-CN" sz="2400"/>
          </a:p>
          <a:p>
            <a:r>
              <a:rPr lang="zh-CN" altLang="en-US" sz="2400"/>
              <a:t>舒适的温度</a:t>
            </a:r>
            <a:r>
              <a:rPr lang="en-US" altLang="zh-CN" sz="2400"/>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 fill="hold"/>
                                        <p:tgtEl>
                                          <p:spTgt spid="4"/>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2000" fill="hold"/>
                                        <p:tgtEl>
                                          <p:spTgt spid="6"/>
                                        </p:tgtEl>
                                        <p:attrNameLst>
                                          <p:attrName>r</p:attrName>
                                        </p:attrNameLst>
                                      </p:cBhvr>
                                    </p:animRo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subTnLst>
                                    <p:audio>
                                      <p:cMediaNode>
                                        <p:cTn display="1" masterRel="sameClick">
                                          <p:stCondLst>
                                            <p:cond evt="begin" delay="0">
                                              <p:tn val="11"/>
                                            </p:cond>
                                          </p:stCondLst>
                                          <p:endCondLst>
                                            <p:cond evt="onStopAudio" delay="0">
                                              <p:tgtEl>
                                                <p:sldTgt/>
                                              </p:tgtEl>
                                            </p:cond>
                                          </p:endCondLst>
                                        </p:cTn>
                                        <p:tgtEl>
                                          <p:sndTgt r:embed="rId5" name="voltage.wav"/>
                                        </p:tgtEl>
                                      </p:cMediaNode>
                                    </p:audio>
                                  </p:sub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p:bldP spid="7"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719580" y="138430"/>
            <a:ext cx="2216785" cy="3194050"/>
            <a:chOff x="304" y="2028"/>
            <a:chExt cx="3491" cy="5030"/>
          </a:xfrm>
        </p:grpSpPr>
        <p:grpSp>
          <p:nvGrpSpPr>
            <p:cNvPr id="43" name="组合 42"/>
            <p:cNvGrpSpPr/>
            <p:nvPr/>
          </p:nvGrpSpPr>
          <p:grpSpPr>
            <a:xfrm>
              <a:off x="330" y="2028"/>
              <a:ext cx="3465" cy="5030"/>
              <a:chOff x="1486086" y="120403"/>
              <a:chExt cx="2200089" cy="3194297"/>
            </a:xfrm>
          </p:grpSpPr>
          <p:sp>
            <p:nvSpPr>
              <p:cNvPr id="44"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9" name="文本框 7"/>
            <p:cNvSpPr txBox="1"/>
            <p:nvPr/>
          </p:nvSpPr>
          <p:spPr>
            <a:xfrm>
              <a:off x="304" y="4252"/>
              <a:ext cx="349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稳定</a:t>
              </a:r>
              <a:endParaRPr lang="zh-CN" altLang="en-US" sz="5400" b="1" noProof="0" dirty="0">
                <a:ln>
                  <a:noFill/>
                </a:ln>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adj. stable</a:t>
              </a:r>
            </a:p>
          </p:txBody>
        </p:sp>
      </p:grpSp>
      <p:sp>
        <p:nvSpPr>
          <p:cNvPr id="10" name="文本框 7"/>
          <p:cNvSpPr txBox="1"/>
          <p:nvPr/>
        </p:nvSpPr>
        <p:spPr>
          <a:xfrm>
            <a:off x="1676400" y="874395"/>
            <a:ext cx="2386965"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wěndìng</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grpSp>
        <p:nvGrpSpPr>
          <p:cNvPr id="4" name="组合 3"/>
          <p:cNvGrpSpPr/>
          <p:nvPr/>
        </p:nvGrpSpPr>
        <p:grpSpPr>
          <a:xfrm>
            <a:off x="8374380" y="165100"/>
            <a:ext cx="2200275" cy="3194050"/>
            <a:chOff x="9330" y="2028"/>
            <a:chExt cx="3465" cy="5030"/>
          </a:xfrm>
        </p:grpSpPr>
        <p:grpSp>
          <p:nvGrpSpPr>
            <p:cNvPr id="57" name="组合 56"/>
            <p:cNvGrpSpPr/>
            <p:nvPr/>
          </p:nvGrpSpPr>
          <p:grpSpPr>
            <a:xfrm>
              <a:off x="9330" y="2028"/>
              <a:ext cx="3465" cy="5030"/>
              <a:chOff x="1486086" y="120403"/>
              <a:chExt cx="2200089" cy="3194297"/>
            </a:xfrm>
          </p:grpSpPr>
          <p:sp>
            <p:nvSpPr>
              <p:cNvPr id="5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60" name="文本框 7"/>
            <p:cNvSpPr txBox="1"/>
            <p:nvPr/>
          </p:nvSpPr>
          <p:spPr>
            <a:xfrm>
              <a:off x="9404" y="4206"/>
              <a:ext cx="3353"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艘</a:t>
              </a:r>
              <a:endParaRPr lang="zh-CN" altLang="en-US" sz="5400" b="1" noProof="0" dirty="0">
                <a:ln>
                  <a:noFill/>
                </a:ln>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m. used for boats/ships</a:t>
              </a:r>
            </a:p>
          </p:txBody>
        </p:sp>
      </p:grpSp>
      <p:sp>
        <p:nvSpPr>
          <p:cNvPr id="62" name="文本框 7"/>
          <p:cNvSpPr txBox="1"/>
          <p:nvPr/>
        </p:nvSpPr>
        <p:spPr>
          <a:xfrm>
            <a:off x="8281669" y="863600"/>
            <a:ext cx="2385695"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sōu</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6" name="组合 5"/>
          <p:cNvGrpSpPr/>
          <p:nvPr/>
        </p:nvGrpSpPr>
        <p:grpSpPr>
          <a:xfrm>
            <a:off x="5026660" y="127635"/>
            <a:ext cx="2209165" cy="3258820"/>
            <a:chOff x="9330" y="2028"/>
            <a:chExt cx="3479" cy="5132"/>
          </a:xfrm>
        </p:grpSpPr>
        <p:grpSp>
          <p:nvGrpSpPr>
            <p:cNvPr id="7" name="组合 6"/>
            <p:cNvGrpSpPr/>
            <p:nvPr/>
          </p:nvGrpSpPr>
          <p:grpSpPr>
            <a:xfrm>
              <a:off x="9330" y="2028"/>
              <a:ext cx="3465" cy="5030"/>
              <a:chOff x="1486086" y="120403"/>
              <a:chExt cx="2200089" cy="3194297"/>
            </a:xfrm>
          </p:grpSpPr>
          <p:sp>
            <p:nvSpPr>
              <p:cNvPr id="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12" name="文本框 7"/>
            <p:cNvSpPr txBox="1"/>
            <p:nvPr/>
          </p:nvSpPr>
          <p:spPr>
            <a:xfrm>
              <a:off x="9330" y="4252"/>
              <a:ext cx="3479" cy="29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帆船</a:t>
              </a:r>
              <a:endParaRPr lang="zh-CN" sz="5400" b="1" noProof="0" dirty="0">
                <a:ln>
                  <a:noFill/>
                </a:ln>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sailing boat/ship</a:t>
              </a:r>
            </a:p>
            <a:p>
              <a:pPr marL="0" marR="0" lvl="0" indent="0" algn="ctr" defTabSz="914400" rtl="0" eaLnBrk="1" fontAlgn="auto" latinLnBrk="0" hangingPunct="1">
                <a:lnSpc>
                  <a:spcPct val="100000"/>
                </a:lnSpc>
                <a:spcBef>
                  <a:spcPts val="0"/>
                </a:spcBef>
                <a:spcAft>
                  <a:spcPts val="0"/>
                </a:spcAft>
                <a:buClrTx/>
                <a:buSzTx/>
                <a:buFontTx/>
                <a:buNone/>
                <a:defRPr/>
              </a:pPr>
              <a:endParaRPr lang="en-US" sz="2000" dirty="0">
                <a:latin typeface="Times New Roman" panose="02020603050405020304"/>
                <a:cs typeface="Times New Roman" panose="02020603050405020304"/>
              </a:endParaRPr>
            </a:p>
            <a:p>
              <a:pPr marL="0" marR="0" lvl="0" indent="0" algn="ctr" defTabSz="914400" rtl="0" eaLnBrk="1" fontAlgn="auto" latinLnBrk="0" hangingPunct="1">
                <a:lnSpc>
                  <a:spcPct val="100000"/>
                </a:lnSpc>
                <a:spcBef>
                  <a:spcPts val="0"/>
                </a:spcBef>
                <a:spcAft>
                  <a:spcPts val="0"/>
                </a:spcAft>
                <a:buClrTx/>
                <a:buSzTx/>
                <a:buFontTx/>
                <a:buNone/>
                <a:defRPr/>
              </a:pPr>
              <a:endParaRPr lang="zh-CN" sz="2000" b="1" noProof="0" dirty="0">
                <a:ln>
                  <a:noFill/>
                </a:ln>
                <a:effectLst/>
                <a:uLnTx/>
                <a:uFillTx/>
                <a:latin typeface="华文细黑" panose="02010600040101010101" pitchFamily="2" charset="-122"/>
                <a:ea typeface="华文细黑" panose="02010600040101010101" pitchFamily="2" charset="-122"/>
                <a:sym typeface="+mn-ea"/>
              </a:endParaRPr>
            </a:p>
          </p:txBody>
        </p:sp>
      </p:grpSp>
      <p:sp>
        <p:nvSpPr>
          <p:cNvPr id="13" name="文本框 7"/>
          <p:cNvSpPr txBox="1"/>
          <p:nvPr/>
        </p:nvSpPr>
        <p:spPr>
          <a:xfrm>
            <a:off x="5038725" y="863600"/>
            <a:ext cx="2195195" cy="584775"/>
          </a:xfrm>
          <a:prstGeom prst="rect">
            <a:avLst/>
          </a:prstGeom>
          <a:noFill/>
        </p:spPr>
        <p:txBody>
          <a:bodyPr wrap="square">
            <a:spAutoFit/>
          </a:bodyPr>
          <a:lstStyle/>
          <a:p>
            <a:pPr algn="ct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fānchuán</a:t>
            </a:r>
            <a:endPar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25" name="组合 24"/>
          <p:cNvGrpSpPr/>
          <p:nvPr/>
        </p:nvGrpSpPr>
        <p:grpSpPr>
          <a:xfrm>
            <a:off x="259080" y="3610610"/>
            <a:ext cx="2243455" cy="3194050"/>
            <a:chOff x="9262" y="2028"/>
            <a:chExt cx="3533" cy="5030"/>
          </a:xfrm>
        </p:grpSpPr>
        <p:grpSp>
          <p:nvGrpSpPr>
            <p:cNvPr id="26" name="组合 25"/>
            <p:cNvGrpSpPr/>
            <p:nvPr/>
          </p:nvGrpSpPr>
          <p:grpSpPr>
            <a:xfrm>
              <a:off x="9330" y="2028"/>
              <a:ext cx="3465" cy="5030"/>
              <a:chOff x="1486086" y="120403"/>
              <a:chExt cx="2200089" cy="3194297"/>
            </a:xfrm>
          </p:grpSpPr>
          <p:sp>
            <p:nvSpPr>
              <p:cNvPr id="27"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9" name="文本框 7"/>
            <p:cNvSpPr txBox="1"/>
            <p:nvPr/>
          </p:nvSpPr>
          <p:spPr>
            <a:xfrm>
              <a:off x="9262" y="4252"/>
              <a:ext cx="3532" cy="23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航行</a:t>
              </a: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a:p>
              <a:pPr lvl="0" algn="ctr">
                <a:defRPr/>
              </a:pPr>
              <a:r>
                <a:rPr lang="en-US" dirty="0">
                  <a:solidFill>
                    <a:schemeClr val="bg1"/>
                  </a:solidFill>
                  <a:latin typeface="Times New Roman" panose="02020603050405020304"/>
                  <a:cs typeface="Times New Roman" panose="02020603050405020304"/>
                  <a:sym typeface="Times New Roman" panose="02020603050405020304" pitchFamily="18" charset="0"/>
                </a:rPr>
                <a:t>v. to sail, to navigate by air or water</a:t>
              </a:r>
            </a:p>
          </p:txBody>
        </p:sp>
      </p:grpSp>
      <p:sp>
        <p:nvSpPr>
          <p:cNvPr id="37" name="文本框 7"/>
          <p:cNvSpPr txBox="1"/>
          <p:nvPr/>
        </p:nvSpPr>
        <p:spPr>
          <a:xfrm>
            <a:off x="34925" y="4429125"/>
            <a:ext cx="2754630"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hángxíng</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14" name="组合 13"/>
          <p:cNvGrpSpPr/>
          <p:nvPr/>
        </p:nvGrpSpPr>
        <p:grpSpPr>
          <a:xfrm>
            <a:off x="3586480" y="3628390"/>
            <a:ext cx="2229485" cy="3194050"/>
            <a:chOff x="4717" y="1909"/>
            <a:chExt cx="3511" cy="5030"/>
          </a:xfrm>
        </p:grpSpPr>
        <p:grpSp>
          <p:nvGrpSpPr>
            <p:cNvPr id="15" name="组合 14"/>
            <p:cNvGrpSpPr/>
            <p:nvPr/>
          </p:nvGrpSpPr>
          <p:grpSpPr>
            <a:xfrm>
              <a:off x="4718" y="1909"/>
              <a:ext cx="3465" cy="5030"/>
              <a:chOff x="1486086" y="120403"/>
              <a:chExt cx="2200089" cy="3194297"/>
            </a:xfrm>
          </p:grpSpPr>
          <p:sp>
            <p:nvSpPr>
              <p:cNvPr id="1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0" name="文本框 7"/>
            <p:cNvSpPr txBox="1"/>
            <p:nvPr/>
          </p:nvSpPr>
          <p:spPr>
            <a:xfrm>
              <a:off x="4717" y="4133"/>
              <a:ext cx="351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atin typeface="华文细黑" panose="02010600040101010101" pitchFamily="2" charset="-122"/>
                  <a:ea typeface="华文细黑" panose="02010600040101010101" pitchFamily="2" charset="-122"/>
                  <a:sym typeface="+mn-ea"/>
                </a:rPr>
                <a:t>二手</a:t>
              </a: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adj. second-hand</a:t>
              </a:r>
            </a:p>
          </p:txBody>
        </p:sp>
      </p:grpSp>
      <p:sp>
        <p:nvSpPr>
          <p:cNvPr id="21" name="文本框 7"/>
          <p:cNvSpPr txBox="1"/>
          <p:nvPr/>
        </p:nvSpPr>
        <p:spPr>
          <a:xfrm>
            <a:off x="3586480" y="4364355"/>
            <a:ext cx="2229485"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èrshǒu</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pic>
        <p:nvPicPr>
          <p:cNvPr id="34" name="图片 33" descr="1"/>
          <p:cNvPicPr>
            <a:picLocks noChangeAspect="1"/>
          </p:cNvPicPr>
          <p:nvPr/>
        </p:nvPicPr>
        <p:blipFill>
          <a:blip r:embed="rId6"/>
          <a:stretch>
            <a:fillRect/>
          </a:stretch>
        </p:blipFill>
        <p:spPr>
          <a:xfrm>
            <a:off x="10719753" y="0"/>
            <a:ext cx="1459230" cy="1459230"/>
          </a:xfrm>
          <a:prstGeom prst="rect">
            <a:avLst/>
          </a:prstGeom>
        </p:spPr>
      </p:pic>
      <p:grpSp>
        <p:nvGrpSpPr>
          <p:cNvPr id="3" name="组合 2"/>
          <p:cNvGrpSpPr/>
          <p:nvPr/>
        </p:nvGrpSpPr>
        <p:grpSpPr>
          <a:xfrm>
            <a:off x="6814820" y="3682896"/>
            <a:ext cx="2243455" cy="3194050"/>
            <a:chOff x="9262" y="2028"/>
            <a:chExt cx="3533" cy="5030"/>
          </a:xfrm>
        </p:grpSpPr>
        <p:grpSp>
          <p:nvGrpSpPr>
            <p:cNvPr id="17" name="组合 16"/>
            <p:cNvGrpSpPr/>
            <p:nvPr/>
          </p:nvGrpSpPr>
          <p:grpSpPr>
            <a:xfrm>
              <a:off x="9330" y="2028"/>
              <a:ext cx="3465" cy="5030"/>
              <a:chOff x="1486086" y="120403"/>
              <a:chExt cx="2200089" cy="3194297"/>
            </a:xfrm>
          </p:grpSpPr>
          <p:sp>
            <p:nvSpPr>
              <p:cNvPr id="22"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4" name="文本框 7"/>
            <p:cNvSpPr txBox="1"/>
            <p:nvPr/>
          </p:nvSpPr>
          <p:spPr>
            <a:xfrm>
              <a:off x="9262" y="4252"/>
              <a:ext cx="3532"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彩虹</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rainbow</a:t>
              </a:r>
            </a:p>
          </p:txBody>
        </p:sp>
      </p:grpSp>
      <p:sp>
        <p:nvSpPr>
          <p:cNvPr id="30" name="文本框 7"/>
          <p:cNvSpPr txBox="1"/>
          <p:nvPr/>
        </p:nvSpPr>
        <p:spPr>
          <a:xfrm>
            <a:off x="6590665" y="4501411"/>
            <a:ext cx="2754630"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cǎihóng</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31" name="组合 30"/>
          <p:cNvGrpSpPr/>
          <p:nvPr/>
        </p:nvGrpSpPr>
        <p:grpSpPr>
          <a:xfrm>
            <a:off x="9841230" y="3646170"/>
            <a:ext cx="2229485" cy="3194050"/>
            <a:chOff x="4717" y="1909"/>
            <a:chExt cx="3511" cy="5030"/>
          </a:xfrm>
        </p:grpSpPr>
        <p:grpSp>
          <p:nvGrpSpPr>
            <p:cNvPr id="32" name="组合 31"/>
            <p:cNvGrpSpPr/>
            <p:nvPr/>
          </p:nvGrpSpPr>
          <p:grpSpPr>
            <a:xfrm>
              <a:off x="4718" y="1909"/>
              <a:ext cx="3465" cy="5030"/>
              <a:chOff x="1486086" y="120403"/>
              <a:chExt cx="2200089" cy="3194297"/>
            </a:xfrm>
          </p:grpSpPr>
          <p:sp>
            <p:nvSpPr>
              <p:cNvPr id="33"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35" name="图片 3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36" name="文本框 7"/>
            <p:cNvSpPr txBox="1"/>
            <p:nvPr/>
          </p:nvSpPr>
          <p:spPr>
            <a:xfrm>
              <a:off x="4717" y="4133"/>
              <a:ext cx="3511"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舒适</a:t>
              </a: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adj. comfortable, cozy</a:t>
              </a:r>
            </a:p>
          </p:txBody>
        </p:sp>
      </p:grpSp>
      <p:sp>
        <p:nvSpPr>
          <p:cNvPr id="38" name="文本框 7"/>
          <p:cNvSpPr txBox="1"/>
          <p:nvPr/>
        </p:nvSpPr>
        <p:spPr>
          <a:xfrm>
            <a:off x="9841230" y="4382135"/>
            <a:ext cx="2229485"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shūshì</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spTree>
    <p:custDataLst>
      <p:tags r:id="rId1"/>
    </p:custDataLst>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7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5" presetClass="entr" presetSubtype="0" fill="hold" nodeType="afterEffect">
                                  <p:stCondLst>
                                    <p:cond delay="0"/>
                                  </p:stCondLst>
                                  <p:childTnLst>
                                    <p:set>
                                      <p:cBhvr>
                                        <p:cTn id="12" dur="500"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strVal val="#ppt_w*0.70"/>
                                          </p:val>
                                        </p:tav>
                                        <p:tav tm="100000">
                                          <p:val>
                                            <p:strVal val="#ppt_w"/>
                                          </p:val>
                                        </p:tav>
                                      </p:tavLst>
                                    </p:anim>
                                    <p:anim calcmode="lin" valueType="num">
                                      <p:cBhvr>
                                        <p:cTn id="14" dur="500" fill="hold"/>
                                        <p:tgtEl>
                                          <p:spTgt spid="6"/>
                                        </p:tgtEl>
                                        <p:attrNameLst>
                                          <p:attrName>ppt_h</p:attrName>
                                        </p:attrNameLst>
                                      </p:cBhvr>
                                      <p:tavLst>
                                        <p:tav tm="0">
                                          <p:val>
                                            <p:strVal val="#ppt_h"/>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55" presetClass="entr" presetSubtype="0" fill="hold" nodeType="afterEffect">
                                  <p:stCondLst>
                                    <p:cond delay="0"/>
                                  </p:stCondLst>
                                  <p:childTnLst>
                                    <p:set>
                                      <p:cBhvr>
                                        <p:cTn id="18" dur="500"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strVal val="#ppt_w*0.70"/>
                                          </p:val>
                                        </p:tav>
                                        <p:tav tm="100000">
                                          <p:val>
                                            <p:strVal val="#ppt_w"/>
                                          </p:val>
                                        </p:tav>
                                      </p:tavLst>
                                    </p:anim>
                                    <p:anim calcmode="lin" valueType="num">
                                      <p:cBhvr>
                                        <p:cTn id="20" dur="500" fill="hold"/>
                                        <p:tgtEl>
                                          <p:spTgt spid="4"/>
                                        </p:tgtEl>
                                        <p:attrNameLst>
                                          <p:attrName>ppt_h</p:attrName>
                                        </p:attrNameLst>
                                      </p:cBhvr>
                                      <p:tavLst>
                                        <p:tav tm="0">
                                          <p:val>
                                            <p:strVal val="#ppt_h"/>
                                          </p:val>
                                        </p:tav>
                                        <p:tav tm="100000">
                                          <p:val>
                                            <p:strVal val="#ppt_h"/>
                                          </p:val>
                                        </p:tav>
                                      </p:tavLst>
                                    </p:anim>
                                    <p:animEffect transition="in" filter="fade">
                                      <p:cBhvr>
                                        <p:cTn id="21" dur="500"/>
                                        <p:tgtEl>
                                          <p:spTgt spid="4"/>
                                        </p:tgtEl>
                                      </p:cBhvr>
                                    </p:animEffect>
                                  </p:childTnLst>
                                </p:cTn>
                              </p:par>
                            </p:childTnLst>
                          </p:cTn>
                        </p:par>
                        <p:par>
                          <p:cTn id="22" fill="hold">
                            <p:stCondLst>
                              <p:cond delay="1500"/>
                            </p:stCondLst>
                            <p:childTnLst>
                              <p:par>
                                <p:cTn id="23" presetID="55" presetClass="entr" presetSubtype="0" fill="hold" nodeType="afterEffect">
                                  <p:stCondLst>
                                    <p:cond delay="0"/>
                                  </p:stCondLst>
                                  <p:childTnLst>
                                    <p:set>
                                      <p:cBhvr>
                                        <p:cTn id="24" dur="500" fill="hold">
                                          <p:stCondLst>
                                            <p:cond delay="0"/>
                                          </p:stCondLst>
                                        </p:cTn>
                                        <p:tgtEl>
                                          <p:spTgt spid="25"/>
                                        </p:tgtEl>
                                        <p:attrNameLst>
                                          <p:attrName>style.visibility</p:attrName>
                                        </p:attrNameLst>
                                      </p:cBhvr>
                                      <p:to>
                                        <p:strVal val="visible"/>
                                      </p:to>
                                    </p:set>
                                    <p:anim calcmode="lin" valueType="num">
                                      <p:cBhvr>
                                        <p:cTn id="25" dur="500" fill="hold"/>
                                        <p:tgtEl>
                                          <p:spTgt spid="25"/>
                                        </p:tgtEl>
                                        <p:attrNameLst>
                                          <p:attrName>ppt_w</p:attrName>
                                        </p:attrNameLst>
                                      </p:cBhvr>
                                      <p:tavLst>
                                        <p:tav tm="0">
                                          <p:val>
                                            <p:strVal val="#ppt_w*0.70"/>
                                          </p:val>
                                        </p:tav>
                                        <p:tav tm="100000">
                                          <p:val>
                                            <p:strVal val="#ppt_w"/>
                                          </p:val>
                                        </p:tav>
                                      </p:tavLst>
                                    </p:anim>
                                    <p:anim calcmode="lin" valueType="num">
                                      <p:cBhvr>
                                        <p:cTn id="26" dur="500" fill="hold"/>
                                        <p:tgtEl>
                                          <p:spTgt spid="25"/>
                                        </p:tgtEl>
                                        <p:attrNameLst>
                                          <p:attrName>ppt_h</p:attrName>
                                        </p:attrNameLst>
                                      </p:cBhvr>
                                      <p:tavLst>
                                        <p:tav tm="0">
                                          <p:val>
                                            <p:strVal val="#ppt_h"/>
                                          </p:val>
                                        </p:tav>
                                        <p:tav tm="100000">
                                          <p:val>
                                            <p:strVal val="#ppt_h"/>
                                          </p:val>
                                        </p:tav>
                                      </p:tavLst>
                                    </p:anim>
                                    <p:animEffect transition="in" filter="fade">
                                      <p:cBhvr>
                                        <p:cTn id="27" dur="500"/>
                                        <p:tgtEl>
                                          <p:spTgt spid="25"/>
                                        </p:tgtEl>
                                      </p:cBhvr>
                                    </p:animEffect>
                                  </p:childTnLst>
                                </p:cTn>
                              </p:par>
                            </p:childTnLst>
                          </p:cTn>
                        </p:par>
                        <p:par>
                          <p:cTn id="28" fill="hold">
                            <p:stCondLst>
                              <p:cond delay="2000"/>
                            </p:stCondLst>
                            <p:childTnLst>
                              <p:par>
                                <p:cTn id="29" presetID="55" presetClass="entr" presetSubtype="0" fill="hold" nodeType="afterEffect">
                                  <p:stCondLst>
                                    <p:cond delay="0"/>
                                  </p:stCondLst>
                                  <p:childTnLst>
                                    <p:set>
                                      <p:cBhvr>
                                        <p:cTn id="30" dur="500"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strVal val="#ppt_w*0.70"/>
                                          </p:val>
                                        </p:tav>
                                        <p:tav tm="100000">
                                          <p:val>
                                            <p:strVal val="#ppt_w"/>
                                          </p:val>
                                        </p:tav>
                                      </p:tavLst>
                                    </p:anim>
                                    <p:anim calcmode="lin" valueType="num">
                                      <p:cBhvr>
                                        <p:cTn id="32" dur="500" fill="hold"/>
                                        <p:tgtEl>
                                          <p:spTgt spid="14"/>
                                        </p:tgtEl>
                                        <p:attrNameLst>
                                          <p:attrName>ppt_h</p:attrName>
                                        </p:attrNameLst>
                                      </p:cBhvr>
                                      <p:tavLst>
                                        <p:tav tm="0">
                                          <p:val>
                                            <p:strVal val="#ppt_h"/>
                                          </p:val>
                                        </p:tav>
                                        <p:tav tm="100000">
                                          <p:val>
                                            <p:strVal val="#ppt_h"/>
                                          </p:val>
                                        </p:tav>
                                      </p:tavLst>
                                    </p:anim>
                                    <p:animEffect transition="in" filter="fade">
                                      <p:cBhvr>
                                        <p:cTn id="33" dur="500"/>
                                        <p:tgtEl>
                                          <p:spTgt spid="14"/>
                                        </p:tgtEl>
                                      </p:cBhvr>
                                    </p:animEffect>
                                  </p:childTnLst>
                                </p:cTn>
                              </p:par>
                            </p:childTnLst>
                          </p:cTn>
                        </p:par>
                        <p:par>
                          <p:cTn id="34" fill="hold">
                            <p:stCondLst>
                              <p:cond delay="2500"/>
                            </p:stCondLst>
                            <p:childTnLst>
                              <p:par>
                                <p:cTn id="35" presetID="55" presetClass="entr" presetSubtype="0" fill="hold" nodeType="afterEffect">
                                  <p:stCondLst>
                                    <p:cond delay="0"/>
                                  </p:stCondLst>
                                  <p:childTnLst>
                                    <p:set>
                                      <p:cBhvr>
                                        <p:cTn id="36" dur="500" fill="hold">
                                          <p:stCondLst>
                                            <p:cond delay="0"/>
                                          </p:stCondLst>
                                        </p:cTn>
                                        <p:tgtEl>
                                          <p:spTgt spid="3"/>
                                        </p:tgtEl>
                                        <p:attrNameLst>
                                          <p:attrName>style.visibility</p:attrName>
                                        </p:attrNameLst>
                                      </p:cBhvr>
                                      <p:to>
                                        <p:strVal val="visible"/>
                                      </p:to>
                                    </p:set>
                                    <p:anim calcmode="lin" valueType="num">
                                      <p:cBhvr>
                                        <p:cTn id="37" dur="500" fill="hold"/>
                                        <p:tgtEl>
                                          <p:spTgt spid="3"/>
                                        </p:tgtEl>
                                        <p:attrNameLst>
                                          <p:attrName>ppt_w</p:attrName>
                                        </p:attrNameLst>
                                      </p:cBhvr>
                                      <p:tavLst>
                                        <p:tav tm="0">
                                          <p:val>
                                            <p:strVal val="#ppt_w*0.70"/>
                                          </p:val>
                                        </p:tav>
                                        <p:tav tm="100000">
                                          <p:val>
                                            <p:strVal val="#ppt_w"/>
                                          </p:val>
                                        </p:tav>
                                      </p:tavLst>
                                    </p:anim>
                                    <p:anim calcmode="lin" valueType="num">
                                      <p:cBhvr>
                                        <p:cTn id="38" dur="500" fill="hold"/>
                                        <p:tgtEl>
                                          <p:spTgt spid="3"/>
                                        </p:tgtEl>
                                        <p:attrNameLst>
                                          <p:attrName>ppt_h</p:attrName>
                                        </p:attrNameLst>
                                      </p:cBhvr>
                                      <p:tavLst>
                                        <p:tav tm="0">
                                          <p:val>
                                            <p:strVal val="#ppt_h"/>
                                          </p:val>
                                        </p:tav>
                                        <p:tav tm="100000">
                                          <p:val>
                                            <p:strVal val="#ppt_h"/>
                                          </p:val>
                                        </p:tav>
                                      </p:tavLst>
                                    </p:anim>
                                    <p:animEffect transition="in" filter="fade">
                                      <p:cBhvr>
                                        <p:cTn id="39" dur="500"/>
                                        <p:tgtEl>
                                          <p:spTgt spid="3"/>
                                        </p:tgtEl>
                                      </p:cBhvr>
                                    </p:animEffect>
                                  </p:childTnLst>
                                </p:cTn>
                              </p:par>
                            </p:childTnLst>
                          </p:cTn>
                        </p:par>
                        <p:par>
                          <p:cTn id="40" fill="hold">
                            <p:stCondLst>
                              <p:cond delay="3000"/>
                            </p:stCondLst>
                            <p:childTnLst>
                              <p:par>
                                <p:cTn id="41" presetID="55" presetClass="entr" presetSubtype="0" fill="hold" nodeType="afterEffect">
                                  <p:stCondLst>
                                    <p:cond delay="0"/>
                                  </p:stCondLst>
                                  <p:childTnLst>
                                    <p:set>
                                      <p:cBhvr>
                                        <p:cTn id="42" dur="500"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ppt_w</p:attrName>
                                        </p:attrNameLst>
                                      </p:cBhvr>
                                      <p:tavLst>
                                        <p:tav tm="0">
                                          <p:val>
                                            <p:strVal val="#ppt_w*0.70"/>
                                          </p:val>
                                        </p:tav>
                                        <p:tav tm="100000">
                                          <p:val>
                                            <p:strVal val="#ppt_w"/>
                                          </p:val>
                                        </p:tav>
                                      </p:tavLst>
                                    </p:anim>
                                    <p:anim calcmode="lin" valueType="num">
                                      <p:cBhvr>
                                        <p:cTn id="44" dur="500" fill="hold"/>
                                        <p:tgtEl>
                                          <p:spTgt spid="31"/>
                                        </p:tgtEl>
                                        <p:attrNameLst>
                                          <p:attrName>ppt_h</p:attrName>
                                        </p:attrNameLst>
                                      </p:cBhvr>
                                      <p:tavLst>
                                        <p:tav tm="0">
                                          <p:val>
                                            <p:strVal val="#ppt_h"/>
                                          </p:val>
                                        </p:tav>
                                        <p:tav tm="100000">
                                          <p:val>
                                            <p:strVal val="#ppt_h"/>
                                          </p:val>
                                        </p:tav>
                                      </p:tavLst>
                                    </p:anim>
                                    <p:animEffect transition="in" filter="fade">
                                      <p:cBhvr>
                                        <p:cTn id="4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2"/>
                    </p:tgtEl>
                  </p:cond>
                </p:stCondLst>
                <p:endSync evt="end" delay="0">
                  <p:rtn val="all"/>
                </p:endSync>
                <p:childTnLst>
                  <p:par>
                    <p:cTn id="47" fill="hold">
                      <p:stCondLst>
                        <p:cond delay="0"/>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blinds(horizontal)">
                                      <p:cBhvr>
                                        <p:cTn id="51" dur="500"/>
                                        <p:tgtEl>
                                          <p:spTgt spid="10"/>
                                        </p:tgtEl>
                                      </p:cBhvr>
                                    </p:animEffect>
                                  </p:childTnLst>
                                  <p:subTnLst>
                                    <p:audio>
                                      <p:cMediaNode>
                                        <p:cTn display="1" masterRel="sameClick">
                                          <p:stCondLst>
                                            <p:cond evt="begin" delay="0">
                                              <p:tn val="49"/>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2"/>
                  </p:tgtEl>
                </p:cond>
              </p:nextCondLst>
            </p:seq>
            <p:seq concurrent="1" nextAc="seek">
              <p:cTn id="52" restart="whenNotActive" fill="hold" evtFilter="cancelBubble" nodeType="interactiveSeq">
                <p:stCondLst>
                  <p:cond evt="onClick" delay="0">
                    <p:tgtEl>
                      <p:spTgt spid="4"/>
                    </p:tgtEl>
                  </p:cond>
                </p:stCondLst>
                <p:endSync evt="end" delay="0">
                  <p:rtn val="all"/>
                </p:endSync>
                <p:childTnLst>
                  <p:par>
                    <p:cTn id="53" fill="hold">
                      <p:stCondLst>
                        <p:cond delay="0"/>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blinds(horizontal)">
                                      <p:cBhvr>
                                        <p:cTn id="57" dur="500"/>
                                        <p:tgtEl>
                                          <p:spTgt spid="62"/>
                                        </p:tgtEl>
                                      </p:cBhvr>
                                    </p:animEffect>
                                  </p:childTnLst>
                                  <p:subTnLst>
                                    <p:audio>
                                      <p:cMediaNode>
                                        <p:cTn display="1" masterRel="sameClick">
                                          <p:stCondLst>
                                            <p:cond evt="begin" delay="0">
                                              <p:tn val="55"/>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4"/>
                  </p:tgtEl>
                </p:cond>
              </p:nextCondLst>
            </p:seq>
            <p:seq concurrent="1" nextAc="seek">
              <p:cTn id="58" restart="whenNotActive" fill="hold" evtFilter="cancelBubble" nodeType="interactiveSeq">
                <p:stCondLst>
                  <p:cond evt="onClick" delay="0">
                    <p:tgtEl>
                      <p:spTgt spid="6"/>
                    </p:tgtEl>
                  </p:cond>
                </p:stCondLst>
                <p:endSync evt="end" delay="0">
                  <p:rtn val="all"/>
                </p:endSync>
                <p:childTnLst>
                  <p:par>
                    <p:cTn id="59" fill="hold">
                      <p:stCondLst>
                        <p:cond delay="0"/>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blinds(horizontal)">
                                      <p:cBhvr>
                                        <p:cTn id="63" dur="500"/>
                                        <p:tgtEl>
                                          <p:spTgt spid="13"/>
                                        </p:tgtEl>
                                      </p:cBhvr>
                                    </p:animEffect>
                                  </p:childTnLst>
                                  <p:subTnLst>
                                    <p:audio>
                                      <p:cMediaNode>
                                        <p:cTn display="1" masterRel="sameClick">
                                          <p:stCondLst>
                                            <p:cond evt="begin" delay="0">
                                              <p:tn val="61"/>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6"/>
                  </p:tgtEl>
                </p:cond>
              </p:nextCondLst>
            </p:seq>
            <p:seq concurrent="1" nextAc="seek">
              <p:cTn id="64" restart="whenNotActive" fill="hold" evtFilter="cancelBubble" nodeType="interactiveSeq">
                <p:stCondLst>
                  <p:cond evt="onClick" delay="0">
                    <p:tgtEl>
                      <p:spTgt spid="25"/>
                    </p:tgtEl>
                  </p:cond>
                </p:stCondLst>
                <p:endSync evt="end" delay="0">
                  <p:rtn val="all"/>
                </p:endSync>
                <p:childTnLst>
                  <p:par>
                    <p:cTn id="65" fill="hold">
                      <p:stCondLst>
                        <p:cond delay="0"/>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blinds(horizontal)">
                                      <p:cBhvr>
                                        <p:cTn id="69" dur="500"/>
                                        <p:tgtEl>
                                          <p:spTgt spid="37"/>
                                        </p:tgtEl>
                                      </p:cBhvr>
                                    </p:animEffect>
                                  </p:childTnLst>
                                  <p:subTnLst>
                                    <p:audio>
                                      <p:cMediaNode>
                                        <p:cTn display="1" masterRel="sameClick">
                                          <p:stCondLst>
                                            <p:cond evt="begin" delay="0">
                                              <p:tn val="67"/>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25"/>
                  </p:tgtEl>
                </p:cond>
              </p:nextCondLst>
            </p:seq>
            <p:seq concurrent="1" nextAc="seek">
              <p:cTn id="70" restart="whenNotActive" fill="hold" evtFilter="cancelBubble" nodeType="interactiveSeq">
                <p:stCondLst>
                  <p:cond evt="onClick" delay="0">
                    <p:tgtEl>
                      <p:spTgt spid="14"/>
                    </p:tgtEl>
                  </p:cond>
                </p:stCondLst>
                <p:endSync evt="end" delay="0">
                  <p:rtn val="all"/>
                </p:endSync>
                <p:childTnLst>
                  <p:par>
                    <p:cTn id="71" fill="hold">
                      <p:stCondLst>
                        <p:cond delay="0"/>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blinds(horizontal)">
                                      <p:cBhvr>
                                        <p:cTn id="75" dur="500"/>
                                        <p:tgtEl>
                                          <p:spTgt spid="21"/>
                                        </p:tgtEl>
                                      </p:cBhvr>
                                    </p:animEffect>
                                  </p:childTnLst>
                                  <p:subTnLst>
                                    <p:audio>
                                      <p:cMediaNode>
                                        <p:cTn display="1" masterRel="sameClick">
                                          <p:stCondLst>
                                            <p:cond evt="begin" delay="0">
                                              <p:tn val="73"/>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14"/>
                  </p:tgtEl>
                </p:cond>
              </p:nextCondLst>
            </p:seq>
            <p:seq concurrent="1" nextAc="seek">
              <p:cTn id="76" restart="whenNotActive" fill="hold" evtFilter="cancelBubble" nodeType="interactiveSeq">
                <p:stCondLst>
                  <p:cond evt="onClick" delay="0">
                    <p:tgtEl>
                      <p:spTgt spid="3"/>
                    </p:tgtEl>
                  </p:cond>
                </p:stCondLst>
                <p:endSync evt="end" delay="0">
                  <p:rtn val="all"/>
                </p:endSync>
                <p:childTnLst>
                  <p:par>
                    <p:cTn id="77" fill="hold">
                      <p:stCondLst>
                        <p:cond delay="0"/>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blinds(horizontal)">
                                      <p:cBhvr>
                                        <p:cTn id="81" dur="500"/>
                                        <p:tgtEl>
                                          <p:spTgt spid="30"/>
                                        </p:tgtEl>
                                      </p:cBhvr>
                                    </p:animEffect>
                                  </p:childTnLst>
                                  <p:subTnLst>
                                    <p:audio>
                                      <p:cMediaNode>
                                        <p:cTn display="1" masterRel="sameClick">
                                          <p:stCondLst>
                                            <p:cond evt="begin" delay="0">
                                              <p:tn val="79"/>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3"/>
                  </p:tgtEl>
                </p:cond>
              </p:nextCondLst>
            </p:seq>
            <p:seq concurrent="1" nextAc="seek">
              <p:cTn id="82" restart="whenNotActive" fill="hold" evtFilter="cancelBubble" nodeType="interactiveSeq">
                <p:stCondLst>
                  <p:cond evt="onClick" delay="0">
                    <p:tgtEl>
                      <p:spTgt spid="31"/>
                    </p:tgtEl>
                  </p:cond>
                </p:stCondLst>
                <p:endSync evt="end" delay="0">
                  <p:rtn val="all"/>
                </p:endSync>
                <p:childTnLst>
                  <p:par>
                    <p:cTn id="83" fill="hold">
                      <p:stCondLst>
                        <p:cond delay="0"/>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blinds(horizontal)">
                                      <p:cBhvr>
                                        <p:cTn id="87" dur="500"/>
                                        <p:tgtEl>
                                          <p:spTgt spid="38"/>
                                        </p:tgtEl>
                                      </p:cBhvr>
                                    </p:animEffect>
                                  </p:childTnLst>
                                  <p:subTnLst>
                                    <p:audio>
                                      <p:cMediaNode>
                                        <p:cTn display="1" masterRel="sameClick">
                                          <p:stCondLst>
                                            <p:cond evt="begin" delay="0">
                                              <p:tn val="85"/>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31"/>
                  </p:tgtEl>
                </p:cond>
              </p:nextCondLst>
            </p:seq>
          </p:childTnLst>
        </p:cTn>
      </p:par>
    </p:tnLst>
    <p:bldLst>
      <p:bldP spid="10" grpId="0"/>
      <p:bldP spid="62" grpId="0"/>
      <p:bldP spid="13" grpId="0"/>
      <p:bldP spid="37" grpId="0"/>
      <p:bldP spid="21" grpId="0"/>
      <p:bldP spid="30" grpId="0"/>
      <p:bldP spid="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恩爱0.jpg恩爱0"/>
          <p:cNvPicPr>
            <a:picLocks noChangeAspect="1"/>
          </p:cNvPicPr>
          <p:nvPr/>
        </p:nvPicPr>
        <p:blipFill>
          <a:blip r:embed="rId2"/>
          <a:srcRect/>
          <a:stretch>
            <a:fillRect/>
          </a:stretch>
        </p:blipFill>
        <p:spPr>
          <a:xfrm>
            <a:off x="-13335" y="0"/>
            <a:ext cx="12205335" cy="6858000"/>
          </a:xfrm>
          <a:prstGeom prst="rect">
            <a:avLst/>
          </a:prstGeom>
          <a:ln>
            <a:noFill/>
          </a:ln>
          <a:effectLst>
            <a:outerShdw blurRad="292100" dist="139700" dir="2700000" algn="tl" rotWithShape="0">
              <a:srgbClr val="333333">
                <a:alpha val="65000"/>
              </a:srgbClr>
            </a:outerShdw>
          </a:effectLst>
        </p:spPr>
      </p:pic>
      <p:pic>
        <p:nvPicPr>
          <p:cNvPr id="3" name="图片 2" descr="恩爱0马赛克"/>
          <p:cNvPicPr>
            <a:picLocks noChangeAspect="1"/>
          </p:cNvPicPr>
          <p:nvPr/>
        </p:nvPicPr>
        <p:blipFill>
          <a:blip r:embed="rId3" cstate="print"/>
          <a:stretch>
            <a:fillRect/>
          </a:stretch>
        </p:blipFill>
        <p:spPr>
          <a:xfrm>
            <a:off x="-13335" y="0"/>
            <a:ext cx="3277235" cy="6858000"/>
          </a:xfrm>
          <a:prstGeom prst="rect">
            <a:avLst/>
          </a:prstGeom>
          <a:ln>
            <a:noFill/>
          </a:ln>
          <a:effectLst>
            <a:outerShdw blurRad="292100" dist="139700" dir="2700000" algn="tl" rotWithShape="0">
              <a:srgbClr val="333333">
                <a:alpha val="65000"/>
              </a:srgbClr>
            </a:outerShdw>
          </a:effectLst>
        </p:spPr>
      </p:pic>
      <p:sp>
        <p:nvSpPr>
          <p:cNvPr id="13" name="文本框 12"/>
          <p:cNvSpPr txBox="1"/>
          <p:nvPr/>
        </p:nvSpPr>
        <p:spPr>
          <a:xfrm>
            <a:off x="-13648" y="1555845"/>
            <a:ext cx="3248166" cy="2553335"/>
          </a:xfrm>
          <a:prstGeom prst="rect">
            <a:avLst/>
          </a:prstGeom>
          <a:noFill/>
        </p:spPr>
        <p:txBody>
          <a:bodyPr wrap="square" rtlCol="0">
            <a:spAutoFit/>
          </a:bodyPr>
          <a:lstStyle/>
          <a:p>
            <a:pPr algn="ctr"/>
            <a:r>
              <a:rPr lang="zh-CN" altLang="en-US" sz="4000" b="1" dirty="0">
                <a:solidFill>
                  <a:schemeClr val="bg1"/>
                </a:solidFill>
                <a:latin typeface="华文楷体" panose="02010600040101010101" charset="-122"/>
                <a:ea typeface="华文楷体" panose="02010600040101010101" charset="-122"/>
                <a:cs typeface="华文楷体" panose="02010600040101010101" charset="-122"/>
              </a:rPr>
              <a:t>请用前面学过的</a:t>
            </a:r>
            <a:r>
              <a:rPr lang="en-US" altLang="zh-CN" sz="4000" b="1" dirty="0">
                <a:solidFill>
                  <a:schemeClr val="bg1"/>
                </a:solidFill>
                <a:latin typeface="华文楷体" panose="02010600040101010101" charset="-122"/>
                <a:ea typeface="华文楷体" panose="02010600040101010101" charset="-122"/>
                <a:cs typeface="华文楷体" panose="02010600040101010101" charset="-122"/>
              </a:rPr>
              <a:t>7</a:t>
            </a:r>
            <a:r>
              <a:rPr lang="zh-CN" altLang="en-US" sz="4000" b="1" dirty="0">
                <a:solidFill>
                  <a:schemeClr val="bg1"/>
                </a:solidFill>
                <a:latin typeface="华文楷体" panose="02010600040101010101" charset="-122"/>
                <a:ea typeface="华文楷体" panose="02010600040101010101" charset="-122"/>
                <a:cs typeface="华文楷体" panose="02010600040101010101" charset="-122"/>
              </a:rPr>
              <a:t>个词编一个故事</a:t>
            </a:r>
          </a:p>
          <a:p>
            <a:pPr algn="ctr"/>
            <a:r>
              <a:rPr lang="zh-CN" altLang="en-US" sz="4000" b="1" dirty="0">
                <a:solidFill>
                  <a:schemeClr val="bg1"/>
                </a:solidFill>
                <a:latin typeface="华文楷体" panose="02010600040101010101" charset="-122"/>
                <a:ea typeface="华文楷体" panose="02010600040101010101" charset="-122"/>
                <a:cs typeface="华文楷体" panose="02010600040101010101" charset="-122"/>
              </a:rPr>
              <a:t>（开头已给出）</a:t>
            </a:r>
          </a:p>
        </p:txBody>
      </p:sp>
      <p:pic>
        <p:nvPicPr>
          <p:cNvPr id="34" name="图片 33" descr="1"/>
          <p:cNvPicPr>
            <a:picLocks noChangeAspect="1"/>
          </p:cNvPicPr>
          <p:nvPr/>
        </p:nvPicPr>
        <p:blipFill>
          <a:blip r:embed="rId4"/>
          <a:stretch>
            <a:fillRect/>
          </a:stretch>
        </p:blipFill>
        <p:spPr>
          <a:xfrm>
            <a:off x="10719753" y="0"/>
            <a:ext cx="1459230" cy="14592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恩爱0.jpg恩爱0"/>
          <p:cNvPicPr>
            <a:picLocks noChangeAspect="1"/>
          </p:cNvPicPr>
          <p:nvPr/>
        </p:nvPicPr>
        <p:blipFill>
          <a:blip r:embed="rId2"/>
          <a:srcRect/>
          <a:stretch>
            <a:fillRect/>
          </a:stretch>
        </p:blipFill>
        <p:spPr>
          <a:xfrm>
            <a:off x="0" y="0"/>
            <a:ext cx="12192000" cy="6858000"/>
          </a:xfrm>
          <a:prstGeom prst="rect">
            <a:avLst/>
          </a:prstGeom>
          <a:ln>
            <a:noFill/>
          </a:ln>
          <a:effectLst>
            <a:outerShdw blurRad="292100" dist="139700" dir="2700000" algn="tl" rotWithShape="0">
              <a:srgbClr val="333333">
                <a:alpha val="65000"/>
              </a:srgbClr>
            </a:outerShdw>
          </a:effectLst>
        </p:spPr>
      </p:pic>
      <p:pic>
        <p:nvPicPr>
          <p:cNvPr id="2" name="图片 1" descr="恩爱0马赛克"/>
          <p:cNvPicPr/>
          <p:nvPr/>
        </p:nvPicPr>
        <p:blipFill>
          <a:blip r:embed="rId3" cstate="print"/>
          <a:stretch>
            <a:fillRect/>
          </a:stretch>
        </p:blipFill>
        <p:spPr>
          <a:xfrm>
            <a:off x="7768590" y="0"/>
            <a:ext cx="3294000" cy="6857365"/>
          </a:xfrm>
          <a:prstGeom prst="rect">
            <a:avLst/>
          </a:prstGeom>
          <a:ln>
            <a:noFill/>
          </a:ln>
          <a:effectLst>
            <a:outerShdw blurRad="292100" dist="139700" dir="2700000" algn="tl" rotWithShape="0">
              <a:srgbClr val="333333">
                <a:alpha val="65000"/>
              </a:srgbClr>
            </a:outerShdw>
          </a:effectLst>
        </p:spPr>
      </p:pic>
      <p:pic>
        <p:nvPicPr>
          <p:cNvPr id="34" name="图片 33" descr="1"/>
          <p:cNvPicPr>
            <a:picLocks noChangeAspect="1"/>
          </p:cNvPicPr>
          <p:nvPr/>
        </p:nvPicPr>
        <p:blipFill>
          <a:blip r:embed="rId4"/>
          <a:stretch>
            <a:fillRect/>
          </a:stretch>
        </p:blipFill>
        <p:spPr>
          <a:xfrm>
            <a:off x="10719753" y="0"/>
            <a:ext cx="1459230" cy="1459230"/>
          </a:xfrm>
          <a:prstGeom prst="rect">
            <a:avLst/>
          </a:prstGeom>
        </p:spPr>
      </p:pic>
      <p:sp>
        <p:nvSpPr>
          <p:cNvPr id="13" name="文本框 12"/>
          <p:cNvSpPr txBox="1"/>
          <p:nvPr/>
        </p:nvSpPr>
        <p:spPr>
          <a:xfrm>
            <a:off x="-13335" y="1555750"/>
            <a:ext cx="7782560" cy="1323439"/>
          </a:xfrm>
          <a:prstGeom prst="rect">
            <a:avLst/>
          </a:prstGeom>
          <a:noFill/>
        </p:spPr>
        <p:txBody>
          <a:bodyPr wrap="square" rtlCol="0">
            <a:spAutoFit/>
          </a:bodyPr>
          <a:lstStyle/>
          <a:p>
            <a:r>
              <a:rPr lang="zh-CN" altLang="en-US" sz="4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他们夫妻俩并不喜欢稳定的生活，于是</a:t>
            </a:r>
            <a:r>
              <a:rPr lang="en-US" altLang="zh-CN" sz="4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p>
        </p:txBody>
      </p:sp>
      <p:grpSp>
        <p:nvGrpSpPr>
          <p:cNvPr id="8" name="组合 7"/>
          <p:cNvGrpSpPr/>
          <p:nvPr/>
        </p:nvGrpSpPr>
        <p:grpSpPr>
          <a:xfrm>
            <a:off x="7791450" y="1207770"/>
            <a:ext cx="3248025" cy="4763770"/>
            <a:chOff x="12270" y="1902"/>
            <a:chExt cx="5115" cy="7502"/>
          </a:xfrm>
        </p:grpSpPr>
        <p:sp>
          <p:nvSpPr>
            <p:cNvPr id="4" name="圆角矩形 3"/>
            <p:cNvSpPr/>
            <p:nvPr/>
          </p:nvSpPr>
          <p:spPr>
            <a:xfrm>
              <a:off x="13602" y="1902"/>
              <a:ext cx="2587" cy="7502"/>
            </a:xfrm>
            <a:prstGeom prst="round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2270" y="2224"/>
              <a:ext cx="5115" cy="6931"/>
            </a:xfrm>
            <a:prstGeom prst="rect">
              <a:avLst/>
            </a:prstGeom>
            <a:noFill/>
          </p:spPr>
          <p:txBody>
            <a:bodyPr wrap="square" rtlCol="0">
              <a:spAutoFit/>
            </a:bodyPr>
            <a:lstStyle/>
            <a:p>
              <a:pPr algn="ctr"/>
              <a:r>
                <a:rPr lang="zh-CN" altLang="en-US" sz="4000" b="1" dirty="0">
                  <a:solidFill>
                    <a:schemeClr val="tx1"/>
                  </a:solidFill>
                  <a:latin typeface="华文楷体" panose="02010600040101010101" charset="-122"/>
                  <a:ea typeface="华文楷体" panose="02010600040101010101" charset="-122"/>
                  <a:cs typeface="华文楷体" panose="02010600040101010101" charset="-122"/>
                  <a:sym typeface="+mn-ea"/>
                </a:rPr>
                <a:t>稳定</a:t>
              </a:r>
              <a:endParaRPr lang="en-US" altLang="zh-CN" sz="4000" b="1" dirty="0">
                <a:solidFill>
                  <a:schemeClr val="tx1"/>
                </a:solidFill>
                <a:latin typeface="华文楷体" panose="02010600040101010101" charset="-122"/>
                <a:ea typeface="华文楷体" panose="02010600040101010101" charset="-122"/>
                <a:cs typeface="华文楷体" panose="02010600040101010101" charset="-122"/>
                <a:sym typeface="+mn-ea"/>
              </a:endParaRPr>
            </a:p>
            <a:p>
              <a:pPr algn="ctr"/>
              <a:r>
                <a:rPr lang="zh-CN" altLang="en-US" sz="4000" b="1" dirty="0">
                  <a:latin typeface="华文楷体" panose="02010600040101010101" charset="-122"/>
                  <a:ea typeface="华文楷体" panose="02010600040101010101" charset="-122"/>
                  <a:cs typeface="华文楷体" panose="02010600040101010101" charset="-122"/>
                  <a:sym typeface="+mn-ea"/>
                </a:rPr>
                <a:t>帆船</a:t>
              </a:r>
              <a:endParaRPr lang="en-US" altLang="zh-CN" sz="4000" b="1" dirty="0">
                <a:latin typeface="华文楷体" panose="02010600040101010101" charset="-122"/>
                <a:ea typeface="华文楷体" panose="02010600040101010101" charset="-122"/>
                <a:cs typeface="华文楷体" panose="02010600040101010101" charset="-122"/>
                <a:sym typeface="+mn-ea"/>
              </a:endParaRPr>
            </a:p>
            <a:p>
              <a:pPr algn="ctr"/>
              <a:r>
                <a:rPr lang="zh-CN" altLang="en-US" sz="4000" b="1" dirty="0">
                  <a:solidFill>
                    <a:schemeClr val="tx1"/>
                  </a:solidFill>
                  <a:latin typeface="华文楷体" panose="02010600040101010101" charset="-122"/>
                  <a:ea typeface="华文楷体" panose="02010600040101010101" charset="-122"/>
                  <a:cs typeface="华文楷体" panose="02010600040101010101" charset="-122"/>
                  <a:sym typeface="+mn-ea"/>
                </a:rPr>
                <a:t>艘</a:t>
              </a:r>
              <a:endParaRPr lang="en-US" altLang="zh-CN" sz="4000" b="1" dirty="0">
                <a:solidFill>
                  <a:schemeClr val="tx1"/>
                </a:solidFill>
                <a:latin typeface="华文楷体" panose="02010600040101010101" charset="-122"/>
                <a:ea typeface="华文楷体" panose="02010600040101010101" charset="-122"/>
                <a:cs typeface="华文楷体" panose="02010600040101010101" charset="-122"/>
                <a:sym typeface="+mn-ea"/>
              </a:endParaRPr>
            </a:p>
            <a:p>
              <a:pPr algn="ctr"/>
              <a:r>
                <a:rPr lang="zh-CN" altLang="en-US" sz="4000" b="1" dirty="0">
                  <a:latin typeface="华文楷体" panose="02010600040101010101" charset="-122"/>
                  <a:ea typeface="华文楷体" panose="02010600040101010101" charset="-122"/>
                  <a:cs typeface="华文楷体" panose="02010600040101010101" charset="-122"/>
                  <a:sym typeface="+mn-ea"/>
                </a:rPr>
                <a:t>航行</a:t>
              </a:r>
              <a:endParaRPr lang="en-US" altLang="zh-CN" sz="4000" b="1" dirty="0">
                <a:latin typeface="华文楷体" panose="02010600040101010101" charset="-122"/>
                <a:ea typeface="华文楷体" panose="02010600040101010101" charset="-122"/>
                <a:cs typeface="华文楷体" panose="02010600040101010101" charset="-122"/>
                <a:sym typeface="+mn-ea"/>
              </a:endParaRPr>
            </a:p>
            <a:p>
              <a:pPr algn="ctr"/>
              <a:r>
                <a:rPr lang="zh-CN" altLang="en-US" sz="4000" b="1" dirty="0">
                  <a:solidFill>
                    <a:schemeClr val="tx1"/>
                  </a:solidFill>
                  <a:latin typeface="华文楷体" panose="02010600040101010101" charset="-122"/>
                  <a:ea typeface="华文楷体" panose="02010600040101010101" charset="-122"/>
                  <a:cs typeface="华文楷体" panose="02010600040101010101" charset="-122"/>
                  <a:sym typeface="+mn-ea"/>
                </a:rPr>
                <a:t>二手</a:t>
              </a:r>
              <a:endParaRPr lang="en-US" altLang="zh-CN" sz="4000" b="1" dirty="0">
                <a:solidFill>
                  <a:schemeClr val="tx1"/>
                </a:solidFill>
                <a:latin typeface="华文楷体" panose="02010600040101010101" charset="-122"/>
                <a:ea typeface="华文楷体" panose="02010600040101010101" charset="-122"/>
                <a:cs typeface="华文楷体" panose="02010600040101010101" charset="-122"/>
                <a:sym typeface="+mn-ea"/>
              </a:endParaRPr>
            </a:p>
            <a:p>
              <a:pPr algn="ctr"/>
              <a:r>
                <a:rPr lang="zh-CN" altLang="en-US" sz="4000" b="1" dirty="0">
                  <a:latin typeface="华文楷体" panose="02010600040101010101" charset="-122"/>
                  <a:ea typeface="华文楷体" panose="02010600040101010101" charset="-122"/>
                  <a:cs typeface="华文楷体" panose="02010600040101010101" charset="-122"/>
                  <a:sym typeface="+mn-ea"/>
                </a:rPr>
                <a:t>彩虹</a:t>
              </a:r>
              <a:endParaRPr lang="en-US" altLang="zh-CN" sz="4000" b="1" dirty="0">
                <a:latin typeface="华文楷体" panose="02010600040101010101" charset="-122"/>
                <a:ea typeface="华文楷体" panose="02010600040101010101" charset="-122"/>
                <a:cs typeface="华文楷体" panose="02010600040101010101" charset="-122"/>
                <a:sym typeface="+mn-ea"/>
              </a:endParaRPr>
            </a:p>
            <a:p>
              <a:pPr algn="ctr"/>
              <a:r>
                <a:rPr lang="zh-CN" altLang="en-US" sz="4000" b="1" dirty="0">
                  <a:solidFill>
                    <a:schemeClr val="tx1"/>
                  </a:solidFill>
                  <a:latin typeface="华文楷体" panose="02010600040101010101" charset="-122"/>
                  <a:ea typeface="华文楷体" panose="02010600040101010101" charset="-122"/>
                  <a:cs typeface="华文楷体" panose="02010600040101010101" charset="-122"/>
                  <a:sym typeface="+mn-ea"/>
                </a:rPr>
                <a:t>舒适</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1" presetClass="entr" presetSubtype="0" fill="hold" nodeType="withEffect">
                                  <p:stCondLst>
                                    <p:cond delay="0"/>
                                  </p:stCondLst>
                                  <p:childTnLst>
                                    <p:set>
                                      <p:cBhvr>
                                        <p:cTn id="9"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5"/>
          <a:srcRect/>
          <a:stretch>
            <a:fillRect/>
          </a:stretch>
        </p:blipFill>
        <p:spPr>
          <a:xfrm>
            <a:off x="9776248" y="-717762"/>
            <a:ext cx="1801707" cy="2511213"/>
          </a:xfrm>
          <a:prstGeom prst="rect">
            <a:avLst/>
          </a:prstGeom>
        </p:spPr>
      </p:pic>
      <p:grpSp>
        <p:nvGrpSpPr>
          <p:cNvPr id="31" name="组合 30"/>
          <p:cNvGrpSpPr/>
          <p:nvPr/>
        </p:nvGrpSpPr>
        <p:grpSpPr>
          <a:xfrm>
            <a:off x="9288780" y="3193415"/>
            <a:ext cx="2837180" cy="1866582"/>
            <a:chOff x="7787" y="3144"/>
            <a:chExt cx="5660" cy="3950"/>
          </a:xfrm>
        </p:grpSpPr>
        <p:sp>
          <p:nvSpPr>
            <p:cNvPr id="33" name="圆角矩形 32"/>
            <p:cNvSpPr/>
            <p:nvPr/>
          </p:nvSpPr>
          <p:spPr>
            <a:xfrm>
              <a:off x="8776" y="3144"/>
              <a:ext cx="3577" cy="174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787" y="3219"/>
              <a:ext cx="5660" cy="3875"/>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舒适</a:t>
              </a:r>
              <a:endParaRPr lang="vi-VN" altLang="zh-CN"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vi-VN" altLang="zh-CN" sz="23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Văn viết: thoải mái, cảm nhận môi trường đem lại</a:t>
              </a:r>
              <a:endParaRPr lang="zh-CN" altLang="en-US" sz="2300" b="1" kern="100" dirty="0">
                <a:solidFill>
                  <a:schemeClr val="bg1">
                    <a:lumMod val="65000"/>
                  </a:schemeClr>
                </a:solidFill>
                <a:latin typeface="华文楷体" panose="02010600040101010101" charset="-122"/>
                <a:ea typeface="华文楷体" panose="02010600040101010101" charset="-122"/>
                <a:cs typeface="华文细黑" panose="02010600040101010101" pitchFamily="2" charset="-122"/>
                <a:sym typeface="+mn-ea"/>
              </a:endParaRPr>
            </a:p>
          </p:txBody>
        </p:sp>
      </p:grpSp>
      <p:grpSp>
        <p:nvGrpSpPr>
          <p:cNvPr id="68" name="组合 67"/>
          <p:cNvGrpSpPr/>
          <p:nvPr/>
        </p:nvGrpSpPr>
        <p:grpSpPr>
          <a:xfrm>
            <a:off x="328930" y="2253615"/>
            <a:ext cx="8745855" cy="1368397"/>
            <a:chOff x="518" y="3426"/>
            <a:chExt cx="13447"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8" y="3640"/>
              <a:ext cx="13446" cy="969"/>
            </a:xfrm>
            <a:prstGeom prst="rect">
              <a:avLst/>
            </a:prstGeom>
            <a:noFill/>
          </p:spPr>
          <p:txBody>
            <a:bodyPr wrap="square">
              <a:spAutoFit/>
            </a:bodyPr>
            <a:lstStyle/>
            <a:p>
              <a:pPr algn="ctr" fontAlgn="base"/>
              <a:r>
                <a:rPr lang="zh-CN" altLang="en-US" sz="3200" b="1" dirty="0">
                  <a:latin typeface="华文楷体" panose="02010600040101010101" charset="-122"/>
                  <a:ea typeface="华文楷体" panose="02010600040101010101" charset="-122"/>
                  <a:sym typeface="华文细黑" panose="02010600040101010101" pitchFamily="2" charset="-122"/>
                </a:rPr>
                <a:t>这款车内部空间宽大，乘坐</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舒适</a:t>
              </a:r>
              <a:r>
                <a:rPr lang="zh-CN" altLang="en-US" sz="3200" b="1" dirty="0">
                  <a:latin typeface="华文楷体" panose="02010600040101010101" charset="-122"/>
                  <a:ea typeface="华文楷体" panose="02010600040101010101" charset="-122"/>
                  <a:sym typeface="华文细黑" panose="02010600040101010101" pitchFamily="2" charset="-122"/>
                </a:rPr>
                <a:t>。</a:t>
              </a:r>
            </a:p>
            <a:p>
              <a:pPr algn="ctr" fontAlgn="base"/>
              <a:r>
                <a:rPr lang="zh-CN" altLang="en-US" sz="2800" dirty="0">
                  <a:latin typeface="华文楷体" panose="02010600040101010101" charset="-122"/>
                  <a:ea typeface="华文楷体" panose="02010600040101010101" charset="-122"/>
                  <a:sym typeface="华文细黑" panose="02010600040101010101" pitchFamily="2" charset="-122"/>
                </a:rPr>
                <a:t>（书面语）</a:t>
              </a:r>
            </a:p>
          </p:txBody>
        </p:sp>
      </p:grpSp>
      <p:grpSp>
        <p:nvGrpSpPr>
          <p:cNvPr id="80" name="组合 79"/>
          <p:cNvGrpSpPr/>
          <p:nvPr/>
        </p:nvGrpSpPr>
        <p:grpSpPr>
          <a:xfrm>
            <a:off x="328930" y="4256403"/>
            <a:ext cx="8745855" cy="1441573"/>
            <a:chOff x="518" y="3426"/>
            <a:chExt cx="13773" cy="1305"/>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8" y="3640"/>
              <a:ext cx="13773" cy="919"/>
            </a:xfrm>
            <a:prstGeom prst="rect">
              <a:avLst/>
            </a:prstGeom>
            <a:noFill/>
          </p:spPr>
          <p:txBody>
            <a:bodyPr wrap="square">
              <a:spAutoFit/>
            </a:bodyPr>
            <a:lstStyle/>
            <a:p>
              <a:pPr algn="ctr" fontAlgn="base"/>
              <a:r>
                <a:rPr lang="zh-CN" altLang="en-US" sz="3200" b="1" dirty="0">
                  <a:latin typeface="华文楷体" panose="02010600040101010101" charset="-122"/>
                  <a:ea typeface="华文楷体" panose="02010600040101010101" charset="-122"/>
                  <a:sym typeface="华文细黑" panose="02010600040101010101" pitchFamily="2" charset="-122"/>
                </a:rPr>
                <a:t>我们都需要一个轻松</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舒适</a:t>
              </a:r>
              <a:r>
                <a:rPr lang="zh-CN" altLang="en-US" sz="3200" b="1" dirty="0">
                  <a:latin typeface="华文楷体" panose="02010600040101010101" charset="-122"/>
                  <a:ea typeface="华文楷体" panose="02010600040101010101" charset="-122"/>
                  <a:sym typeface="华文细黑" panose="02010600040101010101" pitchFamily="2" charset="-122"/>
                </a:rPr>
                <a:t>的生活环境。</a:t>
              </a:r>
            </a:p>
            <a:p>
              <a:pPr algn="ctr" fontAlgn="base"/>
              <a:r>
                <a:rPr lang="zh-CN" altLang="en-US" sz="2800" dirty="0">
                  <a:latin typeface="华文楷体" panose="02010600040101010101" charset="-122"/>
                  <a:ea typeface="华文楷体" panose="02010600040101010101" charset="-122"/>
                  <a:sym typeface="华文细黑" panose="02010600040101010101" pitchFamily="2" charset="-122"/>
                </a:rPr>
                <a:t>（环境给人的整体感受）</a:t>
              </a:r>
            </a:p>
          </p:txBody>
        </p:sp>
      </p:grpSp>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91694" y="1440443"/>
            <a:ext cx="1740820" cy="1626344"/>
          </a:xfrm>
          <a:prstGeom prst="rect">
            <a:avLst/>
          </a:prstGeom>
        </p:spPr>
      </p:pic>
      <p:pic>
        <p:nvPicPr>
          <p:cNvPr id="3" name="图片 2"/>
          <p:cNvPicPr>
            <a:picLocks noChangeAspect="1"/>
          </p:cNvPicPr>
          <p:nvPr/>
        </p:nvPicPr>
        <p:blipFill>
          <a:blip r:embed="rId7"/>
          <a:stretch>
            <a:fillRect/>
          </a:stretch>
        </p:blipFill>
        <p:spPr>
          <a:xfrm>
            <a:off x="6920571" y="5155212"/>
            <a:ext cx="2225698" cy="1223551"/>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1" masterRel="sameClick">
                                          <p:stCondLst>
                                            <p:cond evt="begin" delay="0">
                                              <p:tn val="5"/>
                                            </p:cond>
                                          </p:stCondLst>
                                          <p:endCondLst>
                                            <p:cond evt="onStopAudio" delay="0">
                                              <p:tgtEl>
                                                <p:sldTgt/>
                                              </p:tgtEl>
                                            </p:cond>
                                          </p:endCondLst>
                                        </p:cTn>
                                        <p:tgtEl>
                                          <p:sndTgt r:embed="rId4"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288780" y="3193415"/>
            <a:ext cx="2837180" cy="2720641"/>
            <a:chOff x="7787" y="3144"/>
            <a:chExt cx="5660" cy="5093"/>
          </a:xfrm>
        </p:grpSpPr>
        <p:sp>
          <p:nvSpPr>
            <p:cNvPr id="33" name="圆角矩形 32"/>
            <p:cNvSpPr/>
            <p:nvPr/>
          </p:nvSpPr>
          <p:spPr>
            <a:xfrm>
              <a:off x="8776" y="3144"/>
              <a:ext cx="3577" cy="174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787" y="3340"/>
              <a:ext cx="5660" cy="4897"/>
            </a:xfrm>
            <a:prstGeom prst="rect">
              <a:avLst/>
            </a:prstGeom>
            <a:noFill/>
          </p:spPr>
          <p:txBody>
            <a:bodyPr wrap="square" rtlCol="0">
              <a:spAutoFit/>
            </a:bodyPr>
            <a:lstStyle/>
            <a:p>
              <a:pPr algn="ctr" fontAlgn="ctr"/>
              <a:r>
                <a:rPr lang="zh-CN" altLang="en-US" sz="4400" b="1" kern="100" dirty="0">
                  <a:solidFill>
                    <a:srgbClr val="0070C0"/>
                  </a:solidFill>
                  <a:latin typeface="华文楷体" panose="02010600040101010101" charset="-122"/>
                  <a:ea typeface="华文楷体" panose="02010600040101010101" charset="-122"/>
                  <a:cs typeface="华文细黑" panose="02010600040101010101" pitchFamily="2" charset="-122"/>
                  <a:sym typeface="+mn-ea"/>
                </a:rPr>
                <a:t>舒服</a:t>
              </a:r>
              <a:endParaRPr lang="vi-VN" altLang="zh-CN" sz="4400" b="1" kern="100" dirty="0">
                <a:solidFill>
                  <a:srgbClr val="0070C0"/>
                </a:solidFill>
                <a:latin typeface="华文楷体" panose="02010600040101010101" charset="-122"/>
                <a:ea typeface="华文楷体" panose="02010600040101010101" charset="-122"/>
                <a:cs typeface="华文细黑" panose="02010600040101010101" pitchFamily="2" charset="-122"/>
                <a:sym typeface="+mn-ea"/>
              </a:endParaRPr>
            </a:p>
            <a:p>
              <a:pPr algn="ctr" fontAlgn="ctr"/>
              <a:r>
                <a:rPr lang="vi-VN" altLang="zh-CN" sz="2400" b="1" kern="100" dirty="0">
                  <a:solidFill>
                    <a:srgbClr val="0070C0"/>
                  </a:solidFill>
                  <a:latin typeface="华文楷体" panose="02010600040101010101" charset="-122"/>
                  <a:ea typeface="华文楷体" panose="02010600040101010101" charset="-122"/>
                  <a:cs typeface="华文细黑" panose="02010600040101010101" pitchFamily="2" charset="-122"/>
                  <a:sym typeface="+mn-ea"/>
                </a:rPr>
                <a:t>Văn nói: thoải mãi dễ chịu,  cảm nhận chủ quan về cơ thể, tinh thần,có thể lặp dạng AABB hoặc ABAB </a:t>
              </a:r>
              <a:endParaRPr lang="en-US" altLang="zh-CN" sz="2400" b="1" kern="100" dirty="0">
                <a:solidFill>
                  <a:srgbClr val="0070C0"/>
                </a:solidFill>
                <a:latin typeface="华文楷体" panose="02010600040101010101" charset="-122"/>
                <a:ea typeface="华文楷体" panose="02010600040101010101" charset="-122"/>
                <a:cs typeface="华文细黑" panose="02010600040101010101" pitchFamily="2" charset="-122"/>
                <a:sym typeface="+mn-ea"/>
              </a:endParaRPr>
            </a:p>
          </p:txBody>
        </p:sp>
      </p:grpSp>
      <p:grpSp>
        <p:nvGrpSpPr>
          <p:cNvPr id="68" name="组合 67"/>
          <p:cNvGrpSpPr/>
          <p:nvPr/>
        </p:nvGrpSpPr>
        <p:grpSpPr>
          <a:xfrm>
            <a:off x="246122" y="3670340"/>
            <a:ext cx="8997573" cy="1267939"/>
            <a:chOff x="518" y="3426"/>
            <a:chExt cx="13515"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8" y="3640"/>
              <a:ext cx="13515" cy="1045"/>
            </a:xfrm>
            <a:prstGeom prst="rect">
              <a:avLst/>
            </a:prstGeom>
            <a:noFill/>
          </p:spPr>
          <p:txBody>
            <a:bodyPr wrap="square">
              <a:spAutoFit/>
            </a:bodyPr>
            <a:lstStyle/>
            <a:p>
              <a:pPr algn="ctr" fontAlgn="base"/>
              <a:r>
                <a:rPr lang="zh-CN" altLang="en-US" sz="3200" b="1" dirty="0">
                  <a:latin typeface="华文楷体" panose="02010600040101010101" charset="-122"/>
                  <a:ea typeface="华文楷体" panose="02010600040101010101" charset="-122"/>
                  <a:sym typeface="华文细黑" panose="02010600040101010101" pitchFamily="2" charset="-122"/>
                </a:rPr>
                <a:t>他靠在沙发上</a:t>
              </a:r>
              <a:r>
                <a:rPr lang="zh-CN" altLang="en-US" sz="3200" b="1" dirty="0">
                  <a:solidFill>
                    <a:srgbClr val="0070C0"/>
                  </a:solidFill>
                  <a:latin typeface="华文楷体" panose="02010600040101010101" charset="-122"/>
                  <a:ea typeface="华文楷体" panose="02010600040101010101" charset="-122"/>
                  <a:sym typeface="华文细黑" panose="02010600040101010101" pitchFamily="2" charset="-122"/>
                </a:rPr>
                <a:t>舒舒服服</a:t>
              </a:r>
              <a:r>
                <a:rPr lang="zh-CN" altLang="en-US" sz="3200" b="1" dirty="0">
                  <a:latin typeface="华文楷体" panose="02010600040101010101" charset="-122"/>
                  <a:ea typeface="华文楷体" panose="02010600040101010101" charset="-122"/>
                  <a:sym typeface="华文细黑" panose="02010600040101010101" pitchFamily="2" charset="-122"/>
                </a:rPr>
                <a:t>地看电视。</a:t>
              </a:r>
            </a:p>
            <a:p>
              <a:pPr algn="ctr" fontAlgn="base"/>
              <a:r>
                <a:rPr lang="zh-CN" altLang="en-US" sz="2800" dirty="0">
                  <a:latin typeface="华文楷体" panose="02010600040101010101" charset="-122"/>
                  <a:ea typeface="华文楷体" panose="02010600040101010101" charset="-122"/>
                  <a:sym typeface="华文细黑" panose="02010600040101010101" pitchFamily="2" charset="-122"/>
                </a:rPr>
                <a:t>（口语）</a:t>
              </a:r>
            </a:p>
          </p:txBody>
        </p:sp>
      </p:grpSp>
      <p:grpSp>
        <p:nvGrpSpPr>
          <p:cNvPr id="80" name="组合 79"/>
          <p:cNvGrpSpPr/>
          <p:nvPr/>
        </p:nvGrpSpPr>
        <p:grpSpPr>
          <a:xfrm>
            <a:off x="246122" y="1929547"/>
            <a:ext cx="9177295" cy="1464716"/>
            <a:chOff x="518" y="3426"/>
            <a:chExt cx="13843" cy="1305"/>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8" y="3640"/>
              <a:ext cx="13843" cy="905"/>
            </a:xfrm>
            <a:prstGeom prst="rect">
              <a:avLst/>
            </a:prstGeom>
            <a:noFill/>
          </p:spPr>
          <p:txBody>
            <a:bodyPr wrap="square">
              <a:spAutoFit/>
            </a:bodyPr>
            <a:lstStyle/>
            <a:p>
              <a:pPr algn="ctr" fontAlgn="base"/>
              <a:r>
                <a:rPr lang="zh-CN" altLang="en-US" sz="3200" b="1" dirty="0">
                  <a:latin typeface="华文楷体" panose="02010600040101010101" charset="-122"/>
                  <a:ea typeface="华文楷体" panose="02010600040101010101" charset="-122"/>
                  <a:sym typeface="华文细黑" panose="02010600040101010101" pitchFamily="2" charset="-122"/>
                </a:rPr>
                <a:t>听了他的话，我心里很不</a:t>
              </a:r>
              <a:r>
                <a:rPr lang="zh-CN" altLang="en-US" sz="3200" b="1" dirty="0">
                  <a:solidFill>
                    <a:srgbClr val="0070C0"/>
                  </a:solidFill>
                  <a:latin typeface="华文楷体" panose="02010600040101010101" charset="-122"/>
                  <a:ea typeface="华文楷体" panose="02010600040101010101" charset="-122"/>
                  <a:sym typeface="华文细黑" panose="02010600040101010101" pitchFamily="2" charset="-122"/>
                </a:rPr>
                <a:t>舒服</a:t>
              </a:r>
              <a:r>
                <a:rPr lang="zh-CN" altLang="en-US" sz="3200" b="1" dirty="0">
                  <a:latin typeface="华文楷体" panose="02010600040101010101" charset="-122"/>
                  <a:ea typeface="华文楷体" panose="02010600040101010101" charset="-122"/>
                  <a:sym typeface="华文细黑" panose="02010600040101010101" pitchFamily="2" charset="-122"/>
                </a:rPr>
                <a:t>。</a:t>
              </a:r>
            </a:p>
            <a:p>
              <a:pPr algn="ctr" fontAlgn="base"/>
              <a:r>
                <a:rPr lang="zh-CN" altLang="en-US" sz="2800" dirty="0">
                  <a:latin typeface="华文楷体" panose="02010600040101010101" charset="-122"/>
                  <a:ea typeface="华文楷体" panose="02010600040101010101" charset="-122"/>
                  <a:sym typeface="华文细黑" panose="02010600040101010101" pitchFamily="2" charset="-122"/>
                </a:rPr>
                <a:t>（人的身体、精神的主观感受）</a:t>
              </a:r>
            </a:p>
          </p:txBody>
        </p:sp>
      </p:grpSp>
      <p:grpSp>
        <p:nvGrpSpPr>
          <p:cNvPr id="17" name="组合 16"/>
          <p:cNvGrpSpPr/>
          <p:nvPr/>
        </p:nvGrpSpPr>
        <p:grpSpPr>
          <a:xfrm>
            <a:off x="291207" y="5373573"/>
            <a:ext cx="8997573" cy="1267939"/>
            <a:chOff x="518" y="3426"/>
            <a:chExt cx="13515" cy="1305"/>
          </a:xfrm>
        </p:grpSpPr>
        <p:sp>
          <p:nvSpPr>
            <p:cNvPr id="18" name="圆角矩形 17"/>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7"/>
            <p:cNvSpPr txBox="1"/>
            <p:nvPr/>
          </p:nvSpPr>
          <p:spPr>
            <a:xfrm>
              <a:off x="518" y="3640"/>
              <a:ext cx="13515" cy="1045"/>
            </a:xfrm>
            <a:prstGeom prst="rect">
              <a:avLst/>
            </a:prstGeom>
            <a:noFill/>
          </p:spPr>
          <p:txBody>
            <a:bodyPr wrap="square">
              <a:spAutoFit/>
            </a:bodyPr>
            <a:lstStyle/>
            <a:p>
              <a:pPr algn="ctr" fontAlgn="base"/>
              <a:r>
                <a:rPr lang="zh-CN" altLang="en-US" sz="3200" b="1" dirty="0">
                  <a:latin typeface="华文楷体" panose="02010600040101010101" charset="-122"/>
                  <a:ea typeface="华文楷体" panose="02010600040101010101" charset="-122"/>
                  <a:sym typeface="华文细黑" panose="02010600040101010101" pitchFamily="2" charset="-122"/>
                </a:rPr>
                <a:t>踢完球了？洗个热水澡</a:t>
              </a:r>
              <a:r>
                <a:rPr lang="zh-CN" altLang="en-US" sz="3200" b="1" dirty="0">
                  <a:solidFill>
                    <a:srgbClr val="0070C0"/>
                  </a:solidFill>
                  <a:latin typeface="华文楷体" panose="02010600040101010101" charset="-122"/>
                  <a:ea typeface="华文楷体" panose="02010600040101010101" charset="-122"/>
                  <a:sym typeface="华文细黑" panose="02010600040101010101" pitchFamily="2" charset="-122"/>
                </a:rPr>
                <a:t>舒服舒服</a:t>
              </a:r>
              <a:r>
                <a:rPr lang="zh-CN" altLang="en-US" sz="3200" b="1" dirty="0">
                  <a:latin typeface="华文楷体" panose="02010600040101010101" charset="-122"/>
                  <a:ea typeface="华文楷体" panose="02010600040101010101" charset="-122"/>
                  <a:sym typeface="华文细黑" panose="02010600040101010101" pitchFamily="2" charset="-122"/>
                </a:rPr>
                <a:t>吧。</a:t>
              </a:r>
            </a:p>
            <a:p>
              <a:pPr algn="ctr" fontAlgn="base"/>
              <a:r>
                <a:rPr lang="zh-CN" altLang="en-US" sz="2800" dirty="0">
                  <a:latin typeface="华文楷体" panose="02010600040101010101" charset="-122"/>
                  <a:ea typeface="华文楷体" panose="02010600040101010101" charset="-122"/>
                  <a:sym typeface="华文细黑" panose="02010600040101010101" pitchFamily="2" charset="-122"/>
                </a:rPr>
                <a:t>（可以重叠为</a:t>
              </a:r>
              <a:r>
                <a:rPr lang="en-US" altLang="zh-CN" sz="2800" dirty="0">
                  <a:latin typeface="华文楷体" panose="02010600040101010101" charset="-122"/>
                  <a:ea typeface="华文楷体" panose="02010600040101010101" charset="-122"/>
                  <a:sym typeface="华文细黑" panose="02010600040101010101" pitchFamily="2" charset="-122"/>
                </a:rPr>
                <a:t>AABB</a:t>
              </a:r>
              <a:r>
                <a:rPr lang="zh-CN" altLang="en-US" sz="2800" dirty="0">
                  <a:latin typeface="华文楷体" panose="02010600040101010101" charset="-122"/>
                  <a:ea typeface="华文楷体" panose="02010600040101010101" charset="-122"/>
                  <a:sym typeface="华文细黑" panose="02010600040101010101" pitchFamily="2" charset="-122"/>
                </a:rPr>
                <a:t>，或作动词，重叠为</a:t>
              </a:r>
              <a:r>
                <a:rPr lang="en-US" altLang="zh-CN" sz="2800" dirty="0">
                  <a:latin typeface="华文楷体" panose="02010600040101010101" charset="-122"/>
                  <a:ea typeface="华文楷体" panose="02010600040101010101" charset="-122"/>
                  <a:sym typeface="华文细黑" panose="02010600040101010101" pitchFamily="2" charset="-122"/>
                </a:rPr>
                <a:t>ABAB</a:t>
              </a:r>
              <a:r>
                <a:rPr lang="zh-CN" altLang="en-US" sz="2800" dirty="0">
                  <a:latin typeface="华文楷体" panose="02010600040101010101" charset="-122"/>
                  <a:ea typeface="华文楷体" panose="02010600040101010101" charset="-122"/>
                  <a:sym typeface="华文细黑" panose="02010600040101010101" pitchFamily="2" charset="-122"/>
                </a:rPr>
                <a:t>形式）</a:t>
              </a:r>
            </a:p>
          </p:txBody>
        </p:sp>
      </p:grpSp>
      <p:pic>
        <p:nvPicPr>
          <p:cNvPr id="2" name="图片 1"/>
          <p:cNvPicPr>
            <a:picLocks noChangeAspect="1"/>
          </p:cNvPicPr>
          <p:nvPr/>
        </p:nvPicPr>
        <p:blipFill>
          <a:blip r:embed="rId5">
            <a:extLst>
              <a:ext uri="{BEBA8EAE-BF5A-486C-A8C5-ECC9F3942E4B}">
                <a14:imgProps xmlns:a14="http://schemas.microsoft.com/office/drawing/2010/main">
                  <a14:imgLayer r:embed="rId6">
                    <a14:imgEffect>
                      <a14:backgroundRemoval t="6923" b="99231" l="0" r="96000">
                        <a14:foregroundMark x1="12000" y1="39231" x2="37714" y2="68462"/>
                        <a14:foregroundMark x1="13143" y1="63077" x2="38857" y2="40769"/>
                      </a14:backgroundRemoval>
                    </a14:imgEffect>
                  </a14:imgLayer>
                </a14:imgProps>
              </a:ext>
            </a:extLst>
          </a:blip>
          <a:stretch>
            <a:fillRect/>
          </a:stretch>
        </p:blipFill>
        <p:spPr>
          <a:xfrm>
            <a:off x="8027304" y="4082173"/>
            <a:ext cx="1666875" cy="1238250"/>
          </a:xfrm>
          <a:prstGeom prst="rect">
            <a:avLst/>
          </a:prstGeom>
        </p:spPr>
      </p:pic>
      <p:pic>
        <p:nvPicPr>
          <p:cNvPr id="3" name="图片 2"/>
          <p:cNvPicPr>
            <a:picLocks noChangeAspect="1"/>
          </p:cNvPicPr>
          <p:nvPr/>
        </p:nvPicPr>
        <p:blipFill>
          <a:blip r:embed="rId7">
            <a:extLst>
              <a:ext uri="{BEBA8EAE-BF5A-486C-A8C5-ECC9F3942E4B}">
                <a14:imgProps xmlns:a14="http://schemas.microsoft.com/office/drawing/2010/main">
                  <a14:imgLayer r:embed="rId8">
                    <a14:imgEffect>
                      <a14:backgroundRemoval t="0" b="100000" l="0" r="100000"/>
                    </a14:imgEffect>
                  </a14:imgLayer>
                </a14:imgProps>
              </a:ext>
            </a:extLst>
          </a:blip>
          <a:stretch>
            <a:fillRect/>
          </a:stretch>
        </p:blipFill>
        <p:spPr>
          <a:xfrm>
            <a:off x="8389260" y="1309659"/>
            <a:ext cx="1162050" cy="1133475"/>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1"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288780" y="3193415"/>
            <a:ext cx="2837180" cy="840516"/>
            <a:chOff x="7787" y="3144"/>
            <a:chExt cx="5660" cy="935"/>
          </a:xfrm>
        </p:grpSpPr>
        <p:sp>
          <p:nvSpPr>
            <p:cNvPr id="33" name="圆角矩形 32"/>
            <p:cNvSpPr/>
            <p:nvPr/>
          </p:nvSpPr>
          <p:spPr>
            <a:xfrm>
              <a:off x="8776" y="3144"/>
              <a:ext cx="3577" cy="93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787" y="3219"/>
              <a:ext cx="5660" cy="855"/>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舒适</a:t>
              </a:r>
              <a:endParaRPr lang="zh-CN" altLang="zh-CN" sz="2000" b="1" kern="100" dirty="0">
                <a:solidFill>
                  <a:schemeClr val="bg1">
                    <a:lumMod val="65000"/>
                  </a:schemeClr>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p:txBody>
        </p:sp>
      </p:grpSp>
      <p:grpSp>
        <p:nvGrpSpPr>
          <p:cNvPr id="68" name="组合 67"/>
          <p:cNvGrpSpPr/>
          <p:nvPr/>
        </p:nvGrpSpPr>
        <p:grpSpPr>
          <a:xfrm>
            <a:off x="260757" y="3400237"/>
            <a:ext cx="9478645" cy="1565045"/>
            <a:chOff x="133" y="3426"/>
            <a:chExt cx="14927" cy="1623"/>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133" y="3549"/>
              <a:ext cx="14927" cy="1500"/>
            </a:xfrm>
            <a:prstGeom prst="rect">
              <a:avLst/>
            </a:prstGeom>
            <a:noFill/>
          </p:spPr>
          <p:txBody>
            <a:bodyPr wrap="square">
              <a:spAutoFit/>
            </a:bodyPr>
            <a:lstStyle/>
            <a:p>
              <a:pPr lvl="0" fontAlgn="base"/>
              <a:r>
                <a:rPr lang="zh-CN" altLang="en-US" sz="3200" b="1" dirty="0">
                  <a:latin typeface="华文楷体" panose="02010600040101010101" charset="-122"/>
                  <a:ea typeface="华文楷体" panose="02010600040101010101" charset="-122"/>
                  <a:sym typeface="华文细黑" panose="02010600040101010101" pitchFamily="2" charset="-122"/>
                </a:rPr>
                <a:t>饭店为入住的客人准备了</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舒适</a:t>
              </a:r>
              <a:r>
                <a:rPr lang="en-US" altLang="zh-CN" sz="3200" b="1" dirty="0">
                  <a:latin typeface="华文楷体" panose="02010600040101010101" charset="-122"/>
                  <a:ea typeface="华文楷体" panose="02010600040101010101" charset="-122"/>
                  <a:sym typeface="华文细黑" panose="02010600040101010101" pitchFamily="2" charset="-122"/>
                </a:rPr>
                <a:t>/</a:t>
              </a:r>
              <a:r>
                <a:rPr lang="zh-CN" altLang="en-US" sz="3200" b="1" dirty="0">
                  <a:solidFill>
                    <a:srgbClr val="0070C0"/>
                  </a:solidFill>
                  <a:latin typeface="华文楷体" panose="02010600040101010101" charset="-122"/>
                  <a:ea typeface="华文楷体" panose="02010600040101010101" charset="-122"/>
                  <a:sym typeface="华文细黑" panose="02010600040101010101" pitchFamily="2" charset="-122"/>
                </a:rPr>
                <a:t>舒服</a:t>
              </a:r>
              <a:r>
                <a:rPr lang="zh-CN" altLang="en-US" sz="3200" b="1" dirty="0">
                  <a:latin typeface="华文楷体" panose="02010600040101010101" charset="-122"/>
                  <a:ea typeface="华文楷体" panose="02010600040101010101" charset="-122"/>
                  <a:sym typeface="华文细黑" panose="02010600040101010101" pitchFamily="2" charset="-122"/>
                </a:rPr>
                <a:t>的房间。</a:t>
              </a:r>
            </a:p>
            <a:p>
              <a:pPr lvl="0" fontAlgn="base"/>
              <a:r>
                <a:rPr lang="zh-CN" altLang="en-US" sz="2800" dirty="0">
                  <a:latin typeface="华文楷体" panose="02010600040101010101" charset="-122"/>
                  <a:ea typeface="华文楷体" panose="02010600040101010101" charset="-122"/>
                  <a:sym typeface="华文细黑" panose="02010600040101010101" pitchFamily="2" charset="-122"/>
                </a:rPr>
                <a:t>（形容词，表示轻松愉快）</a:t>
              </a:r>
              <a:r>
                <a:rPr lang="vi-VN" altLang="zh-CN" sz="2800" dirty="0">
                  <a:latin typeface="华文楷体" panose="02010600040101010101" charset="-122"/>
                  <a:ea typeface="华文楷体" panose="02010600040101010101" charset="-122"/>
                  <a:sym typeface="华文细黑" panose="02010600040101010101" pitchFamily="2" charset="-122"/>
                </a:rPr>
                <a:t>đều có thể là tính từ thể hiện thư giãn, vui vẻ</a:t>
              </a:r>
              <a:endParaRPr lang="zh-CN" altLang="en-US" sz="2800" dirty="0">
                <a:latin typeface="华文楷体" panose="02010600040101010101" charset="-122"/>
                <a:ea typeface="华文楷体" panose="02010600040101010101" charset="-122"/>
                <a:sym typeface="华文细黑" panose="02010600040101010101" pitchFamily="2" charset="-122"/>
              </a:endParaRPr>
            </a:p>
          </p:txBody>
        </p:sp>
      </p:grpSp>
      <p:grpSp>
        <p:nvGrpSpPr>
          <p:cNvPr id="2" name="组合 1"/>
          <p:cNvGrpSpPr/>
          <p:nvPr/>
        </p:nvGrpSpPr>
        <p:grpSpPr>
          <a:xfrm>
            <a:off x="9295130" y="4324985"/>
            <a:ext cx="2837180" cy="840516"/>
            <a:chOff x="7787" y="3144"/>
            <a:chExt cx="5660" cy="935"/>
          </a:xfrm>
        </p:grpSpPr>
        <p:sp>
          <p:nvSpPr>
            <p:cNvPr id="3" name="圆角矩形 2"/>
            <p:cNvSpPr/>
            <p:nvPr/>
          </p:nvSpPr>
          <p:spPr>
            <a:xfrm>
              <a:off x="8776" y="3144"/>
              <a:ext cx="3577" cy="93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787" y="3219"/>
              <a:ext cx="5660" cy="855"/>
            </a:xfrm>
            <a:prstGeom prst="rect">
              <a:avLst/>
            </a:prstGeom>
            <a:noFill/>
          </p:spPr>
          <p:txBody>
            <a:bodyPr wrap="square" rtlCol="0">
              <a:spAutoFit/>
            </a:bodyPr>
            <a:lstStyle/>
            <a:p>
              <a:pPr algn="ctr" fontAlgn="ctr"/>
              <a:r>
                <a:rPr lang="zh-CN" altLang="en-US" sz="4400" b="1" kern="100" dirty="0">
                  <a:solidFill>
                    <a:schemeClr val="accent1"/>
                  </a:solidFill>
                  <a:latin typeface="华文楷体" panose="02010600040101010101" charset="-122"/>
                  <a:ea typeface="华文楷体" panose="02010600040101010101" charset="-122"/>
                  <a:cs typeface="华文细黑" panose="02010600040101010101" pitchFamily="2" charset="-122"/>
                  <a:sym typeface="+mn-ea"/>
                </a:rPr>
                <a:t>舒服</a:t>
              </a:r>
            </a:p>
          </p:txBody>
        </p:sp>
      </p:grpSp>
      <p:pic>
        <p:nvPicPr>
          <p:cNvPr id="4" name="图片 3"/>
          <p:cNvPicPr>
            <a:picLocks noChangeAspect="1"/>
          </p:cNvPicPr>
          <p:nvPr/>
        </p:nvPicPr>
        <p:blipFill>
          <a:blip r:embed="rId5"/>
          <a:stretch>
            <a:fillRect/>
          </a:stretch>
        </p:blipFill>
        <p:spPr>
          <a:xfrm>
            <a:off x="6582305" y="4465839"/>
            <a:ext cx="2712825" cy="1525324"/>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1"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pic>
        <p:nvPicPr>
          <p:cNvPr id="30" name="图片 29" descr="C:\Users\Administrator\Desktop\4a7e7ce1.png4a7e7ce1"/>
          <p:cNvPicPr>
            <a:picLocks noChangeAspect="1"/>
          </p:cNvPicPr>
          <p:nvPr/>
        </p:nvPicPr>
        <p:blipFill>
          <a:blip r:embed="rId3"/>
          <a:srcRect/>
          <a:stretch>
            <a:fillRect/>
          </a:stretch>
        </p:blipFill>
        <p:spPr>
          <a:xfrm>
            <a:off x="9776248" y="-717762"/>
            <a:ext cx="1801707" cy="2511213"/>
          </a:xfrm>
          <a:prstGeom prst="rect">
            <a:avLst/>
          </a:prstGeom>
        </p:spPr>
      </p:pic>
      <p:grpSp>
        <p:nvGrpSpPr>
          <p:cNvPr id="31" name="组合 30"/>
          <p:cNvGrpSpPr/>
          <p:nvPr/>
        </p:nvGrpSpPr>
        <p:grpSpPr>
          <a:xfrm>
            <a:off x="505460" y="1424940"/>
            <a:ext cx="2837180" cy="840516"/>
            <a:chOff x="7787" y="3144"/>
            <a:chExt cx="5660" cy="935"/>
          </a:xfrm>
        </p:grpSpPr>
        <p:sp>
          <p:nvSpPr>
            <p:cNvPr id="33" name="圆角矩形 32"/>
            <p:cNvSpPr/>
            <p:nvPr/>
          </p:nvSpPr>
          <p:spPr>
            <a:xfrm>
              <a:off x="8776" y="3144"/>
              <a:ext cx="3577" cy="93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787" y="3219"/>
              <a:ext cx="5660" cy="855"/>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舒适</a:t>
              </a:r>
              <a:endParaRPr lang="zh-CN" altLang="zh-CN" sz="2000" b="1" kern="100" dirty="0">
                <a:solidFill>
                  <a:schemeClr val="bg1">
                    <a:lumMod val="65000"/>
                  </a:schemeClr>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p:txBody>
        </p:sp>
      </p:grpSp>
      <p:sp>
        <p:nvSpPr>
          <p:cNvPr id="62" name="圆角矩形 61"/>
          <p:cNvSpPr/>
          <p:nvPr/>
        </p:nvSpPr>
        <p:spPr>
          <a:xfrm>
            <a:off x="505460" y="2395220"/>
            <a:ext cx="10558145" cy="420052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622800" y="1424940"/>
            <a:ext cx="2837180" cy="840516"/>
            <a:chOff x="7787" y="3144"/>
            <a:chExt cx="5660" cy="935"/>
          </a:xfrm>
        </p:grpSpPr>
        <p:sp>
          <p:nvSpPr>
            <p:cNvPr id="3" name="圆角矩形 2"/>
            <p:cNvSpPr/>
            <p:nvPr/>
          </p:nvSpPr>
          <p:spPr>
            <a:xfrm>
              <a:off x="8776" y="3144"/>
              <a:ext cx="3577" cy="93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787" y="3219"/>
              <a:ext cx="5660" cy="855"/>
            </a:xfrm>
            <a:prstGeom prst="rect">
              <a:avLst/>
            </a:prstGeom>
            <a:noFill/>
          </p:spPr>
          <p:txBody>
            <a:bodyPr wrap="square" rtlCol="0">
              <a:spAutoFit/>
            </a:bodyPr>
            <a:lstStyle/>
            <a:p>
              <a:pPr algn="ctr" fontAlgn="ctr"/>
              <a:r>
                <a:rPr lang="zh-CN" altLang="en-US" sz="4400" b="1" kern="100" dirty="0">
                  <a:solidFill>
                    <a:schemeClr val="accent1"/>
                  </a:solidFill>
                  <a:latin typeface="华文楷体" panose="02010600040101010101" charset="-122"/>
                  <a:ea typeface="华文楷体" panose="02010600040101010101" charset="-122"/>
                  <a:cs typeface="华文细黑" panose="02010600040101010101" pitchFamily="2" charset="-122"/>
                  <a:sym typeface="+mn-ea"/>
                </a:rPr>
                <a:t>舒服</a:t>
              </a:r>
            </a:p>
          </p:txBody>
        </p:sp>
      </p:grpSp>
      <p:sp>
        <p:nvSpPr>
          <p:cNvPr id="6" name="文本框 5"/>
          <p:cNvSpPr txBox="1"/>
          <p:nvPr/>
        </p:nvSpPr>
        <p:spPr>
          <a:xfrm>
            <a:off x="3707130" y="1435735"/>
            <a:ext cx="1047115" cy="829945"/>
          </a:xfrm>
          <a:prstGeom prst="rect">
            <a:avLst/>
          </a:prstGeom>
          <a:noFill/>
        </p:spPr>
        <p:txBody>
          <a:bodyPr wrap="square" rtlCol="0">
            <a:spAutoFit/>
          </a:bodyPr>
          <a:lstStyle/>
          <a:p>
            <a:r>
              <a:rPr lang="en-US" altLang="zh-CN" sz="4800"/>
              <a:t>vs</a:t>
            </a:r>
          </a:p>
        </p:txBody>
      </p:sp>
      <p:sp>
        <p:nvSpPr>
          <p:cNvPr id="8" name="文本框 7"/>
          <p:cNvSpPr txBox="1"/>
          <p:nvPr/>
        </p:nvSpPr>
        <p:spPr>
          <a:xfrm>
            <a:off x="776605" y="2633345"/>
            <a:ext cx="10016490" cy="1471295"/>
          </a:xfrm>
          <a:prstGeom prst="rect">
            <a:avLst/>
          </a:prstGeom>
          <a:noFill/>
        </p:spPr>
        <p:txBody>
          <a:bodyPr wrap="square" rtlCol="0">
            <a:noAutofit/>
          </a:bodyPr>
          <a:lstStyle/>
          <a:p>
            <a:r>
              <a:rPr lang="zh-CN" altLang="en-US" sz="2800"/>
              <a:t>相同点</a:t>
            </a:r>
            <a:r>
              <a:rPr lang="en-US" altLang="zh-CN" sz="2800"/>
              <a:t>：</a:t>
            </a:r>
            <a:r>
              <a:rPr lang="zh-CN" altLang="en-US" sz="2000"/>
              <a:t>都表示一种</a:t>
            </a:r>
            <a:r>
              <a:rPr lang="zh-CN" altLang="en-US" sz="2000">
                <a:highlight>
                  <a:srgbClr val="FFFF00"/>
                </a:highlight>
              </a:rPr>
              <a:t>身心愉悦、轻松自在的状态</a:t>
            </a:r>
            <a:r>
              <a:rPr lang="zh-CN" altLang="en-US" sz="2000"/>
              <a:t>，常用于描述</a:t>
            </a:r>
            <a:r>
              <a:rPr lang="zh-CN" altLang="en-US" sz="2000">
                <a:highlight>
                  <a:srgbClr val="FFFF00"/>
                </a:highlight>
              </a:rPr>
              <a:t>环境、身体或心理感受</a:t>
            </a:r>
            <a:r>
              <a:rPr lang="zh-CN" altLang="en-US" sz="2000"/>
              <a:t>。</a:t>
            </a:r>
          </a:p>
          <a:p>
            <a:endParaRPr lang="zh-CN" altLang="en-US" sz="2000"/>
          </a:p>
          <a:p>
            <a:r>
              <a:rPr lang="en-US" altLang="zh-CN" sz="2000"/>
              <a:t>eg：</a:t>
            </a:r>
            <a:r>
              <a:rPr lang="zh-CN" altLang="en-US" sz="2000"/>
              <a:t>这个房间很舒适</a:t>
            </a:r>
            <a:r>
              <a:rPr lang="en-US" altLang="zh-CN" sz="2000"/>
              <a:t>/</a:t>
            </a:r>
            <a:r>
              <a:rPr lang="zh-CN" altLang="en-US" sz="2000"/>
              <a:t>这个沙发坐着很舒服</a:t>
            </a:r>
            <a:r>
              <a:rPr lang="en-US" altLang="zh-CN" sz="2000"/>
              <a:t>。</a:t>
            </a:r>
          </a:p>
        </p:txBody>
      </p:sp>
      <p:sp>
        <p:nvSpPr>
          <p:cNvPr id="10" name="文本框 9"/>
          <p:cNvSpPr txBox="1"/>
          <p:nvPr/>
        </p:nvSpPr>
        <p:spPr>
          <a:xfrm>
            <a:off x="776605" y="3567536"/>
            <a:ext cx="10016490" cy="2277745"/>
          </a:xfrm>
          <a:prstGeom prst="rect">
            <a:avLst/>
          </a:prstGeom>
          <a:noFill/>
        </p:spPr>
        <p:txBody>
          <a:bodyPr wrap="square" rtlCol="0">
            <a:noAutofit/>
          </a:bodyPr>
          <a:lstStyle/>
          <a:p>
            <a:r>
              <a:rPr lang="zh-CN" altLang="en-US" sz="2800" dirty="0"/>
              <a:t>不同点</a:t>
            </a:r>
            <a:r>
              <a:rPr lang="en-US" altLang="zh-CN" sz="2800" dirty="0"/>
              <a:t>：</a:t>
            </a:r>
          </a:p>
          <a:p>
            <a:endParaRPr lang="zh-CN" altLang="en-US" sz="2000" dirty="0"/>
          </a:p>
          <a:p>
            <a:r>
              <a:rPr lang="zh-CN" altLang="en-US" sz="2000" b="1" dirty="0"/>
              <a:t>舒适</a:t>
            </a:r>
            <a:r>
              <a:rPr lang="en-US" altLang="zh-CN" sz="2000" b="1" dirty="0"/>
              <a:t>：</a:t>
            </a:r>
            <a:r>
              <a:rPr lang="zh-CN" altLang="en-US" sz="2000" dirty="0"/>
              <a:t>强调</a:t>
            </a:r>
            <a:r>
              <a:rPr lang="zh-CN" altLang="en-US" sz="2000" dirty="0">
                <a:highlight>
                  <a:srgbClr val="FFFF00"/>
                </a:highlight>
              </a:rPr>
              <a:t>客观</a:t>
            </a:r>
            <a:r>
              <a:rPr lang="vi-VN" altLang="zh-CN" sz="2000" dirty="0">
                <a:highlight>
                  <a:srgbClr val="FFFF00"/>
                </a:highlight>
              </a:rPr>
              <a:t>khách quan</a:t>
            </a:r>
            <a:r>
              <a:rPr lang="zh-CN" altLang="en-US" sz="2000" dirty="0"/>
              <a:t>条件带来的满足感，常用于描述环境、设施等外在因素</a:t>
            </a:r>
            <a:r>
              <a:rPr lang="en-US" altLang="zh-CN" sz="2000" dirty="0"/>
              <a:t>。 </a:t>
            </a:r>
            <a:r>
              <a:rPr lang="zh-CN" altLang="en-US" sz="2000" dirty="0"/>
              <a:t>多用于</a:t>
            </a:r>
            <a:r>
              <a:rPr lang="zh-CN" altLang="en-US" sz="2000" dirty="0">
                <a:highlight>
                  <a:srgbClr val="FFFF00"/>
                </a:highlight>
              </a:rPr>
              <a:t>书面语</a:t>
            </a:r>
            <a:r>
              <a:rPr lang="en-US" altLang="zh-CN" sz="2000" dirty="0"/>
              <a:t>。</a:t>
            </a:r>
            <a:endParaRPr lang="zh-CN" altLang="en-US" sz="2000" dirty="0"/>
          </a:p>
          <a:p>
            <a:r>
              <a:rPr lang="zh-CN" altLang="en-US" sz="2000" b="1" dirty="0"/>
              <a:t>舒服</a:t>
            </a:r>
            <a:r>
              <a:rPr lang="en-US" altLang="zh-CN" sz="2000" b="1" dirty="0"/>
              <a:t>：</a:t>
            </a:r>
            <a:r>
              <a:rPr lang="zh-CN" altLang="en-US" sz="2000" dirty="0"/>
              <a:t>强调</a:t>
            </a:r>
            <a:r>
              <a:rPr lang="zh-CN" altLang="en-US" sz="2000" dirty="0">
                <a:highlight>
                  <a:srgbClr val="FFFF00"/>
                </a:highlight>
              </a:rPr>
              <a:t>主观</a:t>
            </a:r>
            <a:r>
              <a:rPr lang="vi-VN" altLang="zh-CN" sz="2000" dirty="0">
                <a:highlight>
                  <a:srgbClr val="FFFF00"/>
                </a:highlight>
              </a:rPr>
              <a:t>chủ quan</a:t>
            </a:r>
            <a:r>
              <a:rPr lang="zh-CN" altLang="en-US" sz="2000" dirty="0"/>
              <a:t>感受的直接体验，常用于身体或心理上的即时反应。</a:t>
            </a:r>
            <a:r>
              <a:rPr lang="en-US" altLang="zh-CN" sz="2000" dirty="0"/>
              <a:t>   </a:t>
            </a:r>
            <a:r>
              <a:rPr lang="zh-CN" altLang="en-US" sz="2000" dirty="0"/>
              <a:t>多用于</a:t>
            </a:r>
            <a:r>
              <a:rPr lang="zh-CN" altLang="en-US" sz="2000" dirty="0">
                <a:highlight>
                  <a:srgbClr val="FFFF00"/>
                </a:highlight>
              </a:rPr>
              <a:t>口语</a:t>
            </a:r>
            <a:r>
              <a:rPr lang="en-US" altLang="zh-CN" sz="2000" dirty="0"/>
              <a:t>。</a:t>
            </a:r>
            <a:endParaRPr lang="zh-CN" altLang="en-US" sz="2000" dirty="0"/>
          </a:p>
          <a:p>
            <a:endParaRPr lang="zh-CN" altLang="en-US" sz="2000" dirty="0"/>
          </a:p>
          <a:p>
            <a:r>
              <a:rPr lang="en-US" altLang="zh-CN" sz="2000" dirty="0" err="1"/>
              <a:t>eg</a:t>
            </a:r>
            <a:r>
              <a:rPr lang="en-US" altLang="zh-CN" sz="2000" dirty="0"/>
              <a:t>：</a:t>
            </a:r>
            <a:r>
              <a:rPr lang="zh-CN" altLang="en-US" sz="2000" dirty="0"/>
              <a:t>听你这么说，我心里真不舒服（情感）</a:t>
            </a:r>
          </a:p>
          <a:p>
            <a:r>
              <a:rPr lang="zh-CN" altLang="en-US" sz="2000" dirty="0"/>
              <a:t> </a:t>
            </a:r>
            <a:r>
              <a:rPr lang="en-US" altLang="zh-CN" sz="2000" dirty="0"/>
              <a:t>       </a:t>
            </a:r>
            <a:r>
              <a:rPr lang="zh-CN" altLang="en-US" sz="2000" dirty="0"/>
              <a:t>痛痛快快哭一场，人就舒服了（动态变化）。</a:t>
            </a:r>
          </a:p>
          <a:p>
            <a:endParaRPr lang="zh-CN" altLang="en-US" sz="2000"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5"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grpSp>
        <p:nvGrpSpPr>
          <p:cNvPr id="9" name="组合 8"/>
          <p:cNvGrpSpPr/>
          <p:nvPr/>
        </p:nvGrpSpPr>
        <p:grpSpPr>
          <a:xfrm>
            <a:off x="4171950" y="455295"/>
            <a:ext cx="1402371" cy="708025"/>
            <a:chOff x="4428" y="448"/>
            <a:chExt cx="3124" cy="1115"/>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文本框 43"/>
            <p:cNvSpPr txBox="1"/>
            <p:nvPr/>
          </p:nvSpPr>
          <p:spPr>
            <a:xfrm>
              <a:off x="4429" y="448"/>
              <a:ext cx="3123" cy="1115"/>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舒服</a:t>
              </a:r>
            </a:p>
          </p:txBody>
        </p:sp>
      </p:grpSp>
      <p:grpSp>
        <p:nvGrpSpPr>
          <p:cNvPr id="10" name="组合 9"/>
          <p:cNvGrpSpPr/>
          <p:nvPr/>
        </p:nvGrpSpPr>
        <p:grpSpPr>
          <a:xfrm>
            <a:off x="6776720" y="455295"/>
            <a:ext cx="1472565" cy="708025"/>
            <a:chOff x="4428" y="448"/>
            <a:chExt cx="2319" cy="1115"/>
          </a:xfrm>
        </p:grpSpPr>
        <p:sp>
          <p:nvSpPr>
            <p:cNvPr id="11" name="圆角矩形 10"/>
            <p:cNvSpPr/>
            <p:nvPr/>
          </p:nvSpPr>
          <p:spPr>
            <a:xfrm>
              <a:off x="4428" y="462"/>
              <a:ext cx="2319"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4591" y="448"/>
              <a:ext cx="2155" cy="1115"/>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舒适</a:t>
              </a:r>
            </a:p>
          </p:txBody>
        </p:sp>
      </p:grpSp>
      <p:grpSp>
        <p:nvGrpSpPr>
          <p:cNvPr id="4" name="组合 3"/>
          <p:cNvGrpSpPr/>
          <p:nvPr/>
        </p:nvGrpSpPr>
        <p:grpSpPr>
          <a:xfrm>
            <a:off x="97472" y="1127004"/>
            <a:ext cx="11608435" cy="1542135"/>
            <a:chOff x="-443" y="1654"/>
            <a:chExt cx="18281" cy="2564"/>
          </a:xfrm>
        </p:grpSpPr>
        <p:sp>
          <p:nvSpPr>
            <p:cNvPr id="2" name="矩形 1"/>
            <p:cNvSpPr/>
            <p:nvPr/>
          </p:nvSpPr>
          <p:spPr>
            <a:xfrm>
              <a:off x="1460" y="2251"/>
              <a:ext cx="16378" cy="1967"/>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mn-ea"/>
                </a:rPr>
                <a:t>  早晨收拾完房间后，妈妈喜欢</a:t>
              </a:r>
              <a:r>
                <a:rPr lang="en-US" altLang="zh-CN" sz="32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mn-ea"/>
                </a:rPr>
                <a:t>地坐在那把躺椅  </a:t>
              </a:r>
              <a:endParaRPr lang="en-US" altLang="zh-CN" sz="3200" b="1" dirty="0">
                <a:solidFill>
                  <a:schemeClr val="tx1"/>
                </a:solidFill>
                <a:latin typeface="华文楷体" panose="02010600040101010101" charset="-122"/>
                <a:ea typeface="华文楷体" panose="02010600040101010101" charset="-122"/>
                <a:cs typeface="华文楷体" panose="02010600040101010101" charset="-122"/>
                <a:sym typeface="+mn-ea"/>
              </a:endParaRPr>
            </a:p>
            <a:p>
              <a:r>
                <a:rPr lang="en-US" altLang="zh-CN" sz="3200" b="1"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mn-ea"/>
                </a:rPr>
                <a:t>上休息一下。</a:t>
              </a:r>
            </a:p>
          </p:txBody>
        </p:sp>
        <p:pic>
          <p:nvPicPr>
            <p:cNvPr id="6" name="图片 5" descr="C:\Users\Administrator\Desktop\小红书\对外汉语战略搞钱计划\教学素材\图片素材\我压缩.png我压缩"/>
            <p:cNvPicPr>
              <a:picLocks noChangeAspect="1"/>
            </p:cNvPicPr>
            <p:nvPr/>
          </p:nvPicPr>
          <p:blipFill>
            <a:blip r:embed="rId4"/>
            <a:srcRect/>
            <a:stretch>
              <a:fillRect/>
            </a:stretch>
          </p:blipFill>
          <p:spPr>
            <a:xfrm>
              <a:off x="-443" y="1654"/>
              <a:ext cx="2564" cy="2564"/>
            </a:xfrm>
            <a:prstGeom prst="rect">
              <a:avLst/>
            </a:prstGeom>
          </p:spPr>
        </p:pic>
      </p:grpSp>
      <p:sp>
        <p:nvSpPr>
          <p:cNvPr id="36" name="文本框 35"/>
          <p:cNvSpPr txBox="1"/>
          <p:nvPr/>
        </p:nvSpPr>
        <p:spPr>
          <a:xfrm>
            <a:off x="6659904" y="1497092"/>
            <a:ext cx="1588746" cy="584775"/>
          </a:xfrm>
          <a:prstGeom prst="rect">
            <a:avLst/>
          </a:prstGeom>
          <a:noFill/>
        </p:spPr>
        <p:txBody>
          <a:bodyPr wrap="square" rtlCol="0" anchor="t">
            <a:spAutoFit/>
          </a:bodyPr>
          <a:lstStyle/>
          <a:p>
            <a:pPr algn="ctr"/>
            <a:r>
              <a:rPr lang="zh-CN" altLang="en-US" sz="32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舒服</a:t>
            </a:r>
          </a:p>
        </p:txBody>
      </p:sp>
      <p:grpSp>
        <p:nvGrpSpPr>
          <p:cNvPr id="7" name="组合 6"/>
          <p:cNvGrpSpPr/>
          <p:nvPr/>
        </p:nvGrpSpPr>
        <p:grpSpPr>
          <a:xfrm>
            <a:off x="97472" y="2584063"/>
            <a:ext cx="11608435" cy="1446281"/>
            <a:chOff x="-443" y="1654"/>
            <a:chExt cx="18281" cy="2572"/>
          </a:xfrm>
        </p:grpSpPr>
        <p:sp>
          <p:nvSpPr>
            <p:cNvPr id="8" name="矩形 7"/>
            <p:cNvSpPr/>
            <p:nvPr/>
          </p:nvSpPr>
          <p:spPr>
            <a:xfrm>
              <a:off x="1460" y="2723"/>
              <a:ext cx="16378" cy="1315"/>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en-US" altLang="zh-CN" sz="3200" b="1"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mn-ea"/>
                </a:rPr>
                <a:t>这家餐厅装修精美、环境 </a:t>
              </a:r>
              <a:r>
                <a:rPr lang="en-US" altLang="zh-CN" sz="3200" b="1" dirty="0">
                  <a:solidFill>
                    <a:schemeClr val="tx1"/>
                  </a:solidFill>
                  <a:latin typeface="华文楷体" panose="02010600040101010101" charset="-122"/>
                  <a:ea typeface="华文楷体" panose="02010600040101010101" charset="-122"/>
                  <a:cs typeface="华文楷体" panose="02010600040101010101" charset="-122"/>
                  <a:sym typeface="+mn-ea"/>
                </a:rPr>
                <a:t>_____</a:t>
              </a:r>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mn-ea"/>
                </a:rPr>
                <a:t>。</a:t>
              </a:r>
            </a:p>
          </p:txBody>
        </p:sp>
        <p:pic>
          <p:nvPicPr>
            <p:cNvPr id="16" name="图片 15" descr="C:\Users\Administrator\Desktop\小红书\对外汉语战略搞钱计划\教学素材\图片素材\我压缩.png我压缩"/>
            <p:cNvPicPr>
              <a:picLocks noChangeAspect="1"/>
            </p:cNvPicPr>
            <p:nvPr/>
          </p:nvPicPr>
          <p:blipFill>
            <a:blip r:embed="rId4"/>
            <a:srcRect/>
            <a:stretch>
              <a:fillRect/>
            </a:stretch>
          </p:blipFill>
          <p:spPr>
            <a:xfrm>
              <a:off x="-443" y="1654"/>
              <a:ext cx="2564" cy="2572"/>
            </a:xfrm>
            <a:prstGeom prst="rect">
              <a:avLst/>
            </a:prstGeom>
          </p:spPr>
        </p:pic>
      </p:grpSp>
      <p:grpSp>
        <p:nvGrpSpPr>
          <p:cNvPr id="17" name="组合 16"/>
          <p:cNvGrpSpPr/>
          <p:nvPr/>
        </p:nvGrpSpPr>
        <p:grpSpPr>
          <a:xfrm>
            <a:off x="97472" y="3895114"/>
            <a:ext cx="11608435" cy="1475515"/>
            <a:chOff x="-443" y="1654"/>
            <a:chExt cx="18281" cy="2733"/>
          </a:xfrm>
        </p:grpSpPr>
        <p:sp>
          <p:nvSpPr>
            <p:cNvPr id="18" name="矩形 17"/>
            <p:cNvSpPr/>
            <p:nvPr/>
          </p:nvSpPr>
          <p:spPr>
            <a:xfrm>
              <a:off x="1460" y="2610"/>
              <a:ext cx="16378"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en-US" altLang="zh-CN" sz="32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我今天脖子有点儿不</a:t>
              </a:r>
              <a:r>
                <a:rPr lang="en-US" altLang="zh-CN" sz="3200" b="1" dirty="0">
                  <a:solidFill>
                    <a:schemeClr val="tx1"/>
                  </a:solidFill>
                  <a:latin typeface="华文楷体" panose="02010600040101010101" charset="-122"/>
                  <a:ea typeface="华文楷体" panose="02010600040101010101" charset="-122"/>
                  <a:cs typeface="华文楷体" panose="02010600040101010101" charset="-122"/>
                  <a:sym typeface="+mn-ea"/>
                </a:rPr>
                <a:t>______</a:t>
              </a:r>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，左右转动时有点儿疼。</a:t>
              </a:r>
            </a:p>
          </p:txBody>
        </p:sp>
        <p:pic>
          <p:nvPicPr>
            <p:cNvPr id="23" name="图片 22" descr="C:\Users\Administrator\Desktop\小红书\对外汉语战略搞钱计划\教学素材\图片素材\我压缩.png我压缩"/>
            <p:cNvPicPr>
              <a:picLocks noChangeAspect="1"/>
            </p:cNvPicPr>
            <p:nvPr/>
          </p:nvPicPr>
          <p:blipFill>
            <a:blip r:embed="rId4"/>
            <a:srcRect/>
            <a:stretch>
              <a:fillRect/>
            </a:stretch>
          </p:blipFill>
          <p:spPr>
            <a:xfrm>
              <a:off x="-443" y="1654"/>
              <a:ext cx="2564" cy="2733"/>
            </a:xfrm>
            <a:prstGeom prst="rect">
              <a:avLst/>
            </a:prstGeom>
          </p:spPr>
        </p:pic>
      </p:grpSp>
      <p:sp>
        <p:nvSpPr>
          <p:cNvPr id="24" name="文本框 23"/>
          <p:cNvSpPr txBox="1"/>
          <p:nvPr/>
        </p:nvSpPr>
        <p:spPr>
          <a:xfrm>
            <a:off x="5662319" y="3213596"/>
            <a:ext cx="1995170" cy="584775"/>
          </a:xfrm>
          <a:prstGeom prst="rect">
            <a:avLst/>
          </a:prstGeom>
          <a:noFill/>
        </p:spPr>
        <p:txBody>
          <a:bodyPr wrap="square" rtlCol="0" anchor="t">
            <a:spAutoFit/>
          </a:bodyPr>
          <a:lstStyle/>
          <a:p>
            <a:pPr algn="ctr"/>
            <a:r>
              <a:rPr lang="zh-CN" altLang="en-US" sz="32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舒适</a:t>
            </a:r>
            <a:endParaRPr lang="zh-CN" altLang="en-US" sz="32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grpSp>
        <p:nvGrpSpPr>
          <p:cNvPr id="22" name="组合 21"/>
          <p:cNvGrpSpPr/>
          <p:nvPr/>
        </p:nvGrpSpPr>
        <p:grpSpPr>
          <a:xfrm>
            <a:off x="97472" y="5190048"/>
            <a:ext cx="11608435" cy="1701165"/>
            <a:chOff x="-351" y="1726"/>
            <a:chExt cx="18281" cy="2679"/>
          </a:xfrm>
        </p:grpSpPr>
        <p:sp>
          <p:nvSpPr>
            <p:cNvPr id="26" name="矩形 25"/>
            <p:cNvSpPr/>
            <p:nvPr/>
          </p:nvSpPr>
          <p:spPr>
            <a:xfrm>
              <a:off x="1552" y="2610"/>
              <a:ext cx="16378" cy="1795"/>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这艘客船就像高级宾馆一样，除了有</a:t>
              </a:r>
              <a:r>
                <a:rPr lang="en-US" altLang="zh-CN" sz="3200" b="1" dirty="0">
                  <a:solidFill>
                    <a:schemeClr val="tx1"/>
                  </a:solidFill>
                  <a:latin typeface="华文楷体" panose="02010600040101010101" charset="-122"/>
                  <a:ea typeface="华文楷体" panose="02010600040101010101" charset="-122"/>
                  <a:cs typeface="华文楷体" panose="02010600040101010101" charset="-122"/>
                  <a:sym typeface="+mn-ea"/>
                </a:rPr>
                <a:t>_____</a:t>
              </a:r>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的客舱外，</a:t>
              </a:r>
            </a:p>
            <a:p>
              <a:r>
                <a:rPr lang="zh-CN" altLang="en-US" sz="32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还有餐厅、电影院、商店、舞厅、游泳池等。</a:t>
              </a:r>
            </a:p>
          </p:txBody>
        </p:sp>
        <p:pic>
          <p:nvPicPr>
            <p:cNvPr id="27" name="图片 26" descr="C:\Users\Administrator\Desktop\小红书\对外汉语战略搞钱计划\教学素材\图片素材\我压缩.png我压缩"/>
            <p:cNvPicPr>
              <a:picLocks noChangeAspect="1"/>
            </p:cNvPicPr>
            <p:nvPr/>
          </p:nvPicPr>
          <p:blipFill>
            <a:blip r:embed="rId4"/>
            <a:srcRect/>
            <a:stretch>
              <a:fillRect/>
            </a:stretch>
          </p:blipFill>
          <p:spPr>
            <a:xfrm>
              <a:off x="-351" y="1726"/>
              <a:ext cx="2564" cy="2414"/>
            </a:xfrm>
            <a:prstGeom prst="rect">
              <a:avLst/>
            </a:prstGeom>
          </p:spPr>
        </p:pic>
      </p:grpSp>
      <p:sp>
        <p:nvSpPr>
          <p:cNvPr id="29" name="文本框 28"/>
          <p:cNvSpPr txBox="1"/>
          <p:nvPr/>
        </p:nvSpPr>
        <p:spPr>
          <a:xfrm>
            <a:off x="5097803" y="4522151"/>
            <a:ext cx="1588746" cy="584775"/>
          </a:xfrm>
          <a:prstGeom prst="rect">
            <a:avLst/>
          </a:prstGeom>
          <a:noFill/>
        </p:spPr>
        <p:txBody>
          <a:bodyPr wrap="square" rtlCol="0" anchor="t">
            <a:spAutoFit/>
          </a:bodyPr>
          <a:lstStyle/>
          <a:p>
            <a:pPr algn="ctr"/>
            <a:r>
              <a:rPr lang="zh-CN" altLang="en-US" sz="32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舒服</a:t>
            </a:r>
          </a:p>
        </p:txBody>
      </p:sp>
      <p:sp>
        <p:nvSpPr>
          <p:cNvPr id="30" name="文本框 29"/>
          <p:cNvSpPr txBox="1"/>
          <p:nvPr/>
        </p:nvSpPr>
        <p:spPr>
          <a:xfrm>
            <a:off x="7759448" y="5766008"/>
            <a:ext cx="1995170" cy="584775"/>
          </a:xfrm>
          <a:prstGeom prst="rect">
            <a:avLst/>
          </a:prstGeom>
          <a:noFill/>
        </p:spPr>
        <p:txBody>
          <a:bodyPr wrap="square" rtlCol="0" anchor="t">
            <a:spAutoFit/>
          </a:bodyPr>
          <a:lstStyle/>
          <a:p>
            <a:pPr algn="ctr"/>
            <a:r>
              <a:rPr lang="zh-CN" altLang="en-US" sz="32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舒适</a:t>
            </a:r>
            <a:endParaRPr lang="zh-CN" altLang="en-US" sz="32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subTnLst>
                                    <p:audio>
                                      <p:cMediaNode>
                                        <p:cTn display="1" masterRel="sameClick">
                                          <p:stCondLst>
                                            <p:cond evt="begin" delay="0">
                                              <p:tn val="5"/>
                                            </p:cond>
                                          </p:stCondLst>
                                          <p:endCondLst>
                                            <p:cond evt="onStopAudio" delay="0">
                                              <p:tgtEl>
                                                <p:sldTgt/>
                                              </p:tgtEl>
                                            </p:cond>
                                          </p:endCondLst>
                                        </p:cTn>
                                        <p:tgtEl>
                                          <p:sndTgt r:embed="rId3"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1" masterRel="sameClick">
                                          <p:stCondLst>
                                            <p:cond evt="begin" delay="0">
                                              <p:tn val="10"/>
                                            </p:cond>
                                          </p:stCondLst>
                                          <p:endCondLst>
                                            <p:cond evt="onStopAudio" delay="0">
                                              <p:tgtEl>
                                                <p:sldTgt/>
                                              </p:tgtEl>
                                            </p:cond>
                                          </p:endCondLst>
                                        </p:cTn>
                                        <p:tgtEl>
                                          <p:sndTgt r:embed="rId3" name="click.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horizontal)">
                                      <p:cBhvr>
                                        <p:cTn id="17" dur="500"/>
                                        <p:tgtEl>
                                          <p:spTgt spid="29"/>
                                        </p:tgtEl>
                                      </p:cBhvr>
                                    </p:animEffect>
                                  </p:childTnLst>
                                  <p:subTnLst>
                                    <p:audio>
                                      <p:cMediaNode>
                                        <p:cTn display="0" masterRel="sameClick">
                                          <p:stCondLst>
                                            <p:cond evt="begin" delay="0">
                                              <p:tn val="15"/>
                                            </p:cond>
                                          </p:stCondLst>
                                          <p:endCondLst>
                                            <p:cond evt="onStopAudio" delay="0">
                                              <p:tgtEl>
                                                <p:sldTgt/>
                                              </p:tgtEl>
                                            </p:cond>
                                          </p:endCondLst>
                                        </p:cTn>
                                        <p:tgtEl>
                                          <p:sndTgt r:embed="rId3" name="click.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linds(horizontal)">
                                      <p:cBhvr>
                                        <p:cTn id="22" dur="500"/>
                                        <p:tgtEl>
                                          <p:spTgt spid="30"/>
                                        </p:tgtEl>
                                      </p:cBhvr>
                                    </p:animEffect>
                                  </p:childTnLst>
                                  <p:subTnLst>
                                    <p:audio>
                                      <p:cMediaNode>
                                        <p:cTn display="0" masterRel="sameClick">
                                          <p:stCondLst>
                                            <p:cond evt="begin" delay="0">
                                              <p:tn val="20"/>
                                            </p:cond>
                                          </p:stCondLst>
                                          <p:endCondLst>
                                            <p:cond evt="onStopAudio" delay="0">
                                              <p:tgtEl>
                                                <p:sldTgt/>
                                              </p:tgtEl>
                                            </p:cond>
                                          </p:endCondLst>
                                        </p:cTn>
                                        <p:tgtEl>
                                          <p:sndTgt r:embed="rId3"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4" grpId="0"/>
      <p:bldP spid="29" grpId="0"/>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9" name="Picture 4"/>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12125" y="2462907"/>
            <a:ext cx="2810510" cy="191440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2" name="Picture 5"/>
          <p:cNvPicPr>
            <a:picLocks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8781345" y="531770"/>
            <a:ext cx="1337310" cy="916458"/>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3" name="Picture 6"/>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784838" y="5303215"/>
            <a:ext cx="1330325" cy="73357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2"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6" name="Picture 8"/>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9041378" y="7450664"/>
            <a:ext cx="817245" cy="57867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20" name="椭圆形标注 19"/>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64" y="3113"/>
              <a:ext cx="8640" cy="4217"/>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cí</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zhí</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辞职</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lvl="0" algn="ctr" fontAlgn="auto">
                <a:defRPr sz="1800"/>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v. to quit a job</a:t>
              </a:r>
            </a:p>
          </p:txBody>
        </p:sp>
      </p:grpSp>
      <p:grpSp>
        <p:nvGrpSpPr>
          <p:cNvPr id="7" name="组合 6"/>
          <p:cNvGrpSpPr/>
          <p:nvPr/>
        </p:nvGrpSpPr>
        <p:grpSpPr>
          <a:xfrm>
            <a:off x="238125" y="5401945"/>
            <a:ext cx="5476240" cy="720090"/>
            <a:chOff x="197" y="9126"/>
            <a:chExt cx="8624" cy="1134"/>
          </a:xfrm>
        </p:grpSpPr>
        <p:sp>
          <p:nvSpPr>
            <p:cNvPr id="3" name="圆角矩形 2"/>
            <p:cNvSpPr/>
            <p:nvPr/>
          </p:nvSpPr>
          <p:spPr>
            <a:xfrm>
              <a:off x="197" y="9126"/>
              <a:ext cx="8624" cy="1134"/>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930" y="9282"/>
              <a:ext cx="5380" cy="824"/>
            </a:xfrm>
            <a:prstGeom prst="rect">
              <a:avLst/>
            </a:prstGeom>
            <a:noFill/>
          </p:spPr>
          <p:txBody>
            <a:bodyPr wrap="none" rtlCol="0" anchor="t">
              <a:spAutoFit/>
            </a:bodyPr>
            <a:lstStyle/>
            <a:p>
              <a:pPr lvl="0" algn="ctr" fontAlgn="auto">
                <a:defRPr sz="1800"/>
              </a:pPr>
              <a:r>
                <a:rPr lang="zh-CN" altLang="zh-CN" sz="2800" b="1" dirty="0">
                  <a:solidFill>
                    <a:schemeClr val="bg1"/>
                  </a:solidFill>
                  <a:latin typeface="华文楷体" panose="02010600040101010101" charset="-122"/>
                  <a:ea typeface="华文楷体" panose="02010600040101010101" charset="-122"/>
                  <a:sym typeface="华文细黑" panose="02010600040101010101" pitchFamily="2" charset="-122"/>
                </a:rPr>
                <a:t>你</a:t>
              </a:r>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会因为什么辞职？</a:t>
              </a:r>
              <a:endParaRPr lang="zh-CN" altLang="en-US" sz="2800" b="1" dirty="0">
                <a:solidFill>
                  <a:schemeClr val="bg1"/>
                </a:solidFill>
                <a:latin typeface="思源黑体 CN Regular" panose="020B0500000000000000" pitchFamily="34" charset="-122"/>
                <a:ea typeface="思源黑体 CN Regular" panose="020B0500000000000000" pitchFamily="34" charset="-122"/>
                <a:cs typeface="Comic Sans MS" panose="030F0902030302020204" pitchFamily="66" charset="0"/>
                <a:sym typeface="+mn-ea"/>
              </a:endParaRPr>
            </a:p>
          </p:txBody>
        </p:sp>
      </p:gr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12760" y="2643470"/>
            <a:ext cx="2816860" cy="1553279"/>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8995028" y="5340198"/>
            <a:ext cx="931545" cy="65960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847068" y="579306"/>
            <a:ext cx="1205865" cy="821386"/>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8795315" y="-1348656"/>
            <a:ext cx="1309370" cy="897311"/>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8991032" y="7312645"/>
            <a:ext cx="917935" cy="85471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895"/>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dàiyù</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待遇</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lvl="0" algn="ctr" fontAlgn="auto">
                <a:defRPr sz="1800"/>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n. pay and perks</a:t>
              </a:r>
            </a:p>
            <a:p>
              <a:pPr lvl="0" algn="ctr" fontAlgn="auto">
                <a:defRPr sz="1800"/>
              </a:pPr>
              <a:endParaRPr lang="zh-CN"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grpSp>
        <p:nvGrpSpPr>
          <p:cNvPr id="9" name="组合 8"/>
          <p:cNvGrpSpPr/>
          <p:nvPr/>
        </p:nvGrpSpPr>
        <p:grpSpPr>
          <a:xfrm>
            <a:off x="614480" y="5416137"/>
            <a:ext cx="5594985" cy="720090"/>
            <a:chOff x="197" y="9126"/>
            <a:chExt cx="8811" cy="1134"/>
          </a:xfrm>
        </p:grpSpPr>
        <p:sp>
          <p:nvSpPr>
            <p:cNvPr id="11" name="圆角矩形 10"/>
            <p:cNvSpPr/>
            <p:nvPr/>
          </p:nvSpPr>
          <p:spPr>
            <a:xfrm>
              <a:off x="197" y="9126"/>
              <a:ext cx="8624" cy="1134"/>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35" y="9282"/>
              <a:ext cx="8773" cy="824"/>
            </a:xfrm>
            <a:prstGeom prst="rect">
              <a:avLst/>
            </a:prstGeom>
            <a:noFill/>
          </p:spPr>
          <p:txBody>
            <a:bodyPr wrap="none" rtlCol="0" anchor="t">
              <a:spAutoFit/>
            </a:bodyPr>
            <a:lstStyle/>
            <a:p>
              <a:pPr lvl="0" algn="ctr" fontAlgn="auto">
                <a:defRPr sz="1800"/>
              </a:pPr>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你更看重工作的待还是发展前景？</a:t>
              </a:r>
              <a:endParaRPr lang="zh-CN" altLang="en-US" sz="2800" b="1" dirty="0">
                <a:solidFill>
                  <a:schemeClr val="bg1"/>
                </a:solidFill>
                <a:latin typeface="思源黑体 CN Regular" panose="020B0500000000000000" pitchFamily="34" charset="-122"/>
                <a:ea typeface="思源黑体 CN Regular" panose="020B0500000000000000" pitchFamily="34" charset="-122"/>
                <a:cs typeface="Comic Sans MS" panose="030F0902030302020204" pitchFamily="66" charset="0"/>
                <a:sym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08975" y="2566625"/>
            <a:ext cx="2409825" cy="170633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8933747" y="5189305"/>
            <a:ext cx="1032506" cy="96139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784838" y="623215"/>
            <a:ext cx="1330325" cy="73357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8914060" y="-1265376"/>
            <a:ext cx="1071880" cy="730121"/>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135610" y="7299627"/>
            <a:ext cx="628779" cy="88074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081"/>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fā</a:t>
              </a: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chóu</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发愁</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a:lnSpc>
                  <a:spcPct val="80000"/>
                </a:lnSpc>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v. to worry</a:t>
              </a:r>
            </a:p>
          </p:txBody>
        </p:sp>
      </p:grpSp>
      <p:grpSp>
        <p:nvGrpSpPr>
          <p:cNvPr id="9" name="组合 8"/>
          <p:cNvGrpSpPr/>
          <p:nvPr/>
        </p:nvGrpSpPr>
        <p:grpSpPr>
          <a:xfrm>
            <a:off x="237490" y="5401945"/>
            <a:ext cx="6373495" cy="720090"/>
            <a:chOff x="196" y="9126"/>
            <a:chExt cx="10037" cy="1134"/>
          </a:xfrm>
        </p:grpSpPr>
        <p:sp>
          <p:nvSpPr>
            <p:cNvPr id="11" name="圆角矩形 10"/>
            <p:cNvSpPr/>
            <p:nvPr/>
          </p:nvSpPr>
          <p:spPr>
            <a:xfrm>
              <a:off x="197" y="9126"/>
              <a:ext cx="9974" cy="1134"/>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96" y="9282"/>
              <a:ext cx="10037" cy="822"/>
            </a:xfrm>
            <a:prstGeom prst="rect">
              <a:avLst/>
            </a:prstGeom>
            <a:noFill/>
          </p:spPr>
          <p:txBody>
            <a:bodyPr wrap="square" rtlCol="0" anchor="t">
              <a:spAutoFit/>
            </a:bodyPr>
            <a:lstStyle/>
            <a:p>
              <a:pPr lvl="0" algn="ctr" fontAlgn="auto">
                <a:defRPr sz="1800"/>
              </a:pPr>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他还在为工作上的事发愁</a:t>
              </a:r>
              <a:r>
                <a:rPr lang="zh-CN" altLang="zh-CN" sz="2800" b="1" dirty="0">
                  <a:solidFill>
                    <a:schemeClr val="bg1"/>
                  </a:solidFill>
                  <a:latin typeface="华文楷体" panose="02010600040101010101" charset="-122"/>
                  <a:ea typeface="华文楷体" panose="02010600040101010101" charset="-122"/>
                  <a:sym typeface="华文细黑" panose="02010600040101010101" pitchFamily="2" charset="-122"/>
                </a:rPr>
                <a:t>。</a:t>
              </a:r>
              <a:endParaRPr lang="zh-CN" altLang="zh-CN" sz="2800" b="1" dirty="0">
                <a:solidFill>
                  <a:schemeClr val="bg1"/>
                </a:solidFill>
                <a:latin typeface="华文楷体" panose="02010600040101010101" charset="-122"/>
                <a:ea typeface="华文楷体" panose="02010600040101010101"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507152" y="2458292"/>
            <a:ext cx="2065695" cy="192341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9096398" y="5174700"/>
            <a:ext cx="707206" cy="99060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935968" y="626027"/>
            <a:ext cx="1028065" cy="727946"/>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8859133" y="-1223278"/>
            <a:ext cx="1181735" cy="65163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057253" y="7491477"/>
            <a:ext cx="785495" cy="49704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217"/>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píngjìng</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平静</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adj. quiet, peaceful</a:t>
              </a:r>
            </a:p>
          </p:txBody>
        </p:sp>
      </p:grpSp>
      <p:grpSp>
        <p:nvGrpSpPr>
          <p:cNvPr id="9" name="组合 8"/>
          <p:cNvGrpSpPr/>
          <p:nvPr/>
        </p:nvGrpSpPr>
        <p:grpSpPr>
          <a:xfrm>
            <a:off x="237490" y="5401945"/>
            <a:ext cx="6094299" cy="720090"/>
            <a:chOff x="196" y="9126"/>
            <a:chExt cx="12097" cy="1134"/>
          </a:xfrm>
        </p:grpSpPr>
        <p:sp>
          <p:nvSpPr>
            <p:cNvPr id="11" name="圆角矩形 10"/>
            <p:cNvSpPr/>
            <p:nvPr/>
          </p:nvSpPr>
          <p:spPr>
            <a:xfrm>
              <a:off x="197" y="9126"/>
              <a:ext cx="11878" cy="1134"/>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96" y="9282"/>
              <a:ext cx="12097" cy="824"/>
            </a:xfrm>
            <a:prstGeom prst="rect">
              <a:avLst/>
            </a:prstGeom>
            <a:noFill/>
          </p:spPr>
          <p:txBody>
            <a:bodyPr wrap="square" rtlCol="0" anchor="t">
              <a:spAutoFit/>
            </a:bodyPr>
            <a:lstStyle/>
            <a:p>
              <a:pPr lvl="0" algn="ctr" fontAlgn="auto">
                <a:defRPr sz="1800"/>
              </a:pPr>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风雨过后，海面很平静。</a:t>
              </a:r>
              <a:endParaRPr lang="zh-CN" altLang="zh-CN" sz="2800" b="1" dirty="0">
                <a:solidFill>
                  <a:schemeClr val="bg1"/>
                </a:solidFill>
                <a:latin typeface="华文楷体" panose="02010600040101010101" charset="-122"/>
                <a:ea typeface="华文楷体" panose="02010600040101010101"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784547" y="2428875"/>
            <a:ext cx="1414866" cy="198183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9008040" y="5399861"/>
            <a:ext cx="883920" cy="559326"/>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933747" y="509305"/>
            <a:ext cx="1032506" cy="96139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8992165" y="-1224229"/>
            <a:ext cx="914400" cy="64746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8900408" y="7363365"/>
            <a:ext cx="1099185" cy="753271"/>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081"/>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jīxù</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积蓄</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a:lnSpc>
                  <a:spcPct val="80000"/>
                </a:lnSpc>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n./v. savings; to save</a:t>
              </a:r>
            </a:p>
          </p:txBody>
        </p:sp>
      </p:grpSp>
      <p:grpSp>
        <p:nvGrpSpPr>
          <p:cNvPr id="9" name="组合 8"/>
          <p:cNvGrpSpPr/>
          <p:nvPr/>
        </p:nvGrpSpPr>
        <p:grpSpPr>
          <a:xfrm>
            <a:off x="237490" y="5401945"/>
            <a:ext cx="6111552" cy="720090"/>
            <a:chOff x="196" y="9126"/>
            <a:chExt cx="9035" cy="1134"/>
          </a:xfrm>
        </p:grpSpPr>
        <p:sp>
          <p:nvSpPr>
            <p:cNvPr id="11" name="圆角矩形 10"/>
            <p:cNvSpPr/>
            <p:nvPr/>
          </p:nvSpPr>
          <p:spPr>
            <a:xfrm>
              <a:off x="197" y="9126"/>
              <a:ext cx="9034" cy="1134"/>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96" y="9282"/>
              <a:ext cx="9035" cy="822"/>
            </a:xfrm>
            <a:prstGeom prst="rect">
              <a:avLst/>
            </a:prstGeom>
            <a:noFill/>
          </p:spPr>
          <p:txBody>
            <a:bodyPr wrap="square" rtlCol="0" anchor="t">
              <a:spAutoFit/>
            </a:bodyPr>
            <a:lstStyle/>
            <a:p>
              <a:pPr algn="ctr" eaLnBrk="1"/>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他一直花钱大手大脚，没什么积蓄。</a:t>
              </a:r>
              <a:endParaRPr lang="zh-CN" altLang="zh-CN" sz="2800" b="1" dirty="0">
                <a:solidFill>
                  <a:schemeClr val="bg1"/>
                </a:solidFill>
                <a:latin typeface="华文楷体" panose="02010600040101010101" charset="-122"/>
                <a:ea typeface="华文楷体" panose="02010600040101010101"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14005" y="2466401"/>
            <a:ext cx="3014345" cy="1907417"/>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8808650" y="5230483"/>
            <a:ext cx="1282700" cy="879034"/>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9096397" y="494700"/>
            <a:ext cx="707206" cy="99060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8991032" y="-1327355"/>
            <a:ext cx="917935" cy="85471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8778488" y="7282593"/>
            <a:ext cx="1343025" cy="914814"/>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081"/>
            </a:xfrm>
            <a:prstGeom prst="rect">
              <a:avLst/>
            </a:prstGeom>
            <a:noFill/>
          </p:spPr>
          <p:txBody>
            <a:bodyPr wrap="square" rtlCol="0" anchor="t">
              <a:spAutoFit/>
            </a:bodyPr>
            <a:lstStyle/>
            <a:p>
              <a:pPr algn="ctr" eaLnBrk="0" fontAlgn="auto" hangingPunct="0">
                <a:buNone/>
              </a:pP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bāokuò</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包括</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a:lnSpc>
                  <a:spcPct val="80000"/>
                </a:lnSpc>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v. to include</a:t>
              </a:r>
            </a:p>
          </p:txBody>
        </p:sp>
      </p:grpSp>
      <p:grpSp>
        <p:nvGrpSpPr>
          <p:cNvPr id="9" name="组合 8"/>
          <p:cNvGrpSpPr/>
          <p:nvPr/>
        </p:nvGrpSpPr>
        <p:grpSpPr>
          <a:xfrm>
            <a:off x="237490" y="5401945"/>
            <a:ext cx="6214825" cy="720090"/>
            <a:chOff x="196" y="9126"/>
            <a:chExt cx="10921" cy="1134"/>
          </a:xfrm>
        </p:grpSpPr>
        <p:sp>
          <p:nvSpPr>
            <p:cNvPr id="11" name="圆角矩形 10"/>
            <p:cNvSpPr/>
            <p:nvPr/>
          </p:nvSpPr>
          <p:spPr>
            <a:xfrm>
              <a:off x="197" y="9126"/>
              <a:ext cx="10919" cy="1134"/>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96" y="9282"/>
              <a:ext cx="10921" cy="822"/>
            </a:xfrm>
            <a:prstGeom prst="rect">
              <a:avLst/>
            </a:prstGeom>
            <a:noFill/>
          </p:spPr>
          <p:txBody>
            <a:bodyPr wrap="square" rtlCol="0" anchor="t">
              <a:spAutoFit/>
            </a:bodyPr>
            <a:lstStyle/>
            <a:p>
              <a:pPr algn="ctr"/>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这个学习小组包括我在内</a:t>
              </a:r>
              <a:r>
                <a:rPr lang="en-US" altLang="zh-CN" sz="2800" b="1" dirty="0">
                  <a:solidFill>
                    <a:schemeClr val="bg1"/>
                  </a:solidFill>
                  <a:latin typeface="华文楷体" panose="02010600040101010101" charset="-122"/>
                  <a:ea typeface="华文楷体" panose="02010600040101010101" charset="-122"/>
                  <a:sym typeface="华文细黑" panose="02010600040101010101" pitchFamily="2" charset="-122"/>
                </a:rPr>
                <a:t>,</a:t>
              </a:r>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一共</a:t>
              </a:r>
              <a:r>
                <a:rPr lang="en-US" altLang="zh-CN" sz="2800" b="1" dirty="0">
                  <a:solidFill>
                    <a:schemeClr val="bg1"/>
                  </a:solidFill>
                  <a:latin typeface="华文楷体" panose="02010600040101010101" charset="-122"/>
                  <a:ea typeface="华文楷体" panose="02010600040101010101" charset="-122"/>
                  <a:sym typeface="华文细黑" panose="02010600040101010101" pitchFamily="2" charset="-122"/>
                </a:rPr>
                <a:t>4</a:t>
              </a:r>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人。</a:t>
              </a:r>
              <a:endParaRPr lang="zh-CN" altLang="zh-CN" sz="2800" b="1" dirty="0">
                <a:solidFill>
                  <a:schemeClr val="bg1"/>
                </a:solidFill>
                <a:latin typeface="华文楷体" panose="02010600040101010101" charset="-122"/>
                <a:ea typeface="华文楷体" panose="02010600040101010101"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2"/>
          <a:stretch>
            <a:fillRect/>
          </a:stretch>
        </p:blipFill>
        <p:spPr>
          <a:xfrm>
            <a:off x="10718800" y="0"/>
            <a:ext cx="1459230" cy="1459230"/>
          </a:xfrm>
          <a:prstGeom prst="rect">
            <a:avLst/>
          </a:prstGeom>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14005" y="2387244"/>
            <a:ext cx="3014345" cy="2065731"/>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17" name="Picture 8"/>
          <p:cNvPicPr>
            <a:picLocks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8808650" y="5233138"/>
            <a:ext cx="1282700" cy="87372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3" name="Picture 4"/>
          <p:cNvPicPr>
            <a:picLocks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975020" y="689442"/>
            <a:ext cx="949960" cy="601115"/>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sp>
        <p:nvSpPr>
          <p:cNvPr id="24" name="文本框 7"/>
          <p:cNvSpPr txBox="1"/>
          <p:nvPr/>
        </p:nvSpPr>
        <p:spPr>
          <a:xfrm>
            <a:off x="166805" y="214290"/>
            <a:ext cx="895350" cy="521970"/>
          </a:xfrm>
          <a:prstGeom prst="rect">
            <a:avLst/>
          </a:prstGeom>
          <a:noFill/>
        </p:spPr>
        <p:txBody>
          <a:bodyPr wrap="none">
            <a:spAutoFit/>
          </a:bodyPr>
          <a:lstStyle/>
          <a:p>
            <a:pPr marR="0" indent="0" defTabSz="914400" fontAlgn="auto">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生词</a:t>
            </a:r>
          </a:p>
        </p:txBody>
      </p:sp>
      <p:sp>
        <p:nvSpPr>
          <p:cNvPr id="7" name="文本框 7"/>
          <p:cNvSpPr txBox="1"/>
          <p:nvPr/>
        </p:nvSpPr>
        <p:spPr>
          <a:xfrm>
            <a:off x="238243" y="702214"/>
            <a:ext cx="1282065" cy="368300"/>
          </a:xfrm>
          <a:prstGeom prst="rect">
            <a:avLst/>
          </a:prstGeom>
          <a:noFill/>
        </p:spPr>
        <p:txBody>
          <a:bodyPr wrap="none">
            <a:spAutoFit/>
          </a:bodyPr>
          <a:lstStyle/>
          <a:p>
            <a:pPr>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New Word</a:t>
            </a:r>
          </a:p>
        </p:txBody>
      </p:sp>
      <p:pic>
        <p:nvPicPr>
          <p:cNvPr id="2" name="Picture 5"/>
          <p:cNvPicPr>
            <a:picLocks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9144904" y="-1327355"/>
            <a:ext cx="610192" cy="854710"/>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pic>
        <p:nvPicPr>
          <p:cNvPr id="6" name="Picture 10"/>
          <p:cNvPicPr>
            <a:picLocks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8778488" y="7369713"/>
            <a:ext cx="1343025" cy="740573"/>
          </a:xfrm>
          <a:prstGeom prst="rect">
            <a:avLst/>
          </a:prstGeom>
          <a:ln w="38100" cap="sq">
            <a:solidFill>
              <a:srgbClr val="F79646"/>
            </a:solidFill>
            <a:prstDash val="solid"/>
            <a:miter lim="800000"/>
            <a:headEnd/>
            <a:tailEnd/>
          </a:ln>
          <a:effectLst>
            <a:glow rad="139700">
              <a:schemeClr val="accent4">
                <a:satMod val="175000"/>
                <a:alpha val="40000"/>
              </a:schemeClr>
            </a:glow>
            <a:outerShdw blurRad="50800" dist="38100" dir="2700000" algn="tl" rotWithShape="0">
              <a:srgbClr val="000000">
                <a:alpha val="43000"/>
              </a:srgbClr>
            </a:outerShdw>
          </a:effectLst>
        </p:spPr>
      </p:pic>
      <p:grpSp>
        <p:nvGrpSpPr>
          <p:cNvPr id="10" name="组合 9"/>
          <p:cNvGrpSpPr/>
          <p:nvPr/>
        </p:nvGrpSpPr>
        <p:grpSpPr>
          <a:xfrm>
            <a:off x="167640" y="1459230"/>
            <a:ext cx="5486400" cy="3802380"/>
            <a:chOff x="264" y="2298"/>
            <a:chExt cx="8640" cy="5988"/>
          </a:xfrm>
        </p:grpSpPr>
        <p:sp>
          <p:nvSpPr>
            <p:cNvPr id="4" name="椭圆形标注 3"/>
            <p:cNvSpPr/>
            <p:nvPr/>
          </p:nvSpPr>
          <p:spPr>
            <a:xfrm>
              <a:off x="375" y="2298"/>
              <a:ext cx="8268" cy="5988"/>
            </a:xfrm>
            <a:prstGeom prst="wedgeEllipseCallout">
              <a:avLst>
                <a:gd name="adj1" fmla="val 61234"/>
                <a:gd name="adj2" fmla="val -2233"/>
              </a:avLst>
            </a:prstGeom>
            <a:solidFill>
              <a:srgbClr val="F79646"/>
            </a:solidFill>
            <a:ln w="57150">
              <a:solidFill>
                <a:srgbClr val="F79646"/>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4" y="3113"/>
              <a:ext cx="8640" cy="4081"/>
            </a:xfrm>
            <a:prstGeom prst="rect">
              <a:avLst/>
            </a:prstGeom>
            <a:noFill/>
          </p:spPr>
          <p:txBody>
            <a:bodyPr wrap="square" rtlCol="0" anchor="t">
              <a:spAutoFit/>
            </a:bodyPr>
            <a:lstStyle/>
            <a:p>
              <a:pPr algn="ctr" eaLnBrk="0" fontAlgn="auto" hangingPunct="0">
                <a:buNone/>
              </a:pPr>
              <a:r>
                <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en-US" altLang="zh-CN" sz="6000" b="1" dirty="0" err="1">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jiàshǐ</a:t>
              </a:r>
              <a:endParaRPr lang="en-US" altLang="zh-CN" sz="6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eaLnBrk="0" fontAlgn="auto" hangingPunct="0">
                <a:buNone/>
              </a:pPr>
              <a:r>
                <a:rPr lang="zh-CN" altLang="en-US" sz="80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驾驶</a:t>
              </a:r>
              <a:endParaRPr lang="zh-CN" altLang="en-US" sz="8000" dirty="0">
                <a:solidFill>
                  <a:schemeClr val="bg1"/>
                </a:solidFill>
                <a:latin typeface="华文楷体" panose="02010600040101010101" charset="-122"/>
                <a:ea typeface="华文楷体" panose="02010600040101010101" charset="-122"/>
                <a:cs typeface="华文楷体" panose="02010600040101010101" charset="-122"/>
              </a:endParaRPr>
            </a:p>
            <a:p>
              <a:pPr algn="ctr">
                <a:lnSpc>
                  <a:spcPct val="80000"/>
                </a:lnSpc>
              </a:pPr>
              <a:r>
                <a:rPr lang="en-US" altLang="zh-CN" sz="2800" b="1" kern="100" dirty="0">
                  <a:solidFill>
                    <a:schemeClr val="bg1"/>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v. to drive, to pilot</a:t>
              </a:r>
            </a:p>
          </p:txBody>
        </p:sp>
      </p:grpSp>
      <p:grpSp>
        <p:nvGrpSpPr>
          <p:cNvPr id="9" name="组合 8"/>
          <p:cNvGrpSpPr/>
          <p:nvPr/>
        </p:nvGrpSpPr>
        <p:grpSpPr>
          <a:xfrm>
            <a:off x="614480" y="5448640"/>
            <a:ext cx="5611219" cy="720090"/>
            <a:chOff x="196" y="9126"/>
            <a:chExt cx="10921" cy="1134"/>
          </a:xfrm>
        </p:grpSpPr>
        <p:sp>
          <p:nvSpPr>
            <p:cNvPr id="11" name="圆角矩形 10"/>
            <p:cNvSpPr/>
            <p:nvPr/>
          </p:nvSpPr>
          <p:spPr>
            <a:xfrm>
              <a:off x="197" y="9126"/>
              <a:ext cx="10919" cy="1134"/>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96" y="9282"/>
              <a:ext cx="10921" cy="822"/>
            </a:xfrm>
            <a:prstGeom prst="rect">
              <a:avLst/>
            </a:prstGeom>
            <a:noFill/>
          </p:spPr>
          <p:txBody>
            <a:bodyPr wrap="square" rtlCol="0" anchor="t">
              <a:spAutoFit/>
            </a:bodyPr>
            <a:lstStyle/>
            <a:p>
              <a:pPr algn="ctr"/>
              <a:r>
                <a:rPr lang="zh-CN" altLang="en-US" sz="2800" b="1" dirty="0">
                  <a:solidFill>
                    <a:schemeClr val="bg1"/>
                  </a:solidFill>
                  <a:latin typeface="华文楷体" panose="02010600040101010101" charset="-122"/>
                  <a:ea typeface="华文楷体" panose="02010600040101010101" charset="-122"/>
                  <a:sym typeface="华文细黑" panose="02010600040101010101" pitchFamily="2" charset="-122"/>
                </a:rPr>
                <a:t>我学驾驶并且考到了驾驶执照。</a:t>
              </a:r>
              <a:endParaRPr lang="zh-CN" altLang="zh-CN" sz="2800" b="1" dirty="0">
                <a:solidFill>
                  <a:schemeClr val="bg1"/>
                </a:solidFill>
                <a:latin typeface="华文楷体" panose="02010600040101010101" charset="-122"/>
                <a:ea typeface="华文楷体" panose="02010600040101010101" charset="-122"/>
                <a:sym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sym typeface="+mn-ea"/>
              </a:rPr>
              <a:t>语言点</a:t>
            </a:r>
            <a:endParaRPr kumimoji="0" lang="en-US" alt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sym typeface="+mn-ea"/>
              </a:rPr>
              <a:t>Language Point</a:t>
            </a:r>
            <a:endPar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243696" y="3142300"/>
            <a:ext cx="2610607" cy="2270136"/>
            <a:chOff x="7787" y="3144"/>
            <a:chExt cx="5208" cy="1155"/>
          </a:xfrm>
        </p:grpSpPr>
        <p:sp>
          <p:nvSpPr>
            <p:cNvPr id="33" name="圆角矩形 32"/>
            <p:cNvSpPr/>
            <p:nvPr/>
          </p:nvSpPr>
          <p:spPr>
            <a:xfrm>
              <a:off x="8776" y="3144"/>
              <a:ext cx="3577" cy="93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4" name="文本框 33"/>
            <p:cNvSpPr txBox="1"/>
            <p:nvPr/>
          </p:nvSpPr>
          <p:spPr>
            <a:xfrm>
              <a:off x="7787" y="3219"/>
              <a:ext cx="5208" cy="1080"/>
            </a:xfrm>
            <a:prstGeom prst="rect">
              <a:avLst/>
            </a:prstGeom>
            <a:noFill/>
          </p:spPr>
          <p:txBody>
            <a:bodyPr wrap="square" rtlCol="0">
              <a:spAutoFit/>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包括</a:t>
              </a:r>
              <a:endParaRPr lang="en-US" altLang="zh-CN"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lvl="0" algn="ctr" fontAlgn="ctr"/>
              <a:endParaRPr lang="en-US" altLang="zh-CN" sz="16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endParaRPr>
            </a:p>
            <a:p>
              <a:pPr lvl="0" algn="ctr" fontAlgn="ctr"/>
              <a:r>
                <a:rPr lang="zh-CN" altLang="en-US"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rPr>
                <a:t>动词，表示</a:t>
              </a:r>
              <a:endParaRPr lang="en-US" altLang="zh-CN"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endParaRPr>
            </a:p>
            <a:p>
              <a:pPr lvl="0" algn="ctr" fontAlgn="ctr"/>
              <a:r>
                <a:rPr lang="zh-CN" altLang="en-US"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rPr>
                <a:t>包含各部分</a:t>
              </a:r>
              <a:endParaRPr lang="vi-VN" altLang="zh-CN"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endParaRPr>
            </a:p>
            <a:p>
              <a:pPr lvl="0" algn="ctr" fontAlgn="ctr"/>
              <a:r>
                <a:rPr lang="vi-VN" altLang="zh-CN"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rPr>
                <a:t>Động từ: bao gồm</a:t>
              </a:r>
            </a:p>
          </p:txBody>
        </p:sp>
      </p:grpSp>
      <p:grpSp>
        <p:nvGrpSpPr>
          <p:cNvPr id="68" name="组合 67"/>
          <p:cNvGrpSpPr/>
          <p:nvPr/>
        </p:nvGrpSpPr>
        <p:grpSpPr>
          <a:xfrm>
            <a:off x="328930" y="1696085"/>
            <a:ext cx="9045793" cy="1245236"/>
            <a:chOff x="518" y="3426"/>
            <a:chExt cx="13514"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3" name="文本框 7"/>
            <p:cNvSpPr txBox="1"/>
            <p:nvPr/>
          </p:nvSpPr>
          <p:spPr>
            <a:xfrm>
              <a:off x="586" y="3818"/>
              <a:ext cx="13446" cy="677"/>
            </a:xfrm>
            <a:prstGeom prst="rect">
              <a:avLst/>
            </a:prstGeom>
            <a:noFill/>
          </p:spPr>
          <p:txBody>
            <a:bodyPr wrap="square">
              <a:spAutoFit/>
            </a:bodyPr>
            <a:lstStyle/>
            <a:p>
              <a:pPr lvl="0" algn="ctr" fontAlgn="base"/>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汉语技能教学</a:t>
              </a:r>
              <a:r>
                <a:rPr lang="zh-CN" altLang="en-US" sz="3600" b="1" dirty="0">
                  <a:solidFill>
                    <a:srgbClr val="FF0000"/>
                  </a:solidFill>
                  <a:latin typeface="华文楷体" panose="02010600040101010101" charset="-122"/>
                  <a:ea typeface="华文楷体" panose="02010600040101010101" charset="-122"/>
                  <a:sym typeface="华文细黑" panose="02010600040101010101" pitchFamily="2" charset="-122"/>
                </a:rPr>
                <a:t>包括</a:t>
              </a:r>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听、说、读、写四个方面。</a:t>
              </a:r>
            </a:p>
          </p:txBody>
        </p:sp>
      </p:grpSp>
      <p:grpSp>
        <p:nvGrpSpPr>
          <p:cNvPr id="4" name="组合 3"/>
          <p:cNvGrpSpPr/>
          <p:nvPr/>
        </p:nvGrpSpPr>
        <p:grpSpPr>
          <a:xfrm>
            <a:off x="426011" y="3767487"/>
            <a:ext cx="8948711" cy="2117482"/>
            <a:chOff x="518" y="3426"/>
            <a:chExt cx="13447" cy="1305"/>
          </a:xfrm>
        </p:grpSpPr>
        <p:sp>
          <p:nvSpPr>
            <p:cNvPr id="6"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8" name="文本框 7"/>
            <p:cNvSpPr txBox="1"/>
            <p:nvPr/>
          </p:nvSpPr>
          <p:spPr>
            <a:xfrm>
              <a:off x="518" y="3559"/>
              <a:ext cx="13210" cy="1091"/>
            </a:xfrm>
            <a:prstGeom prst="rect">
              <a:avLst/>
            </a:prstGeom>
            <a:noFill/>
          </p:spPr>
          <p:txBody>
            <a:bodyPr wrap="square">
              <a:spAutoFit/>
            </a:bodyPr>
            <a:lstStyle/>
            <a:p>
              <a:pPr lvl="0" fontAlgn="base"/>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“学习”，其实</a:t>
              </a:r>
              <a:r>
                <a:rPr lang="zh-CN" altLang="en-US" sz="3600" b="1" dirty="0">
                  <a:solidFill>
                    <a:srgbClr val="FF0000"/>
                  </a:solidFill>
                  <a:latin typeface="华文楷体" panose="02010600040101010101" charset="-122"/>
                  <a:ea typeface="华文楷体" panose="02010600040101010101" charset="-122"/>
                  <a:sym typeface="华文细黑" panose="02010600040101010101" pitchFamily="2" charset="-122"/>
                </a:rPr>
                <a:t>包括</a:t>
              </a:r>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“学”与“习”两层意思。学，就是学习知识；习，就是实践、练习。</a:t>
              </a:r>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sym typeface="+mn-ea"/>
              </a:rPr>
              <a:t>语言点</a:t>
            </a:r>
            <a:endParaRPr kumimoji="0" lang="en-US" alt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sym typeface="+mn-ea"/>
              </a:rPr>
              <a:t>Language Point</a:t>
            </a:r>
            <a:endPar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446708" y="3142298"/>
            <a:ext cx="2473259" cy="3044516"/>
            <a:chOff x="8192" y="3144"/>
            <a:chExt cx="4934" cy="1246"/>
          </a:xfrm>
        </p:grpSpPr>
        <p:sp>
          <p:nvSpPr>
            <p:cNvPr id="33" name="圆角矩形 32"/>
            <p:cNvSpPr/>
            <p:nvPr/>
          </p:nvSpPr>
          <p:spPr>
            <a:xfrm>
              <a:off x="8776" y="3144"/>
              <a:ext cx="3577" cy="93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4" name="文本框 33"/>
            <p:cNvSpPr txBox="1"/>
            <p:nvPr/>
          </p:nvSpPr>
          <p:spPr>
            <a:xfrm>
              <a:off x="8192" y="3219"/>
              <a:ext cx="4934" cy="1171"/>
            </a:xfrm>
            <a:prstGeom prst="rect">
              <a:avLst/>
            </a:prstGeom>
            <a:noFill/>
          </p:spPr>
          <p:txBody>
            <a:bodyPr wrap="square" rtlCol="0">
              <a:spAutoFit/>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包括</a:t>
              </a:r>
              <a:endParaRPr lang="en-US" altLang="zh-CN"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endParaRPr>
            </a:p>
            <a:p>
              <a:pPr lvl="0" algn="ctr" fontAlgn="ctr"/>
              <a:endParaRPr lang="en-US" altLang="zh-CN" sz="16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endParaRPr>
            </a:p>
            <a:p>
              <a:pPr lvl="0" algn="ctr" fontAlgn="ctr"/>
              <a:r>
                <a:rPr lang="zh-CN" altLang="en-US"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rPr>
                <a:t>强调某一部分，</a:t>
              </a:r>
              <a:endParaRPr lang="en-US" altLang="zh-CN"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endParaRPr>
            </a:p>
            <a:p>
              <a:pPr lvl="0" algn="ctr" fontAlgn="ctr"/>
              <a:r>
                <a:rPr lang="zh-CN" altLang="en-US"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rPr>
                <a:t>有举例、补充、</a:t>
              </a:r>
              <a:endParaRPr lang="en-US" altLang="zh-CN"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endParaRPr>
            </a:p>
            <a:p>
              <a:pPr lvl="0" algn="ctr" fontAlgn="ctr"/>
              <a:r>
                <a:rPr lang="zh-CN" altLang="en-US"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rPr>
                <a:t>解释等作用</a:t>
              </a:r>
              <a:endParaRPr lang="vi-VN" altLang="zh-CN"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endParaRPr>
            </a:p>
            <a:p>
              <a:pPr lvl="0" algn="ctr" fontAlgn="ctr"/>
              <a:r>
                <a:rPr lang="vi-VN" altLang="zh-CN"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rPr>
                <a:t>Nhấn mạnh :kể cả,...</a:t>
              </a:r>
              <a:endParaRPr lang="zh-CN" altLang="en-US" sz="24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mn-ea"/>
              </a:endParaRPr>
            </a:p>
          </p:txBody>
        </p:sp>
      </p:grpSp>
      <p:grpSp>
        <p:nvGrpSpPr>
          <p:cNvPr id="68" name="组合 67"/>
          <p:cNvGrpSpPr/>
          <p:nvPr/>
        </p:nvGrpSpPr>
        <p:grpSpPr>
          <a:xfrm>
            <a:off x="328930" y="1696085"/>
            <a:ext cx="9071898" cy="1595512"/>
            <a:chOff x="518" y="3426"/>
            <a:chExt cx="13553" cy="1305"/>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3" name="文本框 7"/>
            <p:cNvSpPr txBox="1"/>
            <p:nvPr/>
          </p:nvSpPr>
          <p:spPr>
            <a:xfrm>
              <a:off x="625" y="3561"/>
              <a:ext cx="13446" cy="981"/>
            </a:xfrm>
            <a:prstGeom prst="rect">
              <a:avLst/>
            </a:prstGeom>
            <a:noFill/>
          </p:spPr>
          <p:txBody>
            <a:bodyPr wrap="square">
              <a:spAutoFit/>
            </a:bodyPr>
            <a:lstStyle/>
            <a:p>
              <a:pPr lvl="0" fontAlgn="base"/>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 然而，</a:t>
              </a:r>
              <a:r>
                <a:rPr lang="zh-CN" altLang="en-US" sz="3600" b="1" dirty="0">
                  <a:solidFill>
                    <a:srgbClr val="FF0000"/>
                  </a:solidFill>
                  <a:latin typeface="华文楷体" panose="02010600040101010101" charset="-122"/>
                  <a:ea typeface="华文楷体" panose="02010600040101010101" charset="-122"/>
                  <a:sym typeface="华文细黑" panose="02010600040101010101" pitchFamily="2" charset="-122"/>
                </a:rPr>
                <a:t>包括</a:t>
              </a:r>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他的父母，所有人都觉得，他的决定是错的。</a:t>
              </a:r>
            </a:p>
          </p:txBody>
        </p:sp>
      </p:grpSp>
      <p:grpSp>
        <p:nvGrpSpPr>
          <p:cNvPr id="4" name="组合 3"/>
          <p:cNvGrpSpPr/>
          <p:nvPr/>
        </p:nvGrpSpPr>
        <p:grpSpPr>
          <a:xfrm>
            <a:off x="426011" y="3767487"/>
            <a:ext cx="8948711" cy="1697142"/>
            <a:chOff x="518" y="3426"/>
            <a:chExt cx="13447" cy="1305"/>
          </a:xfrm>
        </p:grpSpPr>
        <p:sp>
          <p:nvSpPr>
            <p:cNvPr id="6"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8" name="文本框 7"/>
            <p:cNvSpPr txBox="1"/>
            <p:nvPr/>
          </p:nvSpPr>
          <p:spPr>
            <a:xfrm>
              <a:off x="626" y="3652"/>
              <a:ext cx="13210" cy="923"/>
            </a:xfrm>
            <a:prstGeom prst="rect">
              <a:avLst/>
            </a:prstGeom>
            <a:noFill/>
          </p:spPr>
          <p:txBody>
            <a:bodyPr wrap="square">
              <a:spAutoFit/>
            </a:bodyPr>
            <a:lstStyle/>
            <a:p>
              <a:pPr lvl="0" fontAlgn="base"/>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 我们班所有人，</a:t>
              </a:r>
              <a:r>
                <a:rPr lang="zh-CN" altLang="en-US" sz="3600" b="1" dirty="0">
                  <a:solidFill>
                    <a:srgbClr val="FF0000"/>
                  </a:solidFill>
                  <a:latin typeface="华文楷体" panose="02010600040101010101" charset="-122"/>
                  <a:ea typeface="华文楷体" panose="02010600040101010101" charset="-122"/>
                  <a:sym typeface="华文细黑" panose="02010600040101010101" pitchFamily="2" charset="-122"/>
                </a:rPr>
                <a:t>包括</a:t>
              </a:r>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最不爱运动的刘方，</a:t>
              </a:r>
            </a:p>
            <a:p>
              <a:pPr lvl="0" fontAlgn="base"/>
              <a:r>
                <a:rPr lang="zh-CN" altLang="en-US" sz="3600" b="1" dirty="0">
                  <a:solidFill>
                    <a:srgbClr val="000000"/>
                  </a:solidFill>
                  <a:latin typeface="华文楷体" panose="02010600040101010101" charset="-122"/>
                  <a:ea typeface="华文楷体" panose="02010600040101010101" charset="-122"/>
                  <a:sym typeface="华文细黑" panose="02010600040101010101" pitchFamily="2" charset="-122"/>
                </a:rPr>
                <a:t> 也都参加了这次运动会。</a:t>
              </a:r>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6" name="文本框 5"/>
          <p:cNvSpPr txBox="1"/>
          <p:nvPr/>
        </p:nvSpPr>
        <p:spPr>
          <a:xfrm>
            <a:off x="1496060" y="2007235"/>
            <a:ext cx="90176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用下列词语造句。</a:t>
            </a:r>
            <a:endParaRPr kumimoji="0" lang="en-US" altLang="zh-CN" sz="24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endParaRPr>
          </a:p>
        </p:txBody>
      </p:sp>
      <p:sp>
        <p:nvSpPr>
          <p:cNvPr id="8" name="文本框 7"/>
          <p:cNvSpPr txBox="1"/>
          <p:nvPr/>
        </p:nvSpPr>
        <p:spPr>
          <a:xfrm>
            <a:off x="1192530" y="1205230"/>
            <a:ext cx="9541510" cy="7683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作业</a:t>
            </a:r>
            <a:endParaRPr kumimoji="0" lang="zh-CN" altLang="en-US" sz="44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7" name="文本框 6"/>
          <p:cNvSpPr txBox="1"/>
          <p:nvPr/>
        </p:nvSpPr>
        <p:spPr>
          <a:xfrm>
            <a:off x="1745615" y="2619375"/>
            <a:ext cx="9142246" cy="584775"/>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辞职：</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mn-ea"/>
              </a:rPr>
              <a:t>____________________________</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a:t>
            </a:r>
            <a:endPar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mn-ea"/>
            </a:endParaRPr>
          </a:p>
        </p:txBody>
      </p:sp>
      <p:sp>
        <p:nvSpPr>
          <p:cNvPr id="9" name="文本框 8"/>
          <p:cNvSpPr txBox="1"/>
          <p:nvPr/>
        </p:nvSpPr>
        <p:spPr>
          <a:xfrm>
            <a:off x="1745615" y="3295015"/>
            <a:ext cx="9142246" cy="683264"/>
          </a:xfrm>
          <a:prstGeom prst="rect">
            <a:avLst/>
          </a:prstGeom>
          <a:noFill/>
        </p:spPr>
        <p:txBody>
          <a:bodyPr wrap="none" rtlCol="0" anchor="t">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待遇</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mn-ea"/>
              </a:rPr>
              <a:t>____________________________</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a:t>
            </a: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sym typeface="+mn-ea"/>
              </a:rPr>
              <a:t>Homework</a:t>
            </a:r>
            <a:endPar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endParaRPr>
          </a:p>
        </p:txBody>
      </p:sp>
      <p:sp>
        <p:nvSpPr>
          <p:cNvPr id="13" name="文本框 12"/>
          <p:cNvSpPr txBox="1"/>
          <p:nvPr/>
        </p:nvSpPr>
        <p:spPr>
          <a:xfrm>
            <a:off x="1745615" y="4064363"/>
            <a:ext cx="9286517" cy="2456057"/>
          </a:xfrm>
          <a:prstGeom prst="rect">
            <a:avLst/>
          </a:prstGeom>
          <a:noFill/>
        </p:spPr>
        <p:txBody>
          <a:bodyPr wrap="none" rtlCol="0" anchor="t">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发愁</a:t>
            </a:r>
            <a:r>
              <a:rPr kumimoji="0" lang="en-US" altLang="zh-CN"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mn-ea"/>
              </a:rPr>
              <a:t>____________________________</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a:t>
            </a:r>
            <a:endParaRPr kumimoji="0" lang="en-US" altLang="zh-CN"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平静</a:t>
            </a:r>
            <a:r>
              <a:rPr kumimoji="0" lang="en-US" altLang="zh-CN"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mn-ea"/>
              </a:rPr>
              <a:t>____________________________</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a:t>
            </a:r>
            <a:endParaRPr kumimoji="0" lang="en-US" altLang="zh-CN"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endParaRPr>
          </a:p>
          <a:p>
            <a:pPr lvl="0">
              <a:lnSpc>
                <a:spcPct val="120000"/>
              </a:lnSpc>
            </a:pP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储蓄：</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_________________________</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endParaRPr kumimoji="0" lang="en-US" altLang="zh-CN"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驾驶：</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mn-ea"/>
              </a:rPr>
              <a:t>____________________________</a:t>
            </a:r>
            <a:r>
              <a:rPr kumimoji="0" lang="zh-CN" altLang="en-US"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华文细黑" panose="02010600040101010101" pitchFamily="2" charset="-122"/>
              </a:rPr>
              <a:t>。</a:t>
            </a:r>
            <a:endParaRPr kumimoji="0" lang="en-US" altLang="zh-CN" sz="3200" b="1" i="0" u="none" strike="noStrike" kern="1200" cap="none" spc="0" normalizeH="0" baseline="0" noProof="0" dirty="0">
              <a:ln>
                <a:noFill/>
              </a:ln>
              <a:blipFill dpi="0" rotWithShape="1">
                <a:blip r:embed="rId3"/>
                <a:srcRect/>
                <a:tile tx="0" ty="0" sx="100000" sy="100000" flip="none" algn="br"/>
              </a:blipFill>
              <a:effectLst/>
              <a:uLnTx/>
              <a:uFillTx/>
              <a:latin typeface="方正喵呜体" panose="02010600010101010101" pitchFamily="2" charset="-122"/>
              <a:ea typeface="方正喵呜体" panose="02010600010101010101" pitchFamily="2" charset="-122"/>
              <a:cs typeface="+mn-cs"/>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6" name="文本框 5"/>
          <p:cNvSpPr txBox="1"/>
          <p:nvPr/>
        </p:nvSpPr>
        <p:spPr>
          <a:xfrm>
            <a:off x="1496060" y="2007235"/>
            <a:ext cx="9017635" cy="460375"/>
          </a:xfrm>
          <a:prstGeom prst="rect">
            <a:avLst/>
          </a:prstGeom>
          <a:noFill/>
        </p:spPr>
        <p:txBody>
          <a:bodyPr wrap="square" rtlCol="0">
            <a:spAutoFit/>
          </a:bodyPr>
          <a:lstStyle/>
          <a:p>
            <a:pPr algn="ctr"/>
            <a:r>
              <a:rPr lang="zh-CN" altLang="en-US"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用“包括”完成下列句子或对话。</a:t>
            </a:r>
            <a:endParaRPr lang="en-US" altLang="zh-CN"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p:txBody>
      </p:sp>
      <p:sp>
        <p:nvSpPr>
          <p:cNvPr id="8" name="文本框 7"/>
          <p:cNvSpPr txBox="1"/>
          <p:nvPr/>
        </p:nvSpPr>
        <p:spPr>
          <a:xfrm>
            <a:off x="1192530" y="1205230"/>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7" name="文本框 6"/>
          <p:cNvSpPr txBox="1"/>
          <p:nvPr/>
        </p:nvSpPr>
        <p:spPr>
          <a:xfrm>
            <a:off x="1745615" y="2619375"/>
            <a:ext cx="9092554" cy="584775"/>
          </a:xfrm>
          <a:prstGeom prst="rect">
            <a:avLst/>
          </a:prstGeom>
          <a:noFill/>
        </p:spPr>
        <p:txBody>
          <a:bodyPr wrap="none" rtlCol="0" anchor="t">
            <a:spAutoFit/>
          </a:bodyPr>
          <a:lstStyle/>
          <a:p>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1. 世界上使用筷子的国家主要</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_________</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 </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sp>
        <p:nvSpPr>
          <p:cNvPr id="9" name="文本框 8"/>
          <p:cNvSpPr txBox="1"/>
          <p:nvPr/>
        </p:nvSpPr>
        <p:spPr>
          <a:xfrm>
            <a:off x="1745615" y="3295015"/>
            <a:ext cx="9087744" cy="1274195"/>
          </a:xfrm>
          <a:prstGeom prst="rect">
            <a:avLst/>
          </a:prstGeom>
          <a:noFill/>
        </p:spPr>
        <p:txBody>
          <a:bodyPr wrap="none" rtlCol="0" anchor="t">
            <a:spAutoFit/>
          </a:bodyPr>
          <a:lstStyle/>
          <a:p>
            <a:pPr>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2</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这个节目全家人都喜欢，</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__________</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endPar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a:p>
            <a:pPr>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也很爱看。</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13" name="文本框 12"/>
          <p:cNvSpPr txBox="1"/>
          <p:nvPr/>
        </p:nvSpPr>
        <p:spPr>
          <a:xfrm>
            <a:off x="1745615" y="4630420"/>
            <a:ext cx="8262198" cy="1274195"/>
          </a:xfrm>
          <a:prstGeom prst="rect">
            <a:avLst/>
          </a:prstGeom>
          <a:noFill/>
        </p:spPr>
        <p:txBody>
          <a:bodyPr wrap="none" rtlCol="0" anchor="t">
            <a:spAutoFit/>
          </a:bodyPr>
          <a:lstStyle/>
          <a:p>
            <a:pPr>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3</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听说你们的班主任王老师生病住院了？</a:t>
            </a:r>
          </a:p>
          <a:p>
            <a:pPr algn="l" eaLnBrk="1">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B： </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__________</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 。</a:t>
            </a:r>
            <a:endPar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2" name="图片 601" descr="C:\Users\38577\Desktop\11.jpg11"/>
          <p:cNvPicPr>
            <a:picLocks noChangeAspect="1"/>
          </p:cNvPicPr>
          <p:nvPr/>
        </p:nvPicPr>
        <p:blipFill rotWithShape="1">
          <a:blip r:embed="rId118"/>
          <a:srcRect/>
          <a:stretch>
            <a:fillRect/>
          </a:stretch>
        </p:blipFill>
        <p:spPr>
          <a:xfrm>
            <a:off x="-190500" y="-578167"/>
            <a:ext cx="12573635" cy="8015605"/>
          </a:xfrm>
          <a:prstGeom prst="rect">
            <a:avLst/>
          </a:prstGeom>
        </p:spPr>
      </p:pic>
      <p:sp>
        <p:nvSpPr>
          <p:cNvPr id="34" name="PA-4-Point Star 33"/>
          <p:cNvSpPr/>
          <p:nvPr>
            <p:custDataLst>
              <p:tags r:id="rId1"/>
            </p:custDataLst>
          </p:nvPr>
        </p:nvSpPr>
        <p:spPr>
          <a:xfrm rot="8294776">
            <a:off x="5002837" y="21462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PA-4-Point Star 34"/>
          <p:cNvSpPr/>
          <p:nvPr>
            <p:custDataLst>
              <p:tags r:id="rId2"/>
            </p:custDataLst>
          </p:nvPr>
        </p:nvSpPr>
        <p:spPr>
          <a:xfrm rot="8294776">
            <a:off x="5483061" y="2369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PA-4-Point Star 35"/>
          <p:cNvSpPr/>
          <p:nvPr>
            <p:custDataLst>
              <p:tags r:id="rId3"/>
            </p:custDataLst>
          </p:nvPr>
        </p:nvSpPr>
        <p:spPr>
          <a:xfrm rot="8294776">
            <a:off x="5344914" y="2685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PA-4-Point Star 36"/>
          <p:cNvSpPr/>
          <p:nvPr>
            <p:custDataLst>
              <p:tags r:id="rId4"/>
            </p:custDataLst>
          </p:nvPr>
        </p:nvSpPr>
        <p:spPr>
          <a:xfrm rot="16200000">
            <a:off x="243104" y="-655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A-4-Point Star 77"/>
          <p:cNvSpPr/>
          <p:nvPr>
            <p:custDataLst>
              <p:tags r:id="rId5"/>
            </p:custDataLst>
          </p:nvPr>
        </p:nvSpPr>
        <p:spPr>
          <a:xfrm rot="16200000">
            <a:off x="6457747" y="229694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PA-4-Point Star 96"/>
          <p:cNvSpPr/>
          <p:nvPr>
            <p:custDataLst>
              <p:tags r:id="rId6"/>
            </p:custDataLst>
          </p:nvPr>
        </p:nvSpPr>
        <p:spPr>
          <a:xfrm rot="8294776">
            <a:off x="5628180" y="26272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PA-4-Point Star 97"/>
          <p:cNvSpPr/>
          <p:nvPr>
            <p:custDataLst>
              <p:tags r:id="rId7"/>
            </p:custDataLst>
          </p:nvPr>
        </p:nvSpPr>
        <p:spPr>
          <a:xfrm rot="16200000">
            <a:off x="11913218" y="758020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PA-4-Point Star 108"/>
          <p:cNvSpPr/>
          <p:nvPr>
            <p:custDataLst>
              <p:tags r:id="rId8"/>
            </p:custDataLst>
          </p:nvPr>
        </p:nvSpPr>
        <p:spPr>
          <a:xfrm rot="16200000">
            <a:off x="6141590" y="2473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PA-4-Point Star 133"/>
          <p:cNvSpPr/>
          <p:nvPr>
            <p:custDataLst>
              <p:tags r:id="rId9"/>
            </p:custDataLst>
          </p:nvPr>
        </p:nvSpPr>
        <p:spPr>
          <a:xfrm rot="16200000">
            <a:off x="4653787" y="3063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PA-4-Point Star 134"/>
          <p:cNvSpPr/>
          <p:nvPr>
            <p:custDataLst>
              <p:tags r:id="rId10"/>
            </p:custDataLst>
          </p:nvPr>
        </p:nvSpPr>
        <p:spPr>
          <a:xfrm rot="8294776">
            <a:off x="5693570" y="21922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PA-4-Point Star 135"/>
          <p:cNvSpPr/>
          <p:nvPr>
            <p:custDataLst>
              <p:tags r:id="rId11"/>
            </p:custDataLst>
          </p:nvPr>
        </p:nvSpPr>
        <p:spPr>
          <a:xfrm rot="8294776">
            <a:off x="5555423" y="25080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PA-4-Point Star 136"/>
          <p:cNvSpPr/>
          <p:nvPr>
            <p:custDataLst>
              <p:tags r:id="rId12"/>
            </p:custDataLst>
          </p:nvPr>
        </p:nvSpPr>
        <p:spPr>
          <a:xfrm rot="8294776">
            <a:off x="4594974" y="2672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PA-4-Point Star 138"/>
          <p:cNvSpPr/>
          <p:nvPr>
            <p:custDataLst>
              <p:tags r:id="rId13"/>
            </p:custDataLst>
          </p:nvPr>
        </p:nvSpPr>
        <p:spPr>
          <a:xfrm rot="16200000">
            <a:off x="6686518" y="4379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PA-4-Point Star 139"/>
          <p:cNvSpPr/>
          <p:nvPr>
            <p:custDataLst>
              <p:tags r:id="rId14"/>
            </p:custDataLst>
          </p:nvPr>
        </p:nvSpPr>
        <p:spPr>
          <a:xfrm rot="7352446">
            <a:off x="9882647" y="68728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PA-4-Point Star 140"/>
          <p:cNvSpPr/>
          <p:nvPr>
            <p:custDataLst>
              <p:tags r:id="rId15"/>
            </p:custDataLst>
          </p:nvPr>
        </p:nvSpPr>
        <p:spPr>
          <a:xfrm rot="7352446">
            <a:off x="9744500" y="718859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PA-4-Point Star 141"/>
          <p:cNvSpPr/>
          <p:nvPr>
            <p:custDataLst>
              <p:tags r:id="rId16"/>
            </p:custDataLst>
          </p:nvPr>
        </p:nvSpPr>
        <p:spPr>
          <a:xfrm rot="8294776">
            <a:off x="7009842" y="177126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PA-4-Point Star 153"/>
          <p:cNvSpPr/>
          <p:nvPr>
            <p:custDataLst>
              <p:tags r:id="rId17"/>
            </p:custDataLst>
          </p:nvPr>
        </p:nvSpPr>
        <p:spPr>
          <a:xfrm rot="13694776">
            <a:off x="-716950" y="47656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PA-4-Point Star 154"/>
          <p:cNvSpPr/>
          <p:nvPr>
            <p:custDataLst>
              <p:tags r:id="rId18"/>
            </p:custDataLst>
          </p:nvPr>
        </p:nvSpPr>
        <p:spPr>
          <a:xfrm rot="13694776">
            <a:off x="275801" y="-11363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PA-4-Point Star 155"/>
          <p:cNvSpPr/>
          <p:nvPr>
            <p:custDataLst>
              <p:tags r:id="rId19"/>
            </p:custDataLst>
          </p:nvPr>
        </p:nvSpPr>
        <p:spPr>
          <a:xfrm>
            <a:off x="506143" y="-49301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PA-4-Point Star 225"/>
          <p:cNvSpPr/>
          <p:nvPr>
            <p:custDataLst>
              <p:tags r:id="rId20"/>
            </p:custDataLst>
          </p:nvPr>
        </p:nvSpPr>
        <p:spPr>
          <a:xfrm rot="13694776">
            <a:off x="-209233" y="15781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PA-4-Point Star 236"/>
          <p:cNvSpPr/>
          <p:nvPr>
            <p:custDataLst>
              <p:tags r:id="rId21"/>
            </p:custDataLst>
          </p:nvPr>
        </p:nvSpPr>
        <p:spPr>
          <a:xfrm rot="13694776">
            <a:off x="5239957" y="26512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PA-4-Point Star 237"/>
          <p:cNvSpPr/>
          <p:nvPr>
            <p:custDataLst>
              <p:tags r:id="rId22"/>
            </p:custDataLst>
          </p:nvPr>
        </p:nvSpPr>
        <p:spPr>
          <a:xfrm>
            <a:off x="960449" y="-53828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PA-4-Point Star 238"/>
          <p:cNvSpPr/>
          <p:nvPr>
            <p:custDataLst>
              <p:tags r:id="rId23"/>
            </p:custDataLst>
          </p:nvPr>
        </p:nvSpPr>
        <p:spPr>
          <a:xfrm>
            <a:off x="0" y="-3738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PA-4-Point Star 239"/>
          <p:cNvSpPr/>
          <p:nvPr>
            <p:custDataLst>
              <p:tags r:id="rId24"/>
            </p:custDataLst>
          </p:nvPr>
        </p:nvSpPr>
        <p:spPr>
          <a:xfrm>
            <a:off x="5390375" y="71836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PA-4-Point Star 241"/>
          <p:cNvSpPr/>
          <p:nvPr>
            <p:custDataLst>
              <p:tags r:id="rId25"/>
            </p:custDataLst>
          </p:nvPr>
        </p:nvSpPr>
        <p:spPr>
          <a:xfrm rot="13694776">
            <a:off x="-209232" y="14334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PA-4-Point Star 242"/>
          <p:cNvSpPr/>
          <p:nvPr>
            <p:custDataLst>
              <p:tags r:id="rId26"/>
            </p:custDataLst>
          </p:nvPr>
        </p:nvSpPr>
        <p:spPr>
          <a:xfrm>
            <a:off x="-1098007" y="548865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PA-4-Point Star 243"/>
          <p:cNvSpPr/>
          <p:nvPr>
            <p:custDataLst>
              <p:tags r:id="rId27"/>
            </p:custDataLst>
          </p:nvPr>
        </p:nvSpPr>
        <p:spPr>
          <a:xfrm>
            <a:off x="3844446" y="708495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PA-4-Point Star 244"/>
          <p:cNvSpPr/>
          <p:nvPr>
            <p:custDataLst>
              <p:tags r:id="rId28"/>
            </p:custDataLst>
          </p:nvPr>
        </p:nvSpPr>
        <p:spPr>
          <a:xfrm rot="13694776">
            <a:off x="-696034" y="15781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PA-4-Point Star 245"/>
          <p:cNvSpPr/>
          <p:nvPr>
            <p:custDataLst>
              <p:tags r:id="rId29"/>
            </p:custDataLst>
          </p:nvPr>
        </p:nvSpPr>
        <p:spPr>
          <a:xfrm>
            <a:off x="-966438" y="55412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PA-4-Point Star 246"/>
          <p:cNvSpPr/>
          <p:nvPr>
            <p:custDataLst>
              <p:tags r:id="rId30"/>
            </p:custDataLst>
          </p:nvPr>
        </p:nvSpPr>
        <p:spPr>
          <a:xfrm>
            <a:off x="-1104585" y="58570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PA-4-Point Star 247"/>
          <p:cNvSpPr/>
          <p:nvPr>
            <p:custDataLst>
              <p:tags r:id="rId31"/>
            </p:custDataLst>
          </p:nvPr>
        </p:nvSpPr>
        <p:spPr>
          <a:xfrm>
            <a:off x="3837868" y="745334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PA-4-Point Star 251"/>
          <p:cNvSpPr/>
          <p:nvPr>
            <p:custDataLst>
              <p:tags r:id="rId32"/>
            </p:custDataLst>
          </p:nvPr>
        </p:nvSpPr>
        <p:spPr>
          <a:xfrm>
            <a:off x="10170037" y="-720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PA-4-Point Star 256"/>
          <p:cNvSpPr/>
          <p:nvPr>
            <p:custDataLst>
              <p:tags r:id="rId33"/>
            </p:custDataLst>
          </p:nvPr>
        </p:nvSpPr>
        <p:spPr>
          <a:xfrm>
            <a:off x="730203" y="-7027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PA-4-Point Star 261"/>
          <p:cNvSpPr/>
          <p:nvPr>
            <p:custDataLst>
              <p:tags r:id="rId34"/>
            </p:custDataLst>
          </p:nvPr>
        </p:nvSpPr>
        <p:spPr>
          <a:xfrm>
            <a:off x="10321341" y="-28909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PA-4-Point Star 264"/>
          <p:cNvSpPr/>
          <p:nvPr>
            <p:custDataLst>
              <p:tags r:id="rId35"/>
            </p:custDataLst>
          </p:nvPr>
        </p:nvSpPr>
        <p:spPr>
          <a:xfrm>
            <a:off x="4844366" y="74138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PA-4-Point Star 265"/>
          <p:cNvSpPr/>
          <p:nvPr>
            <p:custDataLst>
              <p:tags r:id="rId36"/>
            </p:custDataLst>
          </p:nvPr>
        </p:nvSpPr>
        <p:spPr>
          <a:xfrm>
            <a:off x="-913810" y="58241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PA-4-Point Star 266"/>
          <p:cNvSpPr/>
          <p:nvPr>
            <p:custDataLst>
              <p:tags r:id="rId37"/>
            </p:custDataLst>
          </p:nvPr>
        </p:nvSpPr>
        <p:spPr>
          <a:xfrm>
            <a:off x="9420098" y="-28251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PA-4-Point Star 267"/>
          <p:cNvSpPr/>
          <p:nvPr>
            <p:custDataLst>
              <p:tags r:id="rId38"/>
            </p:custDataLst>
          </p:nvPr>
        </p:nvSpPr>
        <p:spPr>
          <a:xfrm>
            <a:off x="4423348" y="70323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PA-4-Point Star 268"/>
          <p:cNvSpPr/>
          <p:nvPr>
            <p:custDataLst>
              <p:tags r:id="rId39"/>
            </p:custDataLst>
          </p:nvPr>
        </p:nvSpPr>
        <p:spPr>
          <a:xfrm>
            <a:off x="5456160" y="70783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PA-4-Point Star 383"/>
          <p:cNvSpPr/>
          <p:nvPr>
            <p:custDataLst>
              <p:tags r:id="rId40"/>
            </p:custDataLst>
          </p:nvPr>
        </p:nvSpPr>
        <p:spPr>
          <a:xfrm rot="8294776">
            <a:off x="6733943" y="16996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PA-4-Point Star 387"/>
          <p:cNvSpPr/>
          <p:nvPr>
            <p:custDataLst>
              <p:tags r:id="rId41"/>
            </p:custDataLst>
          </p:nvPr>
        </p:nvSpPr>
        <p:spPr>
          <a:xfrm rot="8294776">
            <a:off x="4805877" y="251540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2" name="PA-4-Point Star 391"/>
          <p:cNvSpPr/>
          <p:nvPr>
            <p:custDataLst>
              <p:tags r:id="rId42"/>
            </p:custDataLst>
          </p:nvPr>
        </p:nvSpPr>
        <p:spPr>
          <a:xfrm rot="16200000">
            <a:off x="657938" y="-6214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PA-4-Point Star 396"/>
          <p:cNvSpPr/>
          <p:nvPr>
            <p:custDataLst>
              <p:tags r:id="rId43"/>
            </p:custDataLst>
          </p:nvPr>
        </p:nvSpPr>
        <p:spPr>
          <a:xfrm rot="15257670">
            <a:off x="12926393" y="53587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2" name="PA-4-Point Star 401"/>
          <p:cNvSpPr/>
          <p:nvPr>
            <p:custDataLst>
              <p:tags r:id="rId44"/>
            </p:custDataLst>
          </p:nvPr>
        </p:nvSpPr>
        <p:spPr>
          <a:xfrm rot="8294776">
            <a:off x="5865005" y="26140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PA-4-Point Star 402"/>
          <p:cNvSpPr/>
          <p:nvPr>
            <p:custDataLst>
              <p:tags r:id="rId45"/>
            </p:custDataLst>
          </p:nvPr>
        </p:nvSpPr>
        <p:spPr>
          <a:xfrm rot="16200000">
            <a:off x="7095855" y="2250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PA-4-Point Star 403"/>
          <p:cNvSpPr/>
          <p:nvPr>
            <p:custDataLst>
              <p:tags r:id="rId46"/>
            </p:custDataLst>
          </p:nvPr>
        </p:nvSpPr>
        <p:spPr>
          <a:xfrm rot="16200000">
            <a:off x="6957708" y="2566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PA-4-Point Star 404"/>
          <p:cNvSpPr/>
          <p:nvPr>
            <p:custDataLst>
              <p:tags r:id="rId47"/>
            </p:custDataLst>
          </p:nvPr>
        </p:nvSpPr>
        <p:spPr>
          <a:xfrm rot="16200000">
            <a:off x="10446429" y="-3919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PA-4-Point Star 405"/>
          <p:cNvSpPr/>
          <p:nvPr>
            <p:custDataLst>
              <p:tags r:id="rId48"/>
            </p:custDataLst>
          </p:nvPr>
        </p:nvSpPr>
        <p:spPr>
          <a:xfrm rot="16200000">
            <a:off x="6495647"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PA-4-Point Star 407"/>
          <p:cNvSpPr/>
          <p:nvPr>
            <p:custDataLst>
              <p:tags r:id="rId49"/>
            </p:custDataLst>
          </p:nvPr>
        </p:nvSpPr>
        <p:spPr>
          <a:xfrm rot="16200000">
            <a:off x="657939" y="-76617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PA-4-Point Star 408"/>
          <p:cNvSpPr/>
          <p:nvPr>
            <p:custDataLst>
              <p:tags r:id="rId50"/>
            </p:custDataLst>
          </p:nvPr>
        </p:nvSpPr>
        <p:spPr>
          <a:xfrm rot="16200000">
            <a:off x="519792" y="-45040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PA-4-Point Star 411"/>
          <p:cNvSpPr/>
          <p:nvPr>
            <p:custDataLst>
              <p:tags r:id="rId51"/>
            </p:custDataLst>
          </p:nvPr>
        </p:nvSpPr>
        <p:spPr>
          <a:xfrm rot="16200000">
            <a:off x="651361" y="-397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PA-4-Point Star 412"/>
          <p:cNvSpPr/>
          <p:nvPr>
            <p:custDataLst>
              <p:tags r:id="rId52"/>
            </p:custDataLst>
          </p:nvPr>
        </p:nvSpPr>
        <p:spPr>
          <a:xfrm rot="16200000">
            <a:off x="9854371" y="-2867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PA-4-Point Star 414"/>
          <p:cNvSpPr/>
          <p:nvPr>
            <p:custDataLst>
              <p:tags r:id="rId53"/>
            </p:custDataLst>
          </p:nvPr>
        </p:nvSpPr>
        <p:spPr>
          <a:xfrm rot="16200000">
            <a:off x="12071102" y="73104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6" name="PA-4-Point Star 415"/>
          <p:cNvSpPr/>
          <p:nvPr>
            <p:custDataLst>
              <p:tags r:id="rId54"/>
            </p:custDataLst>
          </p:nvPr>
        </p:nvSpPr>
        <p:spPr>
          <a:xfrm rot="15257670">
            <a:off x="12919816" y="55823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7" name="PA-4-Point Star 416"/>
          <p:cNvSpPr/>
          <p:nvPr>
            <p:custDataLst>
              <p:tags r:id="rId55"/>
            </p:custDataLst>
          </p:nvPr>
        </p:nvSpPr>
        <p:spPr>
          <a:xfrm rot="15257670">
            <a:off x="12781669" y="589814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8" name="PA-4-Point Star 417"/>
          <p:cNvSpPr/>
          <p:nvPr>
            <p:custDataLst>
              <p:tags r:id="rId56"/>
            </p:custDataLst>
          </p:nvPr>
        </p:nvSpPr>
        <p:spPr>
          <a:xfrm rot="16200000">
            <a:off x="6416706" y="711362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3" name="PA-4-Point Star 422"/>
          <p:cNvSpPr/>
          <p:nvPr>
            <p:custDataLst>
              <p:tags r:id="rId57"/>
            </p:custDataLst>
          </p:nvPr>
        </p:nvSpPr>
        <p:spPr>
          <a:xfrm rot="16200000">
            <a:off x="6727462" y="2402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6" name="PA-4-Point Star 425"/>
          <p:cNvSpPr/>
          <p:nvPr>
            <p:custDataLst>
              <p:tags r:id="rId58"/>
            </p:custDataLst>
          </p:nvPr>
        </p:nvSpPr>
        <p:spPr>
          <a:xfrm rot="16200000">
            <a:off x="8113939" y="69952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PA-4-Point Star 426"/>
          <p:cNvSpPr/>
          <p:nvPr>
            <p:custDataLst>
              <p:tags r:id="rId59"/>
            </p:custDataLst>
          </p:nvPr>
        </p:nvSpPr>
        <p:spPr>
          <a:xfrm rot="16200000">
            <a:off x="2295770" y="70849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8" name="PA-4-Point Star 427"/>
          <p:cNvSpPr/>
          <p:nvPr>
            <p:custDataLst>
              <p:tags r:id="rId60"/>
            </p:custDataLst>
          </p:nvPr>
        </p:nvSpPr>
        <p:spPr>
          <a:xfrm rot="16200000">
            <a:off x="6977443" y="302057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9" name="PA-4-Point Star 428"/>
          <p:cNvSpPr/>
          <p:nvPr>
            <p:custDataLst>
              <p:tags r:id="rId61"/>
            </p:custDataLst>
          </p:nvPr>
        </p:nvSpPr>
        <p:spPr>
          <a:xfrm rot="16200000">
            <a:off x="7048234" y="7120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0" name="PA-4-Point Star 429"/>
          <p:cNvSpPr/>
          <p:nvPr>
            <p:custDataLst>
              <p:tags r:id="rId62"/>
            </p:custDataLst>
          </p:nvPr>
        </p:nvSpPr>
        <p:spPr>
          <a:xfrm rot="16200000">
            <a:off x="6910087" y="743596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1" name="PA-4-Point Star 430"/>
          <p:cNvSpPr/>
          <p:nvPr>
            <p:custDataLst>
              <p:tags r:id="rId63"/>
            </p:custDataLst>
          </p:nvPr>
        </p:nvSpPr>
        <p:spPr>
          <a:xfrm rot="16200000">
            <a:off x="5949638" y="76004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2" name="PA-4-Point Star 431"/>
          <p:cNvSpPr/>
          <p:nvPr>
            <p:custDataLst>
              <p:tags r:id="rId64"/>
            </p:custDataLst>
          </p:nvPr>
        </p:nvSpPr>
        <p:spPr>
          <a:xfrm rot="16200000">
            <a:off x="10045146" y="-3196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PA-4-Point Star 432"/>
          <p:cNvSpPr/>
          <p:nvPr>
            <p:custDataLst>
              <p:tags r:id="rId65"/>
            </p:custDataLst>
          </p:nvPr>
        </p:nvSpPr>
        <p:spPr>
          <a:xfrm rot="16200000">
            <a:off x="6076200" y="302715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4" name="PA-4-Point Star 433"/>
          <p:cNvSpPr/>
          <p:nvPr>
            <p:custDataLst>
              <p:tags r:id="rId66"/>
            </p:custDataLst>
          </p:nvPr>
        </p:nvSpPr>
        <p:spPr>
          <a:xfrm rot="16200000">
            <a:off x="5528620" y="72188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PA-4-Point Star 434"/>
          <p:cNvSpPr/>
          <p:nvPr>
            <p:custDataLst>
              <p:tags r:id="rId67"/>
            </p:custDataLst>
          </p:nvPr>
        </p:nvSpPr>
        <p:spPr>
          <a:xfrm rot="16200000">
            <a:off x="6561432" y="72649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PA-4-Point Star 435"/>
          <p:cNvSpPr/>
          <p:nvPr>
            <p:custDataLst>
              <p:tags r:id="rId68"/>
            </p:custDataLst>
          </p:nvPr>
        </p:nvSpPr>
        <p:spPr>
          <a:xfrm rot="16200000">
            <a:off x="7041656" y="748859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PA-4-Point Star 436"/>
          <p:cNvSpPr/>
          <p:nvPr>
            <p:custDataLst>
              <p:tags r:id="rId69"/>
            </p:custDataLst>
          </p:nvPr>
        </p:nvSpPr>
        <p:spPr>
          <a:xfrm rot="16200000">
            <a:off x="1703712" y="719021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8" name="PA-4-Point Star 437"/>
          <p:cNvSpPr/>
          <p:nvPr>
            <p:custDataLst>
              <p:tags r:id="rId70"/>
            </p:custDataLst>
          </p:nvPr>
        </p:nvSpPr>
        <p:spPr>
          <a:xfrm rot="7352446">
            <a:off x="9751474" y="728147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9" name="PA-4-Point Star 438"/>
          <p:cNvSpPr/>
          <p:nvPr>
            <p:custDataLst>
              <p:tags r:id="rId71"/>
            </p:custDataLst>
          </p:nvPr>
        </p:nvSpPr>
        <p:spPr>
          <a:xfrm rot="16200000">
            <a:off x="12475404" y="357659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 name="PA-4-Point Star 439"/>
          <p:cNvSpPr/>
          <p:nvPr>
            <p:custDataLst>
              <p:tags r:id="rId72"/>
            </p:custDataLst>
          </p:nvPr>
        </p:nvSpPr>
        <p:spPr>
          <a:xfrm rot="15257670">
            <a:off x="12722463" y="555606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PA-4-Point Star 440"/>
          <p:cNvSpPr/>
          <p:nvPr>
            <p:custDataLst>
              <p:tags r:id="rId73"/>
            </p:custDataLst>
          </p:nvPr>
        </p:nvSpPr>
        <p:spPr>
          <a:xfrm rot="16200000">
            <a:off x="8225770"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7" name="PA-4-Point Star 456"/>
          <p:cNvSpPr/>
          <p:nvPr>
            <p:custDataLst>
              <p:tags r:id="rId74"/>
            </p:custDataLst>
          </p:nvPr>
        </p:nvSpPr>
        <p:spPr>
          <a:xfrm rot="15257670">
            <a:off x="9567374" y="771427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PA-4-Point Star 462"/>
          <p:cNvSpPr/>
          <p:nvPr>
            <p:custDataLst>
              <p:tags r:id="rId75"/>
            </p:custDataLst>
          </p:nvPr>
        </p:nvSpPr>
        <p:spPr>
          <a:xfrm>
            <a:off x="3837967" y="6117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5" name="PA-4-Point Star 464"/>
          <p:cNvSpPr/>
          <p:nvPr>
            <p:custDataLst>
              <p:tags r:id="rId76"/>
            </p:custDataLst>
          </p:nvPr>
        </p:nvSpPr>
        <p:spPr>
          <a:xfrm rot="13694776">
            <a:off x="4739603" y="25385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6" name="PA-4-Point Star 465"/>
          <p:cNvSpPr/>
          <p:nvPr>
            <p:custDataLst>
              <p:tags r:id="rId77"/>
            </p:custDataLst>
          </p:nvPr>
        </p:nvSpPr>
        <p:spPr>
          <a:xfrm>
            <a:off x="-874734" y="53234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8" name="PA-4-Point Star 467"/>
          <p:cNvSpPr/>
          <p:nvPr>
            <p:custDataLst>
              <p:tags r:id="rId78"/>
            </p:custDataLst>
          </p:nvPr>
        </p:nvSpPr>
        <p:spPr>
          <a:xfrm>
            <a:off x="2292038" y="-37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9" name="PA-4-Point Star 468"/>
          <p:cNvSpPr/>
          <p:nvPr>
            <p:custDataLst>
              <p:tags r:id="rId79"/>
            </p:custDataLst>
          </p:nvPr>
        </p:nvSpPr>
        <p:spPr>
          <a:xfrm rot="13694776">
            <a:off x="-571439" y="10050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0" name="PA-4-Point Star 469"/>
          <p:cNvSpPr/>
          <p:nvPr>
            <p:custDataLst>
              <p:tags r:id="rId80"/>
            </p:custDataLst>
          </p:nvPr>
        </p:nvSpPr>
        <p:spPr>
          <a:xfrm rot="13694776">
            <a:off x="-709586" y="132078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2" name="PA-4-Point Star 471"/>
          <p:cNvSpPr/>
          <p:nvPr>
            <p:custDataLst>
              <p:tags r:id="rId81"/>
            </p:custDataLst>
          </p:nvPr>
        </p:nvSpPr>
        <p:spPr>
          <a:xfrm rot="13694776">
            <a:off x="-1058241" y="11497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PA-4-Point Star 472"/>
          <p:cNvSpPr/>
          <p:nvPr>
            <p:custDataLst>
              <p:tags r:id="rId82"/>
            </p:custDataLst>
          </p:nvPr>
        </p:nvSpPr>
        <p:spPr>
          <a:xfrm rot="13694776">
            <a:off x="-578017" y="137341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PA-4-Point Star 473"/>
          <p:cNvSpPr/>
          <p:nvPr>
            <p:custDataLst>
              <p:tags r:id="rId83"/>
            </p:custDataLst>
          </p:nvPr>
        </p:nvSpPr>
        <p:spPr>
          <a:xfrm>
            <a:off x="-347675" y="201672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PA-4-Point Star 480"/>
          <p:cNvSpPr/>
          <p:nvPr>
            <p:custDataLst>
              <p:tags r:id="rId84"/>
            </p:custDataLst>
          </p:nvPr>
        </p:nvSpPr>
        <p:spPr>
          <a:xfrm>
            <a:off x="4002426" y="-49141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2" name="PA-4-Point Star 481"/>
          <p:cNvSpPr/>
          <p:nvPr>
            <p:custDataLst>
              <p:tags r:id="rId85"/>
            </p:custDataLst>
          </p:nvPr>
        </p:nvSpPr>
        <p:spPr>
          <a:xfrm>
            <a:off x="3041977" y="-3269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3" name="PA-4-Point Star 482"/>
          <p:cNvSpPr/>
          <p:nvPr>
            <p:custDataLst>
              <p:tags r:id="rId86"/>
            </p:custDataLst>
          </p:nvPr>
        </p:nvSpPr>
        <p:spPr>
          <a:xfrm rot="13694776">
            <a:off x="4509357" y="2374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2" name="PA-4-Point Star 501"/>
          <p:cNvSpPr/>
          <p:nvPr>
            <p:custDataLst>
              <p:tags r:id="rId87"/>
            </p:custDataLst>
          </p:nvPr>
        </p:nvSpPr>
        <p:spPr>
          <a:xfrm rot="13694776">
            <a:off x="-999821" y="466694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3" name="PA-4-Point Star 502"/>
          <p:cNvSpPr/>
          <p:nvPr>
            <p:custDataLst>
              <p:tags r:id="rId88"/>
            </p:custDataLst>
          </p:nvPr>
        </p:nvSpPr>
        <p:spPr>
          <a:xfrm rot="13694776">
            <a:off x="4502780" y="25977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4" name="PA-4-Point Star 503"/>
          <p:cNvSpPr/>
          <p:nvPr>
            <p:custDataLst>
              <p:tags r:id="rId89"/>
            </p:custDataLst>
          </p:nvPr>
        </p:nvSpPr>
        <p:spPr>
          <a:xfrm>
            <a:off x="223272" y="-59169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5" name="PA-4-Point Star 504"/>
          <p:cNvSpPr/>
          <p:nvPr>
            <p:custDataLst>
              <p:tags r:id="rId90"/>
            </p:custDataLst>
          </p:nvPr>
        </p:nvSpPr>
        <p:spPr>
          <a:xfrm>
            <a:off x="-1249704" y="569838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PA-4-Point Star 528"/>
          <p:cNvSpPr/>
          <p:nvPr>
            <p:custDataLst>
              <p:tags r:id="rId91"/>
            </p:custDataLst>
          </p:nvPr>
        </p:nvSpPr>
        <p:spPr>
          <a:xfrm rot="13694776">
            <a:off x="4476465" y="243990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1" name="PA-4-Point Star 530"/>
          <p:cNvSpPr/>
          <p:nvPr>
            <p:custDataLst>
              <p:tags r:id="rId92"/>
            </p:custDataLst>
          </p:nvPr>
        </p:nvSpPr>
        <p:spPr>
          <a:xfrm>
            <a:off x="3153811" y="-4190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PA-4-Point Star 531"/>
          <p:cNvSpPr/>
          <p:nvPr>
            <p:custDataLst>
              <p:tags r:id="rId93"/>
            </p:custDataLst>
          </p:nvPr>
        </p:nvSpPr>
        <p:spPr>
          <a:xfrm>
            <a:off x="3634035" y="-1953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PA-4-Point Star 532"/>
          <p:cNvSpPr/>
          <p:nvPr>
            <p:custDataLst>
              <p:tags r:id="rId94"/>
            </p:custDataLst>
          </p:nvPr>
        </p:nvSpPr>
        <p:spPr>
          <a:xfrm rot="13694776">
            <a:off x="-966930" y="43511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PA-4-Point Star 533"/>
          <p:cNvSpPr/>
          <p:nvPr>
            <p:custDataLst>
              <p:tags r:id="rId95"/>
            </p:custDataLst>
          </p:nvPr>
        </p:nvSpPr>
        <p:spPr>
          <a:xfrm rot="13694776">
            <a:off x="-808262" y="110370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PA-4-Point Star 534"/>
          <p:cNvSpPr/>
          <p:nvPr>
            <p:custDataLst>
              <p:tags r:id="rId96"/>
            </p:custDataLst>
          </p:nvPr>
        </p:nvSpPr>
        <p:spPr>
          <a:xfrm>
            <a:off x="-651069" y="56062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9" name="PA-4-Point Star 538"/>
          <p:cNvSpPr/>
          <p:nvPr>
            <p:custDataLst>
              <p:tags r:id="rId97"/>
            </p:custDataLst>
          </p:nvPr>
        </p:nvSpPr>
        <p:spPr>
          <a:xfrm>
            <a:off x="328526" y="-6969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 name="PA-4-Point Star 541"/>
          <p:cNvSpPr/>
          <p:nvPr>
            <p:custDataLst>
              <p:tags r:id="rId98"/>
            </p:custDataLst>
          </p:nvPr>
        </p:nvSpPr>
        <p:spPr>
          <a:xfrm>
            <a:off x="2285459" y="5459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3" name="PA-4-Point Star 542"/>
          <p:cNvSpPr/>
          <p:nvPr>
            <p:custDataLst>
              <p:tags r:id="rId99"/>
            </p:custDataLst>
          </p:nvPr>
        </p:nvSpPr>
        <p:spPr>
          <a:xfrm rot="13694776">
            <a:off x="-1196389" y="11892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5" name="PA-4-Point Star 544"/>
          <p:cNvSpPr/>
          <p:nvPr>
            <p:custDataLst>
              <p:tags r:id="rId100"/>
            </p:custDataLst>
          </p:nvPr>
        </p:nvSpPr>
        <p:spPr>
          <a:xfrm>
            <a:off x="3120917" y="-2874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PA-4-Point Star 559"/>
          <p:cNvSpPr/>
          <p:nvPr>
            <p:custDataLst>
              <p:tags r:id="rId101"/>
            </p:custDataLst>
          </p:nvPr>
        </p:nvSpPr>
        <p:spPr>
          <a:xfrm>
            <a:off x="3361858"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PA-4-Point Star 560"/>
          <p:cNvSpPr/>
          <p:nvPr>
            <p:custDataLst>
              <p:tags r:id="rId102"/>
            </p:custDataLst>
          </p:nvPr>
        </p:nvSpPr>
        <p:spPr>
          <a:xfrm>
            <a:off x="2479263"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2" name="PA-4-Point Star 561"/>
          <p:cNvSpPr/>
          <p:nvPr>
            <p:custDataLst>
              <p:tags r:id="rId103"/>
            </p:custDataLst>
          </p:nvPr>
        </p:nvSpPr>
        <p:spPr>
          <a:xfrm>
            <a:off x="-694732" y="185261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PA-4-Point Star 567"/>
          <p:cNvSpPr/>
          <p:nvPr>
            <p:custDataLst>
              <p:tags r:id="rId104"/>
            </p:custDataLst>
          </p:nvPr>
        </p:nvSpPr>
        <p:spPr>
          <a:xfrm>
            <a:off x="-993911" y="177903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PA-4-Point Star 569"/>
          <p:cNvSpPr/>
          <p:nvPr>
            <p:custDataLst>
              <p:tags r:id="rId105"/>
            </p:custDataLst>
          </p:nvPr>
        </p:nvSpPr>
        <p:spPr>
          <a:xfrm>
            <a:off x="-811031" y="2152744"/>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PA-4-Point Star 570"/>
          <p:cNvSpPr/>
          <p:nvPr>
            <p:custDataLst>
              <p:tags r:id="rId106"/>
            </p:custDataLst>
          </p:nvPr>
        </p:nvSpPr>
        <p:spPr>
          <a:xfrm>
            <a:off x="-842836" y="278089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PA-4-Point Star 571"/>
          <p:cNvSpPr/>
          <p:nvPr>
            <p:custDataLst>
              <p:tags r:id="rId107"/>
            </p:custDataLst>
          </p:nvPr>
        </p:nvSpPr>
        <p:spPr>
          <a:xfrm>
            <a:off x="-1411295" y="7320855"/>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PA-4-Point Star 572"/>
          <p:cNvSpPr/>
          <p:nvPr>
            <p:custDataLst>
              <p:tags r:id="rId108"/>
            </p:custDataLst>
          </p:nvPr>
        </p:nvSpPr>
        <p:spPr>
          <a:xfrm>
            <a:off x="4225824" y="740226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PA-4-Point Star 586"/>
          <p:cNvSpPr/>
          <p:nvPr>
            <p:custDataLst>
              <p:tags r:id="rId109"/>
            </p:custDataLst>
          </p:nvPr>
        </p:nvSpPr>
        <p:spPr>
          <a:xfrm rot="8294776">
            <a:off x="-859688" y="4374360"/>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PA-4-Point Star 589"/>
          <p:cNvSpPr/>
          <p:nvPr>
            <p:custDataLst>
              <p:tags r:id="rId110"/>
            </p:custDataLst>
          </p:nvPr>
        </p:nvSpPr>
        <p:spPr>
          <a:xfrm rot="8294776">
            <a:off x="12236491" y="8201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PA-4-Point Star 590"/>
          <p:cNvSpPr/>
          <p:nvPr>
            <p:custDataLst>
              <p:tags r:id="rId111"/>
            </p:custDataLst>
          </p:nvPr>
        </p:nvSpPr>
        <p:spPr>
          <a:xfrm rot="16200000">
            <a:off x="12604980" y="172016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PA-4-Point Star 591"/>
          <p:cNvSpPr/>
          <p:nvPr>
            <p:custDataLst>
              <p:tags r:id="rId112"/>
            </p:custDataLst>
          </p:nvPr>
        </p:nvSpPr>
        <p:spPr>
          <a:xfrm rot="16200000">
            <a:off x="3004408" y="704445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PA-4-Point Star 595"/>
          <p:cNvSpPr/>
          <p:nvPr>
            <p:custDataLst>
              <p:tags r:id="rId113"/>
            </p:custDataLst>
          </p:nvPr>
        </p:nvSpPr>
        <p:spPr>
          <a:xfrm rot="8294776">
            <a:off x="12236490" y="2495122"/>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PA-4-Point Star 596"/>
          <p:cNvSpPr/>
          <p:nvPr>
            <p:custDataLst>
              <p:tags r:id="rId114"/>
            </p:custDataLst>
          </p:nvPr>
        </p:nvSpPr>
        <p:spPr>
          <a:xfrm rot="16200000">
            <a:off x="7117397" y="-6436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PA-4-Point Star 597"/>
          <p:cNvSpPr/>
          <p:nvPr>
            <p:custDataLst>
              <p:tags r:id="rId115"/>
            </p:custDataLst>
          </p:nvPr>
        </p:nvSpPr>
        <p:spPr>
          <a:xfrm rot="16200000">
            <a:off x="5058009" y="-715188"/>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PA-4-Point Star 598"/>
          <p:cNvSpPr/>
          <p:nvPr>
            <p:custDataLst>
              <p:tags r:id="rId116"/>
            </p:custDataLst>
          </p:nvPr>
        </p:nvSpPr>
        <p:spPr>
          <a:xfrm rot="16200000">
            <a:off x="3602920" y="-659529"/>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7"/>
          <p:cNvSpPr txBox="1"/>
          <p:nvPr/>
        </p:nvSpPr>
        <p:spPr>
          <a:xfrm>
            <a:off x="-48577" y="213995"/>
            <a:ext cx="508571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《HSK</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标准教程</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5--</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第三课</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a:t>
            </a:r>
          </a:p>
        </p:txBody>
      </p:sp>
      <p:sp>
        <p:nvSpPr>
          <p:cNvPr id="12" name="文本框 11"/>
          <p:cNvSpPr txBox="1"/>
          <p:nvPr/>
        </p:nvSpPr>
        <p:spPr>
          <a:xfrm>
            <a:off x="238243" y="702214"/>
            <a:ext cx="3614259"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sym typeface="+mn-ea"/>
              </a:rPr>
              <a:t>HSK Standard  Course 5  Lesson 3</a:t>
            </a:r>
          </a:p>
        </p:txBody>
      </p:sp>
      <p:grpSp>
        <p:nvGrpSpPr>
          <p:cNvPr id="11" name="组合 10"/>
          <p:cNvGrpSpPr/>
          <p:nvPr/>
        </p:nvGrpSpPr>
        <p:grpSpPr>
          <a:xfrm>
            <a:off x="1201913" y="2576830"/>
            <a:ext cx="9659087" cy="2916646"/>
            <a:chOff x="1893" y="4058"/>
            <a:chExt cx="15211" cy="4593"/>
          </a:xfrm>
        </p:grpSpPr>
        <p:grpSp>
          <p:nvGrpSpPr>
            <p:cNvPr id="14" name="组合 13"/>
            <p:cNvGrpSpPr/>
            <p:nvPr/>
          </p:nvGrpSpPr>
          <p:grpSpPr>
            <a:xfrm>
              <a:off x="1893" y="4058"/>
              <a:ext cx="15211" cy="4593"/>
              <a:chOff x="-96" y="3669"/>
              <a:chExt cx="18916" cy="5713"/>
            </a:xfrm>
          </p:grpSpPr>
          <p:sp>
            <p:nvSpPr>
              <p:cNvPr id="10" name="圆角矩形 9"/>
              <p:cNvSpPr/>
              <p:nvPr/>
            </p:nvSpPr>
            <p:spPr>
              <a:xfrm>
                <a:off x="-96" y="3669"/>
                <a:ext cx="18744" cy="5713"/>
              </a:xfrm>
              <a:prstGeom prst="round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96" y="4499"/>
                <a:ext cx="18916" cy="3025"/>
                <a:chOff x="3051" y="4499"/>
                <a:chExt cx="18916" cy="3025"/>
              </a:xfrm>
            </p:grpSpPr>
            <p:grpSp>
              <p:nvGrpSpPr>
                <p:cNvPr id="3" name="组合 2"/>
                <p:cNvGrpSpPr/>
                <p:nvPr/>
              </p:nvGrpSpPr>
              <p:grpSpPr>
                <a:xfrm>
                  <a:off x="4465" y="6619"/>
                  <a:ext cx="16706" cy="905"/>
                  <a:chOff x="6599" y="6619"/>
                  <a:chExt cx="16706" cy="905"/>
                </a:xfrm>
              </p:grpSpPr>
              <p:sp>
                <p:nvSpPr>
                  <p:cNvPr id="15" name="矩形 14"/>
                  <p:cNvSpPr/>
                  <p:nvPr/>
                </p:nvSpPr>
                <p:spPr>
                  <a:xfrm>
                    <a:off x="6599" y="6622"/>
                    <a:ext cx="3417" cy="902"/>
                  </a:xfrm>
                  <a:prstGeom prst="rect">
                    <a:avLst/>
                  </a:prstGeom>
                </p:spPr>
                <p:txBody>
                  <a:bodyPr wrap="square">
                    <a:spAutoFit/>
                  </a:bodyPr>
                  <a:lstStyle/>
                  <a:p>
                    <a:pPr algn="l"/>
                    <a:r>
                      <a:rPr lang="en-US" altLang="zh-CN" sz="2400" dirty="0">
                        <a:solidFill>
                          <a:schemeClr val="bg1">
                            <a:lumMod val="50000"/>
                          </a:schemeClr>
                        </a:solidFill>
                        <a:latin typeface="华文细黑" panose="02010600040101010101" pitchFamily="2" charset="-122"/>
                        <a:ea typeface="华文细黑" panose="02010600040101010101" pitchFamily="2" charset="-122"/>
                      </a:rPr>
                      <a:t>Lesson 3</a:t>
                    </a:r>
                  </a:p>
                </p:txBody>
              </p:sp>
              <p:sp>
                <p:nvSpPr>
                  <p:cNvPr id="18" name="矩形 17"/>
                  <p:cNvSpPr/>
                  <p:nvPr/>
                </p:nvSpPr>
                <p:spPr>
                  <a:xfrm>
                    <a:off x="9686" y="6619"/>
                    <a:ext cx="13619" cy="904"/>
                  </a:xfrm>
                  <a:prstGeom prst="rect">
                    <a:avLst/>
                  </a:prstGeom>
                </p:spPr>
                <p:txBody>
                  <a:bodyPr wrap="square">
                    <a:spAutoFit/>
                  </a:bodyPr>
                  <a:lstStyle/>
                  <a:p>
                    <a:r>
                      <a:rPr lang="en-US" sz="2400" dirty="0">
                        <a:solidFill>
                          <a:schemeClr val="bg1">
                            <a:lumMod val="50000"/>
                          </a:schemeClr>
                        </a:solidFill>
                        <a:latin typeface="华文细黑" panose="02010600040101010101" pitchFamily="2" charset="-122"/>
                        <a:ea typeface="华文细黑" panose="02010600040101010101" pitchFamily="2" charset="-122"/>
                      </a:rPr>
                      <a:t>Having Choices in Life Makes Change Possible</a:t>
                    </a:r>
                  </a:p>
                </p:txBody>
              </p:sp>
            </p:grpSp>
            <p:sp>
              <p:nvSpPr>
                <p:cNvPr id="6" name="文本框 7"/>
                <p:cNvSpPr txBox="1"/>
                <p:nvPr/>
              </p:nvSpPr>
              <p:spPr>
                <a:xfrm>
                  <a:off x="3051" y="4499"/>
                  <a:ext cx="18916" cy="2212"/>
                </a:xfrm>
                <a:prstGeom prst="rect">
                  <a:avLst/>
                </a:prstGeom>
                <a:noFill/>
              </p:spPr>
              <p:txBody>
                <a:bodyPr wrap="square">
                  <a:spAutoFit/>
                </a:bodyPr>
                <a:lstStyle/>
                <a:p>
                  <a:pPr lvl="0" algn="ctr">
                    <a:lnSpc>
                      <a:spcPts val="9020"/>
                    </a:lnSpc>
                    <a:defRPr/>
                  </a:pPr>
                  <a:r>
                    <a:rPr kumimoji="0" lang="zh-CN" altLang="en-US"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第</a:t>
                  </a:r>
                  <a:r>
                    <a:rPr kumimoji="0" lang="en-US" altLang="zh-CN"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3</a:t>
                  </a:r>
                  <a:r>
                    <a:rPr lang="zh-CN" altLang="en-US" sz="4800" b="1" dirty="0">
                      <a:latin typeface="华文楷体" panose="02010600040101010101" charset="-122"/>
                      <a:ea typeface="华文楷体" panose="02010600040101010101" charset="-122"/>
                      <a:cs typeface="华文楷体" panose="02010600040101010101" charset="-122"/>
                    </a:rPr>
                    <a:t>课 人生有选择，一切可改变</a:t>
                  </a:r>
                  <a:endParaRPr kumimoji="0" lang="zh-CN" altLang="en-US"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grpSp>
        </p:grpSp>
        <p:sp>
          <p:nvSpPr>
            <p:cNvPr id="7" name="矩形 6"/>
            <p:cNvSpPr/>
            <p:nvPr/>
          </p:nvSpPr>
          <p:spPr>
            <a:xfrm>
              <a:off x="2071" y="7368"/>
              <a:ext cx="14751" cy="1113"/>
            </a:xfrm>
            <a:prstGeom prst="rect">
              <a:avLst/>
            </a:prstGeom>
          </p:spPr>
          <p:txBody>
            <a:bodyPr wrap="square">
              <a:spAutoFit/>
            </a:bodyPr>
            <a:lstStyle/>
            <a:p>
              <a:pPr algn="ctr"/>
              <a:r>
                <a:rPr lang="en-US" altLang="zh-CN" sz="4000" b="1" noProof="0" dirty="0">
                  <a:ln>
                    <a:noFill/>
                  </a:ln>
                  <a:solidFill>
                    <a:srgbClr val="9F313C"/>
                  </a:solidFill>
                  <a:effectLst/>
                  <a:uLnTx/>
                  <a:uFillTx/>
                  <a:latin typeface="华文楷体" panose="02010600040101010101" charset="-122"/>
                  <a:ea typeface="华文楷体" panose="02010600040101010101" charset="-122"/>
                  <a:cs typeface="华文楷体" panose="02010600040101010101" charset="-122"/>
                  <a:sym typeface="+mn-ea"/>
                </a:rPr>
                <a:t>Part 2</a:t>
              </a:r>
              <a:endParaRPr lang="en-US" sz="4000" dirty="0">
                <a:solidFill>
                  <a:schemeClr val="bg1">
                    <a:lumMod val="50000"/>
                  </a:schemeClr>
                </a:solidFill>
                <a:latin typeface="华文细黑" panose="02010600040101010101" pitchFamily="2" charset="-122"/>
                <a:ea typeface="华文细黑" panose="02010600040101010101" pitchFamily="2" charset="-122"/>
              </a:endParaRPr>
            </a:p>
          </p:txBody>
        </p:sp>
      </p:grpSp>
      <p:pic>
        <p:nvPicPr>
          <p:cNvPr id="4" name="图片 3" descr="1"/>
          <p:cNvPicPr>
            <a:picLocks noChangeAspect="1"/>
          </p:cNvPicPr>
          <p:nvPr/>
        </p:nvPicPr>
        <p:blipFill>
          <a:blip r:embed="rId119"/>
          <a:stretch>
            <a:fillRect/>
          </a:stretch>
        </p:blipFill>
        <p:spPr>
          <a:xfrm>
            <a:off x="10681970" y="5398770"/>
            <a:ext cx="1459230" cy="1459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9700"/>
    </mc:Choice>
    <mc:Fallback xmlns="">
      <p:transition spd="slow" advTm="50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repeatCount="indefinite" fill="hold" grpId="0" nodeType="withEffect">
                                  <p:stCondLst>
                                    <p:cond delay="200"/>
                                  </p:stCondLst>
                                  <p:childTnLst>
                                    <p:set>
                                      <p:cBhvr>
                                        <p:cTn id="6" dur="5600" fill="hold">
                                          <p:stCondLst>
                                            <p:cond delay="0"/>
                                          </p:stCondLst>
                                        </p:cTn>
                                        <p:tgtEl>
                                          <p:spTgt spid="34"/>
                                        </p:tgtEl>
                                        <p:attrNameLst>
                                          <p:attrName>style.visibility</p:attrName>
                                        </p:attrNameLst>
                                      </p:cBhvr>
                                      <p:to>
                                        <p:strVal val="visible"/>
                                      </p:to>
                                    </p:set>
                                    <p:anim calcmode="lin" valueType="num">
                                      <p:cBhvr>
                                        <p:cTn id="7" dur="5600" fill="hold"/>
                                        <p:tgtEl>
                                          <p:spTgt spid="34"/>
                                        </p:tgtEl>
                                        <p:attrNameLst>
                                          <p:attrName>ppt_w</p:attrName>
                                        </p:attrNameLst>
                                      </p:cBhvr>
                                      <p:tavLst>
                                        <p:tav tm="0">
                                          <p:val>
                                            <p:fltVal val="0"/>
                                          </p:val>
                                        </p:tav>
                                        <p:tav tm="100000">
                                          <p:val>
                                            <p:strVal val="#ppt_w"/>
                                          </p:val>
                                        </p:tav>
                                      </p:tavLst>
                                    </p:anim>
                                    <p:anim calcmode="lin" valueType="num">
                                      <p:cBhvr>
                                        <p:cTn id="8" dur="5600" fill="hold"/>
                                        <p:tgtEl>
                                          <p:spTgt spid="34"/>
                                        </p:tgtEl>
                                        <p:attrNameLst>
                                          <p:attrName>ppt_h</p:attrName>
                                        </p:attrNameLst>
                                      </p:cBhvr>
                                      <p:tavLst>
                                        <p:tav tm="0">
                                          <p:val>
                                            <p:fltVal val="0"/>
                                          </p:val>
                                        </p:tav>
                                        <p:tav tm="100000">
                                          <p:val>
                                            <p:strVal val="#ppt_h"/>
                                          </p:val>
                                        </p:tav>
                                      </p:tavLst>
                                    </p:anim>
                                    <p:animEffect transition="in" filter="fade">
                                      <p:cBhvr>
                                        <p:cTn id="9" dur="5600"/>
                                        <p:tgtEl>
                                          <p:spTgt spid="34"/>
                                        </p:tgtEl>
                                      </p:cBhvr>
                                    </p:animEffect>
                                    <p:anim calcmode="lin" valueType="num">
                                      <p:cBhvr>
                                        <p:cTn id="10" dur="5600" fill="hold"/>
                                        <p:tgtEl>
                                          <p:spTgt spid="34"/>
                                        </p:tgtEl>
                                        <p:attrNameLst>
                                          <p:attrName>ppt_x</p:attrName>
                                        </p:attrNameLst>
                                      </p:cBhvr>
                                      <p:tavLst>
                                        <p:tav tm="0">
                                          <p:val>
                                            <p:fltVal val="0.5"/>
                                          </p:val>
                                        </p:tav>
                                        <p:tav tm="100000">
                                          <p:val>
                                            <p:strVal val="#ppt_x"/>
                                          </p:val>
                                        </p:tav>
                                      </p:tavLst>
                                    </p:anim>
                                    <p:anim calcmode="lin" valueType="num">
                                      <p:cBhvr>
                                        <p:cTn id="11" dur="5600" fill="hold"/>
                                        <p:tgtEl>
                                          <p:spTgt spid="34"/>
                                        </p:tgtEl>
                                        <p:attrNameLst>
                                          <p:attrName>ppt_y</p:attrName>
                                        </p:attrNameLst>
                                      </p:cBhvr>
                                      <p:tavLst>
                                        <p:tav tm="0">
                                          <p:val>
                                            <p:fltVal val="0.5"/>
                                          </p:val>
                                        </p:tav>
                                        <p:tav tm="100000">
                                          <p:val>
                                            <p:strVal val="#ppt_y"/>
                                          </p:val>
                                        </p:tav>
                                      </p:tavLst>
                                    </p:anim>
                                  </p:childTnLst>
                                </p:cTn>
                              </p:par>
                              <p:par>
                                <p:cTn id="12" presetID="53" presetClass="entr" presetSubtype="528" repeatCount="indefinite" fill="hold" grpId="0" nodeType="withEffect">
                                  <p:stCondLst>
                                    <p:cond delay="500"/>
                                  </p:stCondLst>
                                  <p:childTnLst>
                                    <p:set>
                                      <p:cBhvr>
                                        <p:cTn id="13" dur="5600" fill="hold">
                                          <p:stCondLst>
                                            <p:cond delay="0"/>
                                          </p:stCondLst>
                                        </p:cTn>
                                        <p:tgtEl>
                                          <p:spTgt spid="35"/>
                                        </p:tgtEl>
                                        <p:attrNameLst>
                                          <p:attrName>style.visibility</p:attrName>
                                        </p:attrNameLst>
                                      </p:cBhvr>
                                      <p:to>
                                        <p:strVal val="visible"/>
                                      </p:to>
                                    </p:set>
                                    <p:anim calcmode="lin" valueType="num">
                                      <p:cBhvr>
                                        <p:cTn id="14" dur="5600" fill="hold"/>
                                        <p:tgtEl>
                                          <p:spTgt spid="35"/>
                                        </p:tgtEl>
                                        <p:attrNameLst>
                                          <p:attrName>ppt_w</p:attrName>
                                        </p:attrNameLst>
                                      </p:cBhvr>
                                      <p:tavLst>
                                        <p:tav tm="0">
                                          <p:val>
                                            <p:fltVal val="0"/>
                                          </p:val>
                                        </p:tav>
                                        <p:tav tm="100000">
                                          <p:val>
                                            <p:strVal val="#ppt_w"/>
                                          </p:val>
                                        </p:tav>
                                      </p:tavLst>
                                    </p:anim>
                                    <p:anim calcmode="lin" valueType="num">
                                      <p:cBhvr>
                                        <p:cTn id="15" dur="5600" fill="hold"/>
                                        <p:tgtEl>
                                          <p:spTgt spid="35"/>
                                        </p:tgtEl>
                                        <p:attrNameLst>
                                          <p:attrName>ppt_h</p:attrName>
                                        </p:attrNameLst>
                                      </p:cBhvr>
                                      <p:tavLst>
                                        <p:tav tm="0">
                                          <p:val>
                                            <p:fltVal val="0"/>
                                          </p:val>
                                        </p:tav>
                                        <p:tav tm="100000">
                                          <p:val>
                                            <p:strVal val="#ppt_h"/>
                                          </p:val>
                                        </p:tav>
                                      </p:tavLst>
                                    </p:anim>
                                    <p:animEffect transition="in" filter="fade">
                                      <p:cBhvr>
                                        <p:cTn id="16" dur="5600"/>
                                        <p:tgtEl>
                                          <p:spTgt spid="35"/>
                                        </p:tgtEl>
                                      </p:cBhvr>
                                    </p:animEffect>
                                    <p:anim calcmode="lin" valueType="num">
                                      <p:cBhvr>
                                        <p:cTn id="17" dur="5600" fill="hold"/>
                                        <p:tgtEl>
                                          <p:spTgt spid="35"/>
                                        </p:tgtEl>
                                        <p:attrNameLst>
                                          <p:attrName>ppt_x</p:attrName>
                                        </p:attrNameLst>
                                      </p:cBhvr>
                                      <p:tavLst>
                                        <p:tav tm="0">
                                          <p:val>
                                            <p:fltVal val="0.5"/>
                                          </p:val>
                                        </p:tav>
                                        <p:tav tm="100000">
                                          <p:val>
                                            <p:strVal val="#ppt_x"/>
                                          </p:val>
                                        </p:tav>
                                      </p:tavLst>
                                    </p:anim>
                                    <p:anim calcmode="lin" valueType="num">
                                      <p:cBhvr>
                                        <p:cTn id="18" dur="5600" fill="hold"/>
                                        <p:tgtEl>
                                          <p:spTgt spid="35"/>
                                        </p:tgtEl>
                                        <p:attrNameLst>
                                          <p:attrName>ppt_y</p:attrName>
                                        </p:attrNameLst>
                                      </p:cBhvr>
                                      <p:tavLst>
                                        <p:tav tm="0">
                                          <p:val>
                                            <p:fltVal val="0.5"/>
                                          </p:val>
                                        </p:tav>
                                        <p:tav tm="100000">
                                          <p:val>
                                            <p:strVal val="#ppt_y"/>
                                          </p:val>
                                        </p:tav>
                                      </p:tavLst>
                                    </p:anim>
                                  </p:childTnLst>
                                </p:cTn>
                              </p:par>
                              <p:par>
                                <p:cTn id="19" presetID="53" presetClass="entr" presetSubtype="528" repeatCount="indefinite" fill="hold" grpId="0" nodeType="withEffect">
                                  <p:stCondLst>
                                    <p:cond delay="507"/>
                                  </p:stCondLst>
                                  <p:childTnLst>
                                    <p:set>
                                      <p:cBhvr>
                                        <p:cTn id="20" dur="6400" fill="hold">
                                          <p:stCondLst>
                                            <p:cond delay="0"/>
                                          </p:stCondLst>
                                        </p:cTn>
                                        <p:tgtEl>
                                          <p:spTgt spid="36"/>
                                        </p:tgtEl>
                                        <p:attrNameLst>
                                          <p:attrName>style.visibility</p:attrName>
                                        </p:attrNameLst>
                                      </p:cBhvr>
                                      <p:to>
                                        <p:strVal val="visible"/>
                                      </p:to>
                                    </p:set>
                                    <p:anim calcmode="lin" valueType="num">
                                      <p:cBhvr>
                                        <p:cTn id="21" dur="6400" fill="hold"/>
                                        <p:tgtEl>
                                          <p:spTgt spid="36"/>
                                        </p:tgtEl>
                                        <p:attrNameLst>
                                          <p:attrName>ppt_w</p:attrName>
                                        </p:attrNameLst>
                                      </p:cBhvr>
                                      <p:tavLst>
                                        <p:tav tm="0">
                                          <p:val>
                                            <p:fltVal val="0"/>
                                          </p:val>
                                        </p:tav>
                                        <p:tav tm="100000">
                                          <p:val>
                                            <p:strVal val="#ppt_w"/>
                                          </p:val>
                                        </p:tav>
                                      </p:tavLst>
                                    </p:anim>
                                    <p:anim calcmode="lin" valueType="num">
                                      <p:cBhvr>
                                        <p:cTn id="22" dur="6400" fill="hold"/>
                                        <p:tgtEl>
                                          <p:spTgt spid="36"/>
                                        </p:tgtEl>
                                        <p:attrNameLst>
                                          <p:attrName>ppt_h</p:attrName>
                                        </p:attrNameLst>
                                      </p:cBhvr>
                                      <p:tavLst>
                                        <p:tav tm="0">
                                          <p:val>
                                            <p:fltVal val="0"/>
                                          </p:val>
                                        </p:tav>
                                        <p:tav tm="100000">
                                          <p:val>
                                            <p:strVal val="#ppt_h"/>
                                          </p:val>
                                        </p:tav>
                                      </p:tavLst>
                                    </p:anim>
                                    <p:animEffect transition="in" filter="fade">
                                      <p:cBhvr>
                                        <p:cTn id="23" dur="6400"/>
                                        <p:tgtEl>
                                          <p:spTgt spid="36"/>
                                        </p:tgtEl>
                                      </p:cBhvr>
                                    </p:animEffect>
                                    <p:anim calcmode="lin" valueType="num">
                                      <p:cBhvr>
                                        <p:cTn id="24" dur="6400" fill="hold"/>
                                        <p:tgtEl>
                                          <p:spTgt spid="36"/>
                                        </p:tgtEl>
                                        <p:attrNameLst>
                                          <p:attrName>ppt_x</p:attrName>
                                        </p:attrNameLst>
                                      </p:cBhvr>
                                      <p:tavLst>
                                        <p:tav tm="0">
                                          <p:val>
                                            <p:fltVal val="0.5"/>
                                          </p:val>
                                        </p:tav>
                                        <p:tav tm="100000">
                                          <p:val>
                                            <p:strVal val="#ppt_x"/>
                                          </p:val>
                                        </p:tav>
                                      </p:tavLst>
                                    </p:anim>
                                    <p:anim calcmode="lin" valueType="num">
                                      <p:cBhvr>
                                        <p:cTn id="25" dur="6400" fill="hold"/>
                                        <p:tgtEl>
                                          <p:spTgt spid="36"/>
                                        </p:tgtEl>
                                        <p:attrNameLst>
                                          <p:attrName>ppt_y</p:attrName>
                                        </p:attrNameLst>
                                      </p:cBhvr>
                                      <p:tavLst>
                                        <p:tav tm="0">
                                          <p:val>
                                            <p:fltVal val="0.5"/>
                                          </p:val>
                                        </p:tav>
                                        <p:tav tm="100000">
                                          <p:val>
                                            <p:strVal val="#ppt_y"/>
                                          </p:val>
                                        </p:tav>
                                      </p:tavLst>
                                    </p:anim>
                                  </p:childTnLst>
                                </p:cTn>
                              </p:par>
                              <p:par>
                                <p:cTn id="26" presetID="53" presetClass="entr" presetSubtype="528" repeatCount="indefinite" fill="hold" grpId="0" nodeType="withEffect">
                                  <p:stCondLst>
                                    <p:cond delay="300"/>
                                  </p:stCondLst>
                                  <p:childTnLst>
                                    <p:set>
                                      <p:cBhvr>
                                        <p:cTn id="27" dur="5800" fill="hold">
                                          <p:stCondLst>
                                            <p:cond delay="0"/>
                                          </p:stCondLst>
                                        </p:cTn>
                                        <p:tgtEl>
                                          <p:spTgt spid="37"/>
                                        </p:tgtEl>
                                        <p:attrNameLst>
                                          <p:attrName>style.visibility</p:attrName>
                                        </p:attrNameLst>
                                      </p:cBhvr>
                                      <p:to>
                                        <p:strVal val="visible"/>
                                      </p:to>
                                    </p:set>
                                    <p:anim calcmode="lin" valueType="num">
                                      <p:cBhvr>
                                        <p:cTn id="28" dur="5800" fill="hold"/>
                                        <p:tgtEl>
                                          <p:spTgt spid="37"/>
                                        </p:tgtEl>
                                        <p:attrNameLst>
                                          <p:attrName>ppt_w</p:attrName>
                                        </p:attrNameLst>
                                      </p:cBhvr>
                                      <p:tavLst>
                                        <p:tav tm="0">
                                          <p:val>
                                            <p:fltVal val="0"/>
                                          </p:val>
                                        </p:tav>
                                        <p:tav tm="100000">
                                          <p:val>
                                            <p:strVal val="#ppt_w"/>
                                          </p:val>
                                        </p:tav>
                                      </p:tavLst>
                                    </p:anim>
                                    <p:anim calcmode="lin" valueType="num">
                                      <p:cBhvr>
                                        <p:cTn id="29" dur="5800" fill="hold"/>
                                        <p:tgtEl>
                                          <p:spTgt spid="37"/>
                                        </p:tgtEl>
                                        <p:attrNameLst>
                                          <p:attrName>ppt_h</p:attrName>
                                        </p:attrNameLst>
                                      </p:cBhvr>
                                      <p:tavLst>
                                        <p:tav tm="0">
                                          <p:val>
                                            <p:fltVal val="0"/>
                                          </p:val>
                                        </p:tav>
                                        <p:tav tm="100000">
                                          <p:val>
                                            <p:strVal val="#ppt_h"/>
                                          </p:val>
                                        </p:tav>
                                      </p:tavLst>
                                    </p:anim>
                                    <p:animEffect transition="in" filter="fade">
                                      <p:cBhvr>
                                        <p:cTn id="30" dur="5800"/>
                                        <p:tgtEl>
                                          <p:spTgt spid="37"/>
                                        </p:tgtEl>
                                      </p:cBhvr>
                                    </p:animEffect>
                                    <p:anim calcmode="lin" valueType="num">
                                      <p:cBhvr>
                                        <p:cTn id="31" dur="5800" fill="hold"/>
                                        <p:tgtEl>
                                          <p:spTgt spid="37"/>
                                        </p:tgtEl>
                                        <p:attrNameLst>
                                          <p:attrName>ppt_x</p:attrName>
                                        </p:attrNameLst>
                                      </p:cBhvr>
                                      <p:tavLst>
                                        <p:tav tm="0">
                                          <p:val>
                                            <p:fltVal val="0.5"/>
                                          </p:val>
                                        </p:tav>
                                        <p:tav tm="100000">
                                          <p:val>
                                            <p:strVal val="#ppt_x"/>
                                          </p:val>
                                        </p:tav>
                                      </p:tavLst>
                                    </p:anim>
                                    <p:anim calcmode="lin" valueType="num">
                                      <p:cBhvr>
                                        <p:cTn id="32" dur="5800" fill="hold"/>
                                        <p:tgtEl>
                                          <p:spTgt spid="37"/>
                                        </p:tgtEl>
                                        <p:attrNameLst>
                                          <p:attrName>ppt_y</p:attrName>
                                        </p:attrNameLst>
                                      </p:cBhvr>
                                      <p:tavLst>
                                        <p:tav tm="0">
                                          <p:val>
                                            <p:fltVal val="0.5"/>
                                          </p:val>
                                        </p:tav>
                                        <p:tav tm="100000">
                                          <p:val>
                                            <p:strVal val="#ppt_y"/>
                                          </p:val>
                                        </p:tav>
                                      </p:tavLst>
                                    </p:anim>
                                  </p:childTnLst>
                                </p:cTn>
                              </p:par>
                              <p:par>
                                <p:cTn id="33" presetID="53" presetClass="entr" presetSubtype="528" repeatCount="indefinite" fill="hold" grpId="0" nodeType="withEffect">
                                  <p:stCondLst>
                                    <p:cond delay="100"/>
                                  </p:stCondLst>
                                  <p:childTnLst>
                                    <p:set>
                                      <p:cBhvr>
                                        <p:cTn id="34" dur="6000" fill="hold">
                                          <p:stCondLst>
                                            <p:cond delay="0"/>
                                          </p:stCondLst>
                                        </p:cTn>
                                        <p:tgtEl>
                                          <p:spTgt spid="78"/>
                                        </p:tgtEl>
                                        <p:attrNameLst>
                                          <p:attrName>style.visibility</p:attrName>
                                        </p:attrNameLst>
                                      </p:cBhvr>
                                      <p:to>
                                        <p:strVal val="visible"/>
                                      </p:to>
                                    </p:set>
                                    <p:anim calcmode="lin" valueType="num">
                                      <p:cBhvr>
                                        <p:cTn id="35" dur="6000" fill="hold"/>
                                        <p:tgtEl>
                                          <p:spTgt spid="78"/>
                                        </p:tgtEl>
                                        <p:attrNameLst>
                                          <p:attrName>ppt_w</p:attrName>
                                        </p:attrNameLst>
                                      </p:cBhvr>
                                      <p:tavLst>
                                        <p:tav tm="0">
                                          <p:val>
                                            <p:fltVal val="0"/>
                                          </p:val>
                                        </p:tav>
                                        <p:tav tm="100000">
                                          <p:val>
                                            <p:strVal val="#ppt_w"/>
                                          </p:val>
                                        </p:tav>
                                      </p:tavLst>
                                    </p:anim>
                                    <p:anim calcmode="lin" valueType="num">
                                      <p:cBhvr>
                                        <p:cTn id="36" dur="6000" fill="hold"/>
                                        <p:tgtEl>
                                          <p:spTgt spid="78"/>
                                        </p:tgtEl>
                                        <p:attrNameLst>
                                          <p:attrName>ppt_h</p:attrName>
                                        </p:attrNameLst>
                                      </p:cBhvr>
                                      <p:tavLst>
                                        <p:tav tm="0">
                                          <p:val>
                                            <p:fltVal val="0"/>
                                          </p:val>
                                        </p:tav>
                                        <p:tav tm="100000">
                                          <p:val>
                                            <p:strVal val="#ppt_h"/>
                                          </p:val>
                                        </p:tav>
                                      </p:tavLst>
                                    </p:anim>
                                    <p:animEffect transition="in" filter="fade">
                                      <p:cBhvr>
                                        <p:cTn id="37" dur="6000"/>
                                        <p:tgtEl>
                                          <p:spTgt spid="78"/>
                                        </p:tgtEl>
                                      </p:cBhvr>
                                    </p:animEffect>
                                    <p:anim calcmode="lin" valueType="num">
                                      <p:cBhvr>
                                        <p:cTn id="38" dur="6000" fill="hold"/>
                                        <p:tgtEl>
                                          <p:spTgt spid="78"/>
                                        </p:tgtEl>
                                        <p:attrNameLst>
                                          <p:attrName>ppt_x</p:attrName>
                                        </p:attrNameLst>
                                      </p:cBhvr>
                                      <p:tavLst>
                                        <p:tav tm="0">
                                          <p:val>
                                            <p:fltVal val="0.5"/>
                                          </p:val>
                                        </p:tav>
                                        <p:tav tm="100000">
                                          <p:val>
                                            <p:strVal val="#ppt_x"/>
                                          </p:val>
                                        </p:tav>
                                      </p:tavLst>
                                    </p:anim>
                                    <p:anim calcmode="lin" valueType="num">
                                      <p:cBhvr>
                                        <p:cTn id="39" dur="6000" fill="hold"/>
                                        <p:tgtEl>
                                          <p:spTgt spid="78"/>
                                        </p:tgtEl>
                                        <p:attrNameLst>
                                          <p:attrName>ppt_y</p:attrName>
                                        </p:attrNameLst>
                                      </p:cBhvr>
                                      <p:tavLst>
                                        <p:tav tm="0">
                                          <p:val>
                                            <p:fltVal val="0.5"/>
                                          </p:val>
                                        </p:tav>
                                        <p:tav tm="100000">
                                          <p:val>
                                            <p:strVal val="#ppt_y"/>
                                          </p:val>
                                        </p:tav>
                                      </p:tavLst>
                                    </p:anim>
                                  </p:childTnLst>
                                </p:cTn>
                              </p:par>
                              <p:par>
                                <p:cTn id="40" presetID="53" presetClass="entr" presetSubtype="528" repeatCount="indefinite" fill="hold" grpId="0" nodeType="withEffect">
                                  <p:stCondLst>
                                    <p:cond delay="300"/>
                                  </p:stCondLst>
                                  <p:childTnLst>
                                    <p:set>
                                      <p:cBhvr>
                                        <p:cTn id="41" dur="6800" fill="hold">
                                          <p:stCondLst>
                                            <p:cond delay="0"/>
                                          </p:stCondLst>
                                        </p:cTn>
                                        <p:tgtEl>
                                          <p:spTgt spid="97"/>
                                        </p:tgtEl>
                                        <p:attrNameLst>
                                          <p:attrName>style.visibility</p:attrName>
                                        </p:attrNameLst>
                                      </p:cBhvr>
                                      <p:to>
                                        <p:strVal val="visible"/>
                                      </p:to>
                                    </p:set>
                                    <p:anim calcmode="lin" valueType="num">
                                      <p:cBhvr>
                                        <p:cTn id="42" dur="6800" fill="hold"/>
                                        <p:tgtEl>
                                          <p:spTgt spid="97"/>
                                        </p:tgtEl>
                                        <p:attrNameLst>
                                          <p:attrName>ppt_w</p:attrName>
                                        </p:attrNameLst>
                                      </p:cBhvr>
                                      <p:tavLst>
                                        <p:tav tm="0">
                                          <p:val>
                                            <p:fltVal val="0"/>
                                          </p:val>
                                        </p:tav>
                                        <p:tav tm="100000">
                                          <p:val>
                                            <p:strVal val="#ppt_w"/>
                                          </p:val>
                                        </p:tav>
                                      </p:tavLst>
                                    </p:anim>
                                    <p:anim calcmode="lin" valueType="num">
                                      <p:cBhvr>
                                        <p:cTn id="43" dur="6800" fill="hold"/>
                                        <p:tgtEl>
                                          <p:spTgt spid="97"/>
                                        </p:tgtEl>
                                        <p:attrNameLst>
                                          <p:attrName>ppt_h</p:attrName>
                                        </p:attrNameLst>
                                      </p:cBhvr>
                                      <p:tavLst>
                                        <p:tav tm="0">
                                          <p:val>
                                            <p:fltVal val="0"/>
                                          </p:val>
                                        </p:tav>
                                        <p:tav tm="100000">
                                          <p:val>
                                            <p:strVal val="#ppt_h"/>
                                          </p:val>
                                        </p:tav>
                                      </p:tavLst>
                                    </p:anim>
                                    <p:animEffect transition="in" filter="fade">
                                      <p:cBhvr>
                                        <p:cTn id="44" dur="6800"/>
                                        <p:tgtEl>
                                          <p:spTgt spid="97"/>
                                        </p:tgtEl>
                                      </p:cBhvr>
                                    </p:animEffect>
                                    <p:anim calcmode="lin" valueType="num">
                                      <p:cBhvr>
                                        <p:cTn id="45" dur="6800" fill="hold"/>
                                        <p:tgtEl>
                                          <p:spTgt spid="97"/>
                                        </p:tgtEl>
                                        <p:attrNameLst>
                                          <p:attrName>ppt_x</p:attrName>
                                        </p:attrNameLst>
                                      </p:cBhvr>
                                      <p:tavLst>
                                        <p:tav tm="0">
                                          <p:val>
                                            <p:fltVal val="0.5"/>
                                          </p:val>
                                        </p:tav>
                                        <p:tav tm="100000">
                                          <p:val>
                                            <p:strVal val="#ppt_x"/>
                                          </p:val>
                                        </p:tav>
                                      </p:tavLst>
                                    </p:anim>
                                    <p:anim calcmode="lin" valueType="num">
                                      <p:cBhvr>
                                        <p:cTn id="46" dur="6800" fill="hold"/>
                                        <p:tgtEl>
                                          <p:spTgt spid="97"/>
                                        </p:tgtEl>
                                        <p:attrNameLst>
                                          <p:attrName>ppt_y</p:attrName>
                                        </p:attrNameLst>
                                      </p:cBhvr>
                                      <p:tavLst>
                                        <p:tav tm="0">
                                          <p:val>
                                            <p:fltVal val="0.5"/>
                                          </p:val>
                                        </p:tav>
                                        <p:tav tm="100000">
                                          <p:val>
                                            <p:strVal val="#ppt_y"/>
                                          </p:val>
                                        </p:tav>
                                      </p:tavLst>
                                    </p:anim>
                                  </p:childTnLst>
                                </p:cTn>
                              </p:par>
                              <p:par>
                                <p:cTn id="47" presetID="53" presetClass="entr" presetSubtype="528" repeatCount="indefinite" fill="hold" grpId="0" nodeType="withEffect">
                                  <p:stCondLst>
                                    <p:cond delay="244"/>
                                  </p:stCondLst>
                                  <p:childTnLst>
                                    <p:set>
                                      <p:cBhvr>
                                        <p:cTn id="48" dur="1" fill="hold">
                                          <p:stCondLst>
                                            <p:cond delay="0"/>
                                          </p:stCondLst>
                                        </p:cTn>
                                        <p:tgtEl>
                                          <p:spTgt spid="98"/>
                                        </p:tgtEl>
                                        <p:attrNameLst>
                                          <p:attrName>style.visibility</p:attrName>
                                        </p:attrNameLst>
                                      </p:cBhvr>
                                      <p:to>
                                        <p:strVal val="visible"/>
                                      </p:to>
                                    </p:set>
                                    <p:anim calcmode="lin" valueType="num">
                                      <p:cBhvr>
                                        <p:cTn id="49" dur="5153" fill="hold"/>
                                        <p:tgtEl>
                                          <p:spTgt spid="98"/>
                                        </p:tgtEl>
                                        <p:attrNameLst>
                                          <p:attrName>ppt_w</p:attrName>
                                        </p:attrNameLst>
                                      </p:cBhvr>
                                      <p:tavLst>
                                        <p:tav tm="0">
                                          <p:val>
                                            <p:fltVal val="0"/>
                                          </p:val>
                                        </p:tav>
                                        <p:tav tm="100000">
                                          <p:val>
                                            <p:strVal val="#ppt_w"/>
                                          </p:val>
                                        </p:tav>
                                      </p:tavLst>
                                    </p:anim>
                                    <p:anim calcmode="lin" valueType="num">
                                      <p:cBhvr>
                                        <p:cTn id="50" dur="5153" fill="hold"/>
                                        <p:tgtEl>
                                          <p:spTgt spid="98"/>
                                        </p:tgtEl>
                                        <p:attrNameLst>
                                          <p:attrName>ppt_h</p:attrName>
                                        </p:attrNameLst>
                                      </p:cBhvr>
                                      <p:tavLst>
                                        <p:tav tm="0">
                                          <p:val>
                                            <p:fltVal val="0"/>
                                          </p:val>
                                        </p:tav>
                                        <p:tav tm="100000">
                                          <p:val>
                                            <p:strVal val="#ppt_h"/>
                                          </p:val>
                                        </p:tav>
                                      </p:tavLst>
                                    </p:anim>
                                    <p:animEffect transition="in" filter="fade">
                                      <p:cBhvr>
                                        <p:cTn id="51" dur="5153"/>
                                        <p:tgtEl>
                                          <p:spTgt spid="98"/>
                                        </p:tgtEl>
                                      </p:cBhvr>
                                    </p:animEffect>
                                    <p:anim calcmode="lin" valueType="num">
                                      <p:cBhvr>
                                        <p:cTn id="52" dur="5153" fill="hold"/>
                                        <p:tgtEl>
                                          <p:spTgt spid="98"/>
                                        </p:tgtEl>
                                        <p:attrNameLst>
                                          <p:attrName>ppt_x</p:attrName>
                                        </p:attrNameLst>
                                      </p:cBhvr>
                                      <p:tavLst>
                                        <p:tav tm="0">
                                          <p:val>
                                            <p:fltVal val="0.5"/>
                                          </p:val>
                                        </p:tav>
                                        <p:tav tm="100000">
                                          <p:val>
                                            <p:strVal val="#ppt_x"/>
                                          </p:val>
                                        </p:tav>
                                      </p:tavLst>
                                    </p:anim>
                                    <p:anim calcmode="lin" valueType="num">
                                      <p:cBhvr>
                                        <p:cTn id="53" dur="5153" fill="hold"/>
                                        <p:tgtEl>
                                          <p:spTgt spid="98"/>
                                        </p:tgtEl>
                                        <p:attrNameLst>
                                          <p:attrName>ppt_y</p:attrName>
                                        </p:attrNameLst>
                                      </p:cBhvr>
                                      <p:tavLst>
                                        <p:tav tm="0">
                                          <p:val>
                                            <p:fltVal val="0.5"/>
                                          </p:val>
                                        </p:tav>
                                        <p:tav tm="100000">
                                          <p:val>
                                            <p:strVal val="#ppt_y"/>
                                          </p:val>
                                        </p:tav>
                                      </p:tavLst>
                                    </p:anim>
                                  </p:childTnLst>
                                </p:cTn>
                              </p:par>
                              <p:par>
                                <p:cTn id="54" presetID="53" presetClass="entr" presetSubtype="528" repeatCount="indefinite" fill="hold" grpId="0" nodeType="withEffect">
                                  <p:stCondLst>
                                    <p:cond delay="1334"/>
                                  </p:stCondLst>
                                  <p:childTnLst>
                                    <p:set>
                                      <p:cBhvr>
                                        <p:cTn id="55" dur="1" fill="hold">
                                          <p:stCondLst>
                                            <p:cond delay="0"/>
                                          </p:stCondLst>
                                        </p:cTn>
                                        <p:tgtEl>
                                          <p:spTgt spid="109"/>
                                        </p:tgtEl>
                                        <p:attrNameLst>
                                          <p:attrName>style.visibility</p:attrName>
                                        </p:attrNameLst>
                                      </p:cBhvr>
                                      <p:to>
                                        <p:strVal val="visible"/>
                                      </p:to>
                                    </p:set>
                                    <p:anim calcmode="lin" valueType="num">
                                      <p:cBhvr>
                                        <p:cTn id="56" dur="6175" fill="hold"/>
                                        <p:tgtEl>
                                          <p:spTgt spid="109"/>
                                        </p:tgtEl>
                                        <p:attrNameLst>
                                          <p:attrName>ppt_w</p:attrName>
                                        </p:attrNameLst>
                                      </p:cBhvr>
                                      <p:tavLst>
                                        <p:tav tm="0">
                                          <p:val>
                                            <p:fltVal val="0"/>
                                          </p:val>
                                        </p:tav>
                                        <p:tav tm="100000">
                                          <p:val>
                                            <p:strVal val="#ppt_w"/>
                                          </p:val>
                                        </p:tav>
                                      </p:tavLst>
                                    </p:anim>
                                    <p:anim calcmode="lin" valueType="num">
                                      <p:cBhvr>
                                        <p:cTn id="57" dur="6175" fill="hold"/>
                                        <p:tgtEl>
                                          <p:spTgt spid="109"/>
                                        </p:tgtEl>
                                        <p:attrNameLst>
                                          <p:attrName>ppt_h</p:attrName>
                                        </p:attrNameLst>
                                      </p:cBhvr>
                                      <p:tavLst>
                                        <p:tav tm="0">
                                          <p:val>
                                            <p:fltVal val="0"/>
                                          </p:val>
                                        </p:tav>
                                        <p:tav tm="100000">
                                          <p:val>
                                            <p:strVal val="#ppt_h"/>
                                          </p:val>
                                        </p:tav>
                                      </p:tavLst>
                                    </p:anim>
                                    <p:animEffect transition="in" filter="fade">
                                      <p:cBhvr>
                                        <p:cTn id="58" dur="6175"/>
                                        <p:tgtEl>
                                          <p:spTgt spid="109"/>
                                        </p:tgtEl>
                                      </p:cBhvr>
                                    </p:animEffect>
                                    <p:anim calcmode="lin" valueType="num">
                                      <p:cBhvr>
                                        <p:cTn id="59" dur="6175" fill="hold"/>
                                        <p:tgtEl>
                                          <p:spTgt spid="109"/>
                                        </p:tgtEl>
                                        <p:attrNameLst>
                                          <p:attrName>ppt_x</p:attrName>
                                        </p:attrNameLst>
                                      </p:cBhvr>
                                      <p:tavLst>
                                        <p:tav tm="0">
                                          <p:val>
                                            <p:fltVal val="0.5"/>
                                          </p:val>
                                        </p:tav>
                                        <p:tav tm="100000">
                                          <p:val>
                                            <p:strVal val="#ppt_x"/>
                                          </p:val>
                                        </p:tav>
                                      </p:tavLst>
                                    </p:anim>
                                    <p:anim calcmode="lin" valueType="num">
                                      <p:cBhvr>
                                        <p:cTn id="60" dur="6175" fill="hold"/>
                                        <p:tgtEl>
                                          <p:spTgt spid="109"/>
                                        </p:tgtEl>
                                        <p:attrNameLst>
                                          <p:attrName>ppt_y</p:attrName>
                                        </p:attrNameLst>
                                      </p:cBhvr>
                                      <p:tavLst>
                                        <p:tav tm="0">
                                          <p:val>
                                            <p:fltVal val="0.5"/>
                                          </p:val>
                                        </p:tav>
                                        <p:tav tm="100000">
                                          <p:val>
                                            <p:strVal val="#ppt_y"/>
                                          </p:val>
                                        </p:tav>
                                      </p:tavLst>
                                    </p:anim>
                                  </p:childTnLst>
                                </p:cTn>
                              </p:par>
                              <p:par>
                                <p:cTn id="61" presetID="53" presetClass="entr" presetSubtype="528" repeatCount="indefinite" fill="hold" grpId="0" nodeType="withEffect">
                                  <p:stCondLst>
                                    <p:cond delay="1892"/>
                                  </p:stCondLst>
                                  <p:childTnLst>
                                    <p:set>
                                      <p:cBhvr>
                                        <p:cTn id="62" dur="1" fill="hold">
                                          <p:stCondLst>
                                            <p:cond delay="0"/>
                                          </p:stCondLst>
                                        </p:cTn>
                                        <p:tgtEl>
                                          <p:spTgt spid="134"/>
                                        </p:tgtEl>
                                        <p:attrNameLst>
                                          <p:attrName>style.visibility</p:attrName>
                                        </p:attrNameLst>
                                      </p:cBhvr>
                                      <p:to>
                                        <p:strVal val="visible"/>
                                      </p:to>
                                    </p:set>
                                    <p:anim calcmode="lin" valueType="num">
                                      <p:cBhvr>
                                        <p:cTn id="63" dur="5142" fill="hold"/>
                                        <p:tgtEl>
                                          <p:spTgt spid="134"/>
                                        </p:tgtEl>
                                        <p:attrNameLst>
                                          <p:attrName>ppt_w</p:attrName>
                                        </p:attrNameLst>
                                      </p:cBhvr>
                                      <p:tavLst>
                                        <p:tav tm="0">
                                          <p:val>
                                            <p:fltVal val="0"/>
                                          </p:val>
                                        </p:tav>
                                        <p:tav tm="100000">
                                          <p:val>
                                            <p:strVal val="#ppt_w"/>
                                          </p:val>
                                        </p:tav>
                                      </p:tavLst>
                                    </p:anim>
                                    <p:anim calcmode="lin" valueType="num">
                                      <p:cBhvr>
                                        <p:cTn id="64" dur="5142" fill="hold"/>
                                        <p:tgtEl>
                                          <p:spTgt spid="134"/>
                                        </p:tgtEl>
                                        <p:attrNameLst>
                                          <p:attrName>ppt_h</p:attrName>
                                        </p:attrNameLst>
                                      </p:cBhvr>
                                      <p:tavLst>
                                        <p:tav tm="0">
                                          <p:val>
                                            <p:fltVal val="0"/>
                                          </p:val>
                                        </p:tav>
                                        <p:tav tm="100000">
                                          <p:val>
                                            <p:strVal val="#ppt_h"/>
                                          </p:val>
                                        </p:tav>
                                      </p:tavLst>
                                    </p:anim>
                                    <p:animEffect transition="in" filter="fade">
                                      <p:cBhvr>
                                        <p:cTn id="65" dur="5142"/>
                                        <p:tgtEl>
                                          <p:spTgt spid="134"/>
                                        </p:tgtEl>
                                      </p:cBhvr>
                                    </p:animEffect>
                                    <p:anim calcmode="lin" valueType="num">
                                      <p:cBhvr>
                                        <p:cTn id="66" dur="5142" fill="hold"/>
                                        <p:tgtEl>
                                          <p:spTgt spid="134"/>
                                        </p:tgtEl>
                                        <p:attrNameLst>
                                          <p:attrName>ppt_x</p:attrName>
                                        </p:attrNameLst>
                                      </p:cBhvr>
                                      <p:tavLst>
                                        <p:tav tm="0">
                                          <p:val>
                                            <p:fltVal val="0.5"/>
                                          </p:val>
                                        </p:tav>
                                        <p:tav tm="100000">
                                          <p:val>
                                            <p:strVal val="#ppt_x"/>
                                          </p:val>
                                        </p:tav>
                                      </p:tavLst>
                                    </p:anim>
                                    <p:anim calcmode="lin" valueType="num">
                                      <p:cBhvr>
                                        <p:cTn id="67" dur="5142" fill="hold"/>
                                        <p:tgtEl>
                                          <p:spTgt spid="134"/>
                                        </p:tgtEl>
                                        <p:attrNameLst>
                                          <p:attrName>ppt_y</p:attrName>
                                        </p:attrNameLst>
                                      </p:cBhvr>
                                      <p:tavLst>
                                        <p:tav tm="0">
                                          <p:val>
                                            <p:fltVal val="0.5"/>
                                          </p:val>
                                        </p:tav>
                                        <p:tav tm="100000">
                                          <p:val>
                                            <p:strVal val="#ppt_y"/>
                                          </p:val>
                                        </p:tav>
                                      </p:tavLst>
                                    </p:anim>
                                  </p:childTnLst>
                                </p:cTn>
                              </p:par>
                              <p:par>
                                <p:cTn id="68" presetID="53" presetClass="entr" presetSubtype="528" repeatCount="indefinite" fill="hold" grpId="0" nodeType="withEffect">
                                  <p:stCondLst>
                                    <p:cond delay="907"/>
                                  </p:stCondLst>
                                  <p:childTnLst>
                                    <p:set>
                                      <p:cBhvr>
                                        <p:cTn id="69" dur="1" fill="hold">
                                          <p:stCondLst>
                                            <p:cond delay="0"/>
                                          </p:stCondLst>
                                        </p:cTn>
                                        <p:tgtEl>
                                          <p:spTgt spid="135"/>
                                        </p:tgtEl>
                                        <p:attrNameLst>
                                          <p:attrName>style.visibility</p:attrName>
                                        </p:attrNameLst>
                                      </p:cBhvr>
                                      <p:to>
                                        <p:strVal val="visible"/>
                                      </p:to>
                                    </p:set>
                                    <p:anim calcmode="lin" valueType="num">
                                      <p:cBhvr>
                                        <p:cTn id="70" dur="5232" fill="hold"/>
                                        <p:tgtEl>
                                          <p:spTgt spid="135"/>
                                        </p:tgtEl>
                                        <p:attrNameLst>
                                          <p:attrName>ppt_w</p:attrName>
                                        </p:attrNameLst>
                                      </p:cBhvr>
                                      <p:tavLst>
                                        <p:tav tm="0">
                                          <p:val>
                                            <p:fltVal val="0"/>
                                          </p:val>
                                        </p:tav>
                                        <p:tav tm="100000">
                                          <p:val>
                                            <p:strVal val="#ppt_w"/>
                                          </p:val>
                                        </p:tav>
                                      </p:tavLst>
                                    </p:anim>
                                    <p:anim calcmode="lin" valueType="num">
                                      <p:cBhvr>
                                        <p:cTn id="71" dur="5232" fill="hold"/>
                                        <p:tgtEl>
                                          <p:spTgt spid="135"/>
                                        </p:tgtEl>
                                        <p:attrNameLst>
                                          <p:attrName>ppt_h</p:attrName>
                                        </p:attrNameLst>
                                      </p:cBhvr>
                                      <p:tavLst>
                                        <p:tav tm="0">
                                          <p:val>
                                            <p:fltVal val="0"/>
                                          </p:val>
                                        </p:tav>
                                        <p:tav tm="100000">
                                          <p:val>
                                            <p:strVal val="#ppt_h"/>
                                          </p:val>
                                        </p:tav>
                                      </p:tavLst>
                                    </p:anim>
                                    <p:animEffect transition="in" filter="fade">
                                      <p:cBhvr>
                                        <p:cTn id="72" dur="5232"/>
                                        <p:tgtEl>
                                          <p:spTgt spid="135"/>
                                        </p:tgtEl>
                                      </p:cBhvr>
                                    </p:animEffect>
                                    <p:anim calcmode="lin" valueType="num">
                                      <p:cBhvr>
                                        <p:cTn id="73" dur="5232" fill="hold"/>
                                        <p:tgtEl>
                                          <p:spTgt spid="135"/>
                                        </p:tgtEl>
                                        <p:attrNameLst>
                                          <p:attrName>ppt_x</p:attrName>
                                        </p:attrNameLst>
                                      </p:cBhvr>
                                      <p:tavLst>
                                        <p:tav tm="0">
                                          <p:val>
                                            <p:fltVal val="0.5"/>
                                          </p:val>
                                        </p:tav>
                                        <p:tav tm="100000">
                                          <p:val>
                                            <p:strVal val="#ppt_x"/>
                                          </p:val>
                                        </p:tav>
                                      </p:tavLst>
                                    </p:anim>
                                    <p:anim calcmode="lin" valueType="num">
                                      <p:cBhvr>
                                        <p:cTn id="74" dur="5232" fill="hold"/>
                                        <p:tgtEl>
                                          <p:spTgt spid="135"/>
                                        </p:tgtEl>
                                        <p:attrNameLst>
                                          <p:attrName>ppt_y</p:attrName>
                                        </p:attrNameLst>
                                      </p:cBhvr>
                                      <p:tavLst>
                                        <p:tav tm="0">
                                          <p:val>
                                            <p:fltVal val="0.5"/>
                                          </p:val>
                                        </p:tav>
                                        <p:tav tm="100000">
                                          <p:val>
                                            <p:strVal val="#ppt_y"/>
                                          </p:val>
                                        </p:tav>
                                      </p:tavLst>
                                    </p:anim>
                                  </p:childTnLst>
                                </p:cTn>
                              </p:par>
                              <p:par>
                                <p:cTn id="75" presetID="53" presetClass="entr" presetSubtype="528" repeatCount="indefinite" fill="hold" grpId="0" nodeType="withEffect">
                                  <p:stCondLst>
                                    <p:cond delay="317"/>
                                  </p:stCondLst>
                                  <p:childTnLst>
                                    <p:set>
                                      <p:cBhvr>
                                        <p:cTn id="76" dur="1" fill="hold">
                                          <p:stCondLst>
                                            <p:cond delay="0"/>
                                          </p:stCondLst>
                                        </p:cTn>
                                        <p:tgtEl>
                                          <p:spTgt spid="136"/>
                                        </p:tgtEl>
                                        <p:attrNameLst>
                                          <p:attrName>style.visibility</p:attrName>
                                        </p:attrNameLst>
                                      </p:cBhvr>
                                      <p:to>
                                        <p:strVal val="visible"/>
                                      </p:to>
                                    </p:set>
                                    <p:anim calcmode="lin" valueType="num">
                                      <p:cBhvr>
                                        <p:cTn id="77" dur="5737" fill="hold"/>
                                        <p:tgtEl>
                                          <p:spTgt spid="136"/>
                                        </p:tgtEl>
                                        <p:attrNameLst>
                                          <p:attrName>ppt_w</p:attrName>
                                        </p:attrNameLst>
                                      </p:cBhvr>
                                      <p:tavLst>
                                        <p:tav tm="0">
                                          <p:val>
                                            <p:fltVal val="0"/>
                                          </p:val>
                                        </p:tav>
                                        <p:tav tm="100000">
                                          <p:val>
                                            <p:strVal val="#ppt_w"/>
                                          </p:val>
                                        </p:tav>
                                      </p:tavLst>
                                    </p:anim>
                                    <p:anim calcmode="lin" valueType="num">
                                      <p:cBhvr>
                                        <p:cTn id="78" dur="5737" fill="hold"/>
                                        <p:tgtEl>
                                          <p:spTgt spid="136"/>
                                        </p:tgtEl>
                                        <p:attrNameLst>
                                          <p:attrName>ppt_h</p:attrName>
                                        </p:attrNameLst>
                                      </p:cBhvr>
                                      <p:tavLst>
                                        <p:tav tm="0">
                                          <p:val>
                                            <p:fltVal val="0"/>
                                          </p:val>
                                        </p:tav>
                                        <p:tav tm="100000">
                                          <p:val>
                                            <p:strVal val="#ppt_h"/>
                                          </p:val>
                                        </p:tav>
                                      </p:tavLst>
                                    </p:anim>
                                    <p:animEffect transition="in" filter="fade">
                                      <p:cBhvr>
                                        <p:cTn id="79" dur="5737"/>
                                        <p:tgtEl>
                                          <p:spTgt spid="136"/>
                                        </p:tgtEl>
                                      </p:cBhvr>
                                    </p:animEffect>
                                    <p:anim calcmode="lin" valueType="num">
                                      <p:cBhvr>
                                        <p:cTn id="80" dur="5737" fill="hold"/>
                                        <p:tgtEl>
                                          <p:spTgt spid="136"/>
                                        </p:tgtEl>
                                        <p:attrNameLst>
                                          <p:attrName>ppt_x</p:attrName>
                                        </p:attrNameLst>
                                      </p:cBhvr>
                                      <p:tavLst>
                                        <p:tav tm="0">
                                          <p:val>
                                            <p:fltVal val="0.5"/>
                                          </p:val>
                                        </p:tav>
                                        <p:tav tm="100000">
                                          <p:val>
                                            <p:strVal val="#ppt_x"/>
                                          </p:val>
                                        </p:tav>
                                      </p:tavLst>
                                    </p:anim>
                                    <p:anim calcmode="lin" valueType="num">
                                      <p:cBhvr>
                                        <p:cTn id="81" dur="5737" fill="hold"/>
                                        <p:tgtEl>
                                          <p:spTgt spid="136"/>
                                        </p:tgtEl>
                                        <p:attrNameLst>
                                          <p:attrName>ppt_y</p:attrName>
                                        </p:attrNameLst>
                                      </p:cBhvr>
                                      <p:tavLst>
                                        <p:tav tm="0">
                                          <p:val>
                                            <p:fltVal val="0.5"/>
                                          </p:val>
                                        </p:tav>
                                        <p:tav tm="100000">
                                          <p:val>
                                            <p:strVal val="#ppt_y"/>
                                          </p:val>
                                        </p:tav>
                                      </p:tavLst>
                                    </p:anim>
                                  </p:childTnLst>
                                </p:cTn>
                              </p:par>
                              <p:par>
                                <p:cTn id="82" presetID="53" presetClass="entr" presetSubtype="528" repeatCount="indefinite" fill="hold" grpId="0" nodeType="withEffect">
                                  <p:stCondLst>
                                    <p:cond delay="1699"/>
                                  </p:stCondLst>
                                  <p:childTnLst>
                                    <p:set>
                                      <p:cBhvr>
                                        <p:cTn id="83" dur="1" fill="hold">
                                          <p:stCondLst>
                                            <p:cond delay="0"/>
                                          </p:stCondLst>
                                        </p:cTn>
                                        <p:tgtEl>
                                          <p:spTgt spid="137"/>
                                        </p:tgtEl>
                                        <p:attrNameLst>
                                          <p:attrName>style.visibility</p:attrName>
                                        </p:attrNameLst>
                                      </p:cBhvr>
                                      <p:to>
                                        <p:strVal val="visible"/>
                                      </p:to>
                                    </p:set>
                                    <p:anim calcmode="lin" valueType="num">
                                      <p:cBhvr>
                                        <p:cTn id="84" dur="6663" fill="hold"/>
                                        <p:tgtEl>
                                          <p:spTgt spid="137"/>
                                        </p:tgtEl>
                                        <p:attrNameLst>
                                          <p:attrName>ppt_w</p:attrName>
                                        </p:attrNameLst>
                                      </p:cBhvr>
                                      <p:tavLst>
                                        <p:tav tm="0">
                                          <p:val>
                                            <p:fltVal val="0"/>
                                          </p:val>
                                        </p:tav>
                                        <p:tav tm="100000">
                                          <p:val>
                                            <p:strVal val="#ppt_w"/>
                                          </p:val>
                                        </p:tav>
                                      </p:tavLst>
                                    </p:anim>
                                    <p:anim calcmode="lin" valueType="num">
                                      <p:cBhvr>
                                        <p:cTn id="85" dur="6663" fill="hold"/>
                                        <p:tgtEl>
                                          <p:spTgt spid="137"/>
                                        </p:tgtEl>
                                        <p:attrNameLst>
                                          <p:attrName>ppt_h</p:attrName>
                                        </p:attrNameLst>
                                      </p:cBhvr>
                                      <p:tavLst>
                                        <p:tav tm="0">
                                          <p:val>
                                            <p:fltVal val="0"/>
                                          </p:val>
                                        </p:tav>
                                        <p:tav tm="100000">
                                          <p:val>
                                            <p:strVal val="#ppt_h"/>
                                          </p:val>
                                        </p:tav>
                                      </p:tavLst>
                                    </p:anim>
                                    <p:animEffect transition="in" filter="fade">
                                      <p:cBhvr>
                                        <p:cTn id="86" dur="6663"/>
                                        <p:tgtEl>
                                          <p:spTgt spid="137"/>
                                        </p:tgtEl>
                                      </p:cBhvr>
                                    </p:animEffect>
                                    <p:anim calcmode="lin" valueType="num">
                                      <p:cBhvr>
                                        <p:cTn id="87" dur="6663" fill="hold"/>
                                        <p:tgtEl>
                                          <p:spTgt spid="137"/>
                                        </p:tgtEl>
                                        <p:attrNameLst>
                                          <p:attrName>ppt_x</p:attrName>
                                        </p:attrNameLst>
                                      </p:cBhvr>
                                      <p:tavLst>
                                        <p:tav tm="0">
                                          <p:val>
                                            <p:fltVal val="0.5"/>
                                          </p:val>
                                        </p:tav>
                                        <p:tav tm="100000">
                                          <p:val>
                                            <p:strVal val="#ppt_x"/>
                                          </p:val>
                                        </p:tav>
                                      </p:tavLst>
                                    </p:anim>
                                    <p:anim calcmode="lin" valueType="num">
                                      <p:cBhvr>
                                        <p:cTn id="88" dur="6663" fill="hold"/>
                                        <p:tgtEl>
                                          <p:spTgt spid="137"/>
                                        </p:tgtEl>
                                        <p:attrNameLst>
                                          <p:attrName>ppt_y</p:attrName>
                                        </p:attrNameLst>
                                      </p:cBhvr>
                                      <p:tavLst>
                                        <p:tav tm="0">
                                          <p:val>
                                            <p:fltVal val="0.5"/>
                                          </p:val>
                                        </p:tav>
                                        <p:tav tm="100000">
                                          <p:val>
                                            <p:strVal val="#ppt_y"/>
                                          </p:val>
                                        </p:tav>
                                      </p:tavLst>
                                    </p:anim>
                                  </p:childTnLst>
                                </p:cTn>
                              </p:par>
                              <p:par>
                                <p:cTn id="89" presetID="53" presetClass="entr" presetSubtype="528" repeatCount="indefinite" fill="hold" grpId="0" nodeType="withEffect">
                                  <p:stCondLst>
                                    <p:cond delay="1993"/>
                                  </p:stCondLst>
                                  <p:childTnLst>
                                    <p:set>
                                      <p:cBhvr>
                                        <p:cTn id="90" dur="1" fill="hold">
                                          <p:stCondLst>
                                            <p:cond delay="0"/>
                                          </p:stCondLst>
                                        </p:cTn>
                                        <p:tgtEl>
                                          <p:spTgt spid="139"/>
                                        </p:tgtEl>
                                        <p:attrNameLst>
                                          <p:attrName>style.visibility</p:attrName>
                                        </p:attrNameLst>
                                      </p:cBhvr>
                                      <p:to>
                                        <p:strVal val="visible"/>
                                      </p:to>
                                    </p:set>
                                    <p:anim calcmode="lin" valueType="num">
                                      <p:cBhvr>
                                        <p:cTn id="91" dur="5240" fill="hold"/>
                                        <p:tgtEl>
                                          <p:spTgt spid="139"/>
                                        </p:tgtEl>
                                        <p:attrNameLst>
                                          <p:attrName>ppt_w</p:attrName>
                                        </p:attrNameLst>
                                      </p:cBhvr>
                                      <p:tavLst>
                                        <p:tav tm="0">
                                          <p:val>
                                            <p:fltVal val="0"/>
                                          </p:val>
                                        </p:tav>
                                        <p:tav tm="100000">
                                          <p:val>
                                            <p:strVal val="#ppt_w"/>
                                          </p:val>
                                        </p:tav>
                                      </p:tavLst>
                                    </p:anim>
                                    <p:anim calcmode="lin" valueType="num">
                                      <p:cBhvr>
                                        <p:cTn id="92" dur="5240" fill="hold"/>
                                        <p:tgtEl>
                                          <p:spTgt spid="139"/>
                                        </p:tgtEl>
                                        <p:attrNameLst>
                                          <p:attrName>ppt_h</p:attrName>
                                        </p:attrNameLst>
                                      </p:cBhvr>
                                      <p:tavLst>
                                        <p:tav tm="0">
                                          <p:val>
                                            <p:fltVal val="0"/>
                                          </p:val>
                                        </p:tav>
                                        <p:tav tm="100000">
                                          <p:val>
                                            <p:strVal val="#ppt_h"/>
                                          </p:val>
                                        </p:tav>
                                      </p:tavLst>
                                    </p:anim>
                                    <p:animEffect transition="in" filter="fade">
                                      <p:cBhvr>
                                        <p:cTn id="93" dur="5240"/>
                                        <p:tgtEl>
                                          <p:spTgt spid="139"/>
                                        </p:tgtEl>
                                      </p:cBhvr>
                                    </p:animEffect>
                                    <p:anim calcmode="lin" valueType="num">
                                      <p:cBhvr>
                                        <p:cTn id="94" dur="5240" fill="hold"/>
                                        <p:tgtEl>
                                          <p:spTgt spid="139"/>
                                        </p:tgtEl>
                                        <p:attrNameLst>
                                          <p:attrName>ppt_x</p:attrName>
                                        </p:attrNameLst>
                                      </p:cBhvr>
                                      <p:tavLst>
                                        <p:tav tm="0">
                                          <p:val>
                                            <p:fltVal val="0.5"/>
                                          </p:val>
                                        </p:tav>
                                        <p:tav tm="100000">
                                          <p:val>
                                            <p:strVal val="#ppt_x"/>
                                          </p:val>
                                        </p:tav>
                                      </p:tavLst>
                                    </p:anim>
                                    <p:anim calcmode="lin" valueType="num">
                                      <p:cBhvr>
                                        <p:cTn id="95" dur="5240" fill="hold"/>
                                        <p:tgtEl>
                                          <p:spTgt spid="139"/>
                                        </p:tgtEl>
                                        <p:attrNameLst>
                                          <p:attrName>ppt_y</p:attrName>
                                        </p:attrNameLst>
                                      </p:cBhvr>
                                      <p:tavLst>
                                        <p:tav tm="0">
                                          <p:val>
                                            <p:fltVal val="0.5"/>
                                          </p:val>
                                        </p:tav>
                                        <p:tav tm="100000">
                                          <p:val>
                                            <p:strVal val="#ppt_y"/>
                                          </p:val>
                                        </p:tav>
                                      </p:tavLst>
                                    </p:anim>
                                  </p:childTnLst>
                                </p:cTn>
                              </p:par>
                              <p:par>
                                <p:cTn id="96" presetID="53" presetClass="entr" presetSubtype="528" repeatCount="indefinite" fill="hold" grpId="0" nodeType="withEffect">
                                  <p:stCondLst>
                                    <p:cond delay="1408"/>
                                  </p:stCondLst>
                                  <p:childTnLst>
                                    <p:set>
                                      <p:cBhvr>
                                        <p:cTn id="97" dur="1" fill="hold">
                                          <p:stCondLst>
                                            <p:cond delay="0"/>
                                          </p:stCondLst>
                                        </p:cTn>
                                        <p:tgtEl>
                                          <p:spTgt spid="140"/>
                                        </p:tgtEl>
                                        <p:attrNameLst>
                                          <p:attrName>style.visibility</p:attrName>
                                        </p:attrNameLst>
                                      </p:cBhvr>
                                      <p:to>
                                        <p:strVal val="visible"/>
                                      </p:to>
                                    </p:set>
                                    <p:anim calcmode="lin" valueType="num">
                                      <p:cBhvr>
                                        <p:cTn id="98" dur="7466" fill="hold"/>
                                        <p:tgtEl>
                                          <p:spTgt spid="140"/>
                                        </p:tgtEl>
                                        <p:attrNameLst>
                                          <p:attrName>ppt_w</p:attrName>
                                        </p:attrNameLst>
                                      </p:cBhvr>
                                      <p:tavLst>
                                        <p:tav tm="0">
                                          <p:val>
                                            <p:fltVal val="0"/>
                                          </p:val>
                                        </p:tav>
                                        <p:tav tm="100000">
                                          <p:val>
                                            <p:strVal val="#ppt_w"/>
                                          </p:val>
                                        </p:tav>
                                      </p:tavLst>
                                    </p:anim>
                                    <p:anim calcmode="lin" valueType="num">
                                      <p:cBhvr>
                                        <p:cTn id="99" dur="7466" fill="hold"/>
                                        <p:tgtEl>
                                          <p:spTgt spid="140"/>
                                        </p:tgtEl>
                                        <p:attrNameLst>
                                          <p:attrName>ppt_h</p:attrName>
                                        </p:attrNameLst>
                                      </p:cBhvr>
                                      <p:tavLst>
                                        <p:tav tm="0">
                                          <p:val>
                                            <p:fltVal val="0"/>
                                          </p:val>
                                        </p:tav>
                                        <p:tav tm="100000">
                                          <p:val>
                                            <p:strVal val="#ppt_h"/>
                                          </p:val>
                                        </p:tav>
                                      </p:tavLst>
                                    </p:anim>
                                    <p:animEffect transition="in" filter="fade">
                                      <p:cBhvr>
                                        <p:cTn id="100" dur="7466"/>
                                        <p:tgtEl>
                                          <p:spTgt spid="140"/>
                                        </p:tgtEl>
                                      </p:cBhvr>
                                    </p:animEffect>
                                    <p:anim calcmode="lin" valueType="num">
                                      <p:cBhvr>
                                        <p:cTn id="101" dur="7466" fill="hold"/>
                                        <p:tgtEl>
                                          <p:spTgt spid="140"/>
                                        </p:tgtEl>
                                        <p:attrNameLst>
                                          <p:attrName>ppt_x</p:attrName>
                                        </p:attrNameLst>
                                      </p:cBhvr>
                                      <p:tavLst>
                                        <p:tav tm="0">
                                          <p:val>
                                            <p:fltVal val="0.5"/>
                                          </p:val>
                                        </p:tav>
                                        <p:tav tm="100000">
                                          <p:val>
                                            <p:strVal val="#ppt_x"/>
                                          </p:val>
                                        </p:tav>
                                      </p:tavLst>
                                    </p:anim>
                                    <p:anim calcmode="lin" valueType="num">
                                      <p:cBhvr>
                                        <p:cTn id="102" dur="7466" fill="hold"/>
                                        <p:tgtEl>
                                          <p:spTgt spid="140"/>
                                        </p:tgtEl>
                                        <p:attrNameLst>
                                          <p:attrName>ppt_y</p:attrName>
                                        </p:attrNameLst>
                                      </p:cBhvr>
                                      <p:tavLst>
                                        <p:tav tm="0">
                                          <p:val>
                                            <p:fltVal val="0.5"/>
                                          </p:val>
                                        </p:tav>
                                        <p:tav tm="100000">
                                          <p:val>
                                            <p:strVal val="#ppt_y"/>
                                          </p:val>
                                        </p:tav>
                                      </p:tavLst>
                                    </p:anim>
                                  </p:childTnLst>
                                </p:cTn>
                              </p:par>
                              <p:par>
                                <p:cTn id="103" presetID="53" presetClass="entr" presetSubtype="528" repeatCount="indefinite" fill="hold" grpId="0" nodeType="withEffect">
                                  <p:stCondLst>
                                    <p:cond delay="1034"/>
                                  </p:stCondLst>
                                  <p:childTnLst>
                                    <p:set>
                                      <p:cBhvr>
                                        <p:cTn id="104" dur="1" fill="hold">
                                          <p:stCondLst>
                                            <p:cond delay="0"/>
                                          </p:stCondLst>
                                        </p:cTn>
                                        <p:tgtEl>
                                          <p:spTgt spid="141"/>
                                        </p:tgtEl>
                                        <p:attrNameLst>
                                          <p:attrName>style.visibility</p:attrName>
                                        </p:attrNameLst>
                                      </p:cBhvr>
                                      <p:to>
                                        <p:strVal val="visible"/>
                                      </p:to>
                                    </p:set>
                                    <p:anim calcmode="lin" valueType="num">
                                      <p:cBhvr>
                                        <p:cTn id="105" dur="6672" fill="hold"/>
                                        <p:tgtEl>
                                          <p:spTgt spid="141"/>
                                        </p:tgtEl>
                                        <p:attrNameLst>
                                          <p:attrName>ppt_w</p:attrName>
                                        </p:attrNameLst>
                                      </p:cBhvr>
                                      <p:tavLst>
                                        <p:tav tm="0">
                                          <p:val>
                                            <p:fltVal val="0"/>
                                          </p:val>
                                        </p:tav>
                                        <p:tav tm="100000">
                                          <p:val>
                                            <p:strVal val="#ppt_w"/>
                                          </p:val>
                                        </p:tav>
                                      </p:tavLst>
                                    </p:anim>
                                    <p:anim calcmode="lin" valueType="num">
                                      <p:cBhvr>
                                        <p:cTn id="106" dur="6672" fill="hold"/>
                                        <p:tgtEl>
                                          <p:spTgt spid="141"/>
                                        </p:tgtEl>
                                        <p:attrNameLst>
                                          <p:attrName>ppt_h</p:attrName>
                                        </p:attrNameLst>
                                      </p:cBhvr>
                                      <p:tavLst>
                                        <p:tav tm="0">
                                          <p:val>
                                            <p:fltVal val="0"/>
                                          </p:val>
                                        </p:tav>
                                        <p:tav tm="100000">
                                          <p:val>
                                            <p:strVal val="#ppt_h"/>
                                          </p:val>
                                        </p:tav>
                                      </p:tavLst>
                                    </p:anim>
                                    <p:animEffect transition="in" filter="fade">
                                      <p:cBhvr>
                                        <p:cTn id="107" dur="6672"/>
                                        <p:tgtEl>
                                          <p:spTgt spid="141"/>
                                        </p:tgtEl>
                                      </p:cBhvr>
                                    </p:animEffect>
                                    <p:anim calcmode="lin" valueType="num">
                                      <p:cBhvr>
                                        <p:cTn id="108" dur="6672" fill="hold"/>
                                        <p:tgtEl>
                                          <p:spTgt spid="141"/>
                                        </p:tgtEl>
                                        <p:attrNameLst>
                                          <p:attrName>ppt_x</p:attrName>
                                        </p:attrNameLst>
                                      </p:cBhvr>
                                      <p:tavLst>
                                        <p:tav tm="0">
                                          <p:val>
                                            <p:fltVal val="0.5"/>
                                          </p:val>
                                        </p:tav>
                                        <p:tav tm="100000">
                                          <p:val>
                                            <p:strVal val="#ppt_x"/>
                                          </p:val>
                                        </p:tav>
                                      </p:tavLst>
                                    </p:anim>
                                    <p:anim calcmode="lin" valueType="num">
                                      <p:cBhvr>
                                        <p:cTn id="109" dur="6672" fill="hold"/>
                                        <p:tgtEl>
                                          <p:spTgt spid="141"/>
                                        </p:tgtEl>
                                        <p:attrNameLst>
                                          <p:attrName>ppt_y</p:attrName>
                                        </p:attrNameLst>
                                      </p:cBhvr>
                                      <p:tavLst>
                                        <p:tav tm="0">
                                          <p:val>
                                            <p:fltVal val="0.5"/>
                                          </p:val>
                                        </p:tav>
                                        <p:tav tm="100000">
                                          <p:val>
                                            <p:strVal val="#ppt_y"/>
                                          </p:val>
                                        </p:tav>
                                      </p:tavLst>
                                    </p:anim>
                                  </p:childTnLst>
                                </p:cTn>
                              </p:par>
                              <p:par>
                                <p:cTn id="110" presetID="53" presetClass="entr" presetSubtype="528" repeatCount="indefinite" fill="hold" grpId="0" nodeType="withEffect">
                                  <p:stCondLst>
                                    <p:cond delay="57"/>
                                  </p:stCondLst>
                                  <p:childTnLst>
                                    <p:set>
                                      <p:cBhvr>
                                        <p:cTn id="111" dur="1" fill="hold">
                                          <p:stCondLst>
                                            <p:cond delay="0"/>
                                          </p:stCondLst>
                                        </p:cTn>
                                        <p:tgtEl>
                                          <p:spTgt spid="142"/>
                                        </p:tgtEl>
                                        <p:attrNameLst>
                                          <p:attrName>style.visibility</p:attrName>
                                        </p:attrNameLst>
                                      </p:cBhvr>
                                      <p:to>
                                        <p:strVal val="visible"/>
                                      </p:to>
                                    </p:set>
                                    <p:anim calcmode="lin" valueType="num">
                                      <p:cBhvr>
                                        <p:cTn id="112" dur="5637" fill="hold"/>
                                        <p:tgtEl>
                                          <p:spTgt spid="142"/>
                                        </p:tgtEl>
                                        <p:attrNameLst>
                                          <p:attrName>ppt_w</p:attrName>
                                        </p:attrNameLst>
                                      </p:cBhvr>
                                      <p:tavLst>
                                        <p:tav tm="0">
                                          <p:val>
                                            <p:fltVal val="0"/>
                                          </p:val>
                                        </p:tav>
                                        <p:tav tm="100000">
                                          <p:val>
                                            <p:strVal val="#ppt_w"/>
                                          </p:val>
                                        </p:tav>
                                      </p:tavLst>
                                    </p:anim>
                                    <p:anim calcmode="lin" valueType="num">
                                      <p:cBhvr>
                                        <p:cTn id="113" dur="5637" fill="hold"/>
                                        <p:tgtEl>
                                          <p:spTgt spid="142"/>
                                        </p:tgtEl>
                                        <p:attrNameLst>
                                          <p:attrName>ppt_h</p:attrName>
                                        </p:attrNameLst>
                                      </p:cBhvr>
                                      <p:tavLst>
                                        <p:tav tm="0">
                                          <p:val>
                                            <p:fltVal val="0"/>
                                          </p:val>
                                        </p:tav>
                                        <p:tav tm="100000">
                                          <p:val>
                                            <p:strVal val="#ppt_h"/>
                                          </p:val>
                                        </p:tav>
                                      </p:tavLst>
                                    </p:anim>
                                    <p:animEffect transition="in" filter="fade">
                                      <p:cBhvr>
                                        <p:cTn id="114" dur="5637"/>
                                        <p:tgtEl>
                                          <p:spTgt spid="142"/>
                                        </p:tgtEl>
                                      </p:cBhvr>
                                    </p:animEffect>
                                    <p:anim calcmode="lin" valueType="num">
                                      <p:cBhvr>
                                        <p:cTn id="115" dur="5637" fill="hold"/>
                                        <p:tgtEl>
                                          <p:spTgt spid="142"/>
                                        </p:tgtEl>
                                        <p:attrNameLst>
                                          <p:attrName>ppt_x</p:attrName>
                                        </p:attrNameLst>
                                      </p:cBhvr>
                                      <p:tavLst>
                                        <p:tav tm="0">
                                          <p:val>
                                            <p:fltVal val="0.5"/>
                                          </p:val>
                                        </p:tav>
                                        <p:tav tm="100000">
                                          <p:val>
                                            <p:strVal val="#ppt_x"/>
                                          </p:val>
                                        </p:tav>
                                      </p:tavLst>
                                    </p:anim>
                                    <p:anim calcmode="lin" valueType="num">
                                      <p:cBhvr>
                                        <p:cTn id="116" dur="5637" fill="hold"/>
                                        <p:tgtEl>
                                          <p:spTgt spid="142"/>
                                        </p:tgtEl>
                                        <p:attrNameLst>
                                          <p:attrName>ppt_y</p:attrName>
                                        </p:attrNameLst>
                                      </p:cBhvr>
                                      <p:tavLst>
                                        <p:tav tm="0">
                                          <p:val>
                                            <p:fltVal val="0.5"/>
                                          </p:val>
                                        </p:tav>
                                        <p:tav tm="100000">
                                          <p:val>
                                            <p:strVal val="#ppt_y"/>
                                          </p:val>
                                        </p:tav>
                                      </p:tavLst>
                                    </p:anim>
                                  </p:childTnLst>
                                </p:cTn>
                              </p:par>
                              <p:par>
                                <p:cTn id="117" presetID="53" presetClass="entr" presetSubtype="528" repeatCount="indefinite" fill="hold" grpId="0" nodeType="withEffect">
                                  <p:stCondLst>
                                    <p:cond delay="1978"/>
                                  </p:stCondLst>
                                  <p:childTnLst>
                                    <p:set>
                                      <p:cBhvr>
                                        <p:cTn id="118" dur="1" fill="hold">
                                          <p:stCondLst>
                                            <p:cond delay="0"/>
                                          </p:stCondLst>
                                        </p:cTn>
                                        <p:tgtEl>
                                          <p:spTgt spid="154"/>
                                        </p:tgtEl>
                                        <p:attrNameLst>
                                          <p:attrName>style.visibility</p:attrName>
                                        </p:attrNameLst>
                                      </p:cBhvr>
                                      <p:to>
                                        <p:strVal val="visible"/>
                                      </p:to>
                                    </p:set>
                                    <p:anim calcmode="lin" valueType="num">
                                      <p:cBhvr>
                                        <p:cTn id="119" dur="6440" fill="hold"/>
                                        <p:tgtEl>
                                          <p:spTgt spid="154"/>
                                        </p:tgtEl>
                                        <p:attrNameLst>
                                          <p:attrName>ppt_w</p:attrName>
                                        </p:attrNameLst>
                                      </p:cBhvr>
                                      <p:tavLst>
                                        <p:tav tm="0">
                                          <p:val>
                                            <p:fltVal val="0"/>
                                          </p:val>
                                        </p:tav>
                                        <p:tav tm="100000">
                                          <p:val>
                                            <p:strVal val="#ppt_w"/>
                                          </p:val>
                                        </p:tav>
                                      </p:tavLst>
                                    </p:anim>
                                    <p:anim calcmode="lin" valueType="num">
                                      <p:cBhvr>
                                        <p:cTn id="120" dur="6440" fill="hold"/>
                                        <p:tgtEl>
                                          <p:spTgt spid="154"/>
                                        </p:tgtEl>
                                        <p:attrNameLst>
                                          <p:attrName>ppt_h</p:attrName>
                                        </p:attrNameLst>
                                      </p:cBhvr>
                                      <p:tavLst>
                                        <p:tav tm="0">
                                          <p:val>
                                            <p:fltVal val="0"/>
                                          </p:val>
                                        </p:tav>
                                        <p:tav tm="100000">
                                          <p:val>
                                            <p:strVal val="#ppt_h"/>
                                          </p:val>
                                        </p:tav>
                                      </p:tavLst>
                                    </p:anim>
                                    <p:animEffect transition="in" filter="fade">
                                      <p:cBhvr>
                                        <p:cTn id="121" dur="6440"/>
                                        <p:tgtEl>
                                          <p:spTgt spid="154"/>
                                        </p:tgtEl>
                                      </p:cBhvr>
                                    </p:animEffect>
                                    <p:anim calcmode="lin" valueType="num">
                                      <p:cBhvr>
                                        <p:cTn id="122" dur="6440" fill="hold"/>
                                        <p:tgtEl>
                                          <p:spTgt spid="154"/>
                                        </p:tgtEl>
                                        <p:attrNameLst>
                                          <p:attrName>ppt_x</p:attrName>
                                        </p:attrNameLst>
                                      </p:cBhvr>
                                      <p:tavLst>
                                        <p:tav tm="0">
                                          <p:val>
                                            <p:fltVal val="0.5"/>
                                          </p:val>
                                        </p:tav>
                                        <p:tav tm="100000">
                                          <p:val>
                                            <p:strVal val="#ppt_x"/>
                                          </p:val>
                                        </p:tav>
                                      </p:tavLst>
                                    </p:anim>
                                    <p:anim calcmode="lin" valueType="num">
                                      <p:cBhvr>
                                        <p:cTn id="123" dur="6440" fill="hold"/>
                                        <p:tgtEl>
                                          <p:spTgt spid="154"/>
                                        </p:tgtEl>
                                        <p:attrNameLst>
                                          <p:attrName>ppt_y</p:attrName>
                                        </p:attrNameLst>
                                      </p:cBhvr>
                                      <p:tavLst>
                                        <p:tav tm="0">
                                          <p:val>
                                            <p:fltVal val="0.5"/>
                                          </p:val>
                                        </p:tav>
                                        <p:tav tm="100000">
                                          <p:val>
                                            <p:strVal val="#ppt_y"/>
                                          </p:val>
                                        </p:tav>
                                      </p:tavLst>
                                    </p:anim>
                                  </p:childTnLst>
                                </p:cTn>
                              </p:par>
                              <p:par>
                                <p:cTn id="124" presetID="53" presetClass="entr" presetSubtype="528" repeatCount="indefinite" fill="hold" grpId="0" nodeType="withEffect">
                                  <p:stCondLst>
                                    <p:cond delay="136"/>
                                  </p:stCondLst>
                                  <p:childTnLst>
                                    <p:set>
                                      <p:cBhvr>
                                        <p:cTn id="125" dur="1" fill="hold">
                                          <p:stCondLst>
                                            <p:cond delay="0"/>
                                          </p:stCondLst>
                                        </p:cTn>
                                        <p:tgtEl>
                                          <p:spTgt spid="155"/>
                                        </p:tgtEl>
                                        <p:attrNameLst>
                                          <p:attrName>style.visibility</p:attrName>
                                        </p:attrNameLst>
                                      </p:cBhvr>
                                      <p:to>
                                        <p:strVal val="visible"/>
                                      </p:to>
                                    </p:set>
                                    <p:anim calcmode="lin" valueType="num">
                                      <p:cBhvr>
                                        <p:cTn id="126" dur="6172" fill="hold"/>
                                        <p:tgtEl>
                                          <p:spTgt spid="155"/>
                                        </p:tgtEl>
                                        <p:attrNameLst>
                                          <p:attrName>ppt_w</p:attrName>
                                        </p:attrNameLst>
                                      </p:cBhvr>
                                      <p:tavLst>
                                        <p:tav tm="0">
                                          <p:val>
                                            <p:fltVal val="0"/>
                                          </p:val>
                                        </p:tav>
                                        <p:tav tm="100000">
                                          <p:val>
                                            <p:strVal val="#ppt_w"/>
                                          </p:val>
                                        </p:tav>
                                      </p:tavLst>
                                    </p:anim>
                                    <p:anim calcmode="lin" valueType="num">
                                      <p:cBhvr>
                                        <p:cTn id="127" dur="6172" fill="hold"/>
                                        <p:tgtEl>
                                          <p:spTgt spid="155"/>
                                        </p:tgtEl>
                                        <p:attrNameLst>
                                          <p:attrName>ppt_h</p:attrName>
                                        </p:attrNameLst>
                                      </p:cBhvr>
                                      <p:tavLst>
                                        <p:tav tm="0">
                                          <p:val>
                                            <p:fltVal val="0"/>
                                          </p:val>
                                        </p:tav>
                                        <p:tav tm="100000">
                                          <p:val>
                                            <p:strVal val="#ppt_h"/>
                                          </p:val>
                                        </p:tav>
                                      </p:tavLst>
                                    </p:anim>
                                    <p:animEffect transition="in" filter="fade">
                                      <p:cBhvr>
                                        <p:cTn id="128" dur="6172"/>
                                        <p:tgtEl>
                                          <p:spTgt spid="155"/>
                                        </p:tgtEl>
                                      </p:cBhvr>
                                    </p:animEffect>
                                    <p:anim calcmode="lin" valueType="num">
                                      <p:cBhvr>
                                        <p:cTn id="129" dur="6172" fill="hold"/>
                                        <p:tgtEl>
                                          <p:spTgt spid="155"/>
                                        </p:tgtEl>
                                        <p:attrNameLst>
                                          <p:attrName>ppt_x</p:attrName>
                                        </p:attrNameLst>
                                      </p:cBhvr>
                                      <p:tavLst>
                                        <p:tav tm="0">
                                          <p:val>
                                            <p:fltVal val="0.5"/>
                                          </p:val>
                                        </p:tav>
                                        <p:tav tm="100000">
                                          <p:val>
                                            <p:strVal val="#ppt_x"/>
                                          </p:val>
                                        </p:tav>
                                      </p:tavLst>
                                    </p:anim>
                                    <p:anim calcmode="lin" valueType="num">
                                      <p:cBhvr>
                                        <p:cTn id="130" dur="6172" fill="hold"/>
                                        <p:tgtEl>
                                          <p:spTgt spid="155"/>
                                        </p:tgtEl>
                                        <p:attrNameLst>
                                          <p:attrName>ppt_y</p:attrName>
                                        </p:attrNameLst>
                                      </p:cBhvr>
                                      <p:tavLst>
                                        <p:tav tm="0">
                                          <p:val>
                                            <p:fltVal val="0.5"/>
                                          </p:val>
                                        </p:tav>
                                        <p:tav tm="100000">
                                          <p:val>
                                            <p:strVal val="#ppt_y"/>
                                          </p:val>
                                        </p:tav>
                                      </p:tavLst>
                                    </p:anim>
                                  </p:childTnLst>
                                </p:cTn>
                              </p:par>
                              <p:par>
                                <p:cTn id="131" presetID="53" presetClass="entr" presetSubtype="528" repeatCount="indefinite" fill="hold" grpId="0" nodeType="withEffect">
                                  <p:stCondLst>
                                    <p:cond delay="177"/>
                                  </p:stCondLst>
                                  <p:childTnLst>
                                    <p:set>
                                      <p:cBhvr>
                                        <p:cTn id="132" dur="1" fill="hold">
                                          <p:stCondLst>
                                            <p:cond delay="0"/>
                                          </p:stCondLst>
                                        </p:cTn>
                                        <p:tgtEl>
                                          <p:spTgt spid="156"/>
                                        </p:tgtEl>
                                        <p:attrNameLst>
                                          <p:attrName>style.visibility</p:attrName>
                                        </p:attrNameLst>
                                      </p:cBhvr>
                                      <p:to>
                                        <p:strVal val="visible"/>
                                      </p:to>
                                    </p:set>
                                    <p:anim calcmode="lin" valueType="num">
                                      <p:cBhvr>
                                        <p:cTn id="133" dur="6180" fill="hold"/>
                                        <p:tgtEl>
                                          <p:spTgt spid="156"/>
                                        </p:tgtEl>
                                        <p:attrNameLst>
                                          <p:attrName>ppt_w</p:attrName>
                                        </p:attrNameLst>
                                      </p:cBhvr>
                                      <p:tavLst>
                                        <p:tav tm="0">
                                          <p:val>
                                            <p:fltVal val="0"/>
                                          </p:val>
                                        </p:tav>
                                        <p:tav tm="100000">
                                          <p:val>
                                            <p:strVal val="#ppt_w"/>
                                          </p:val>
                                        </p:tav>
                                      </p:tavLst>
                                    </p:anim>
                                    <p:anim calcmode="lin" valueType="num">
                                      <p:cBhvr>
                                        <p:cTn id="134" dur="6180" fill="hold"/>
                                        <p:tgtEl>
                                          <p:spTgt spid="156"/>
                                        </p:tgtEl>
                                        <p:attrNameLst>
                                          <p:attrName>ppt_h</p:attrName>
                                        </p:attrNameLst>
                                      </p:cBhvr>
                                      <p:tavLst>
                                        <p:tav tm="0">
                                          <p:val>
                                            <p:fltVal val="0"/>
                                          </p:val>
                                        </p:tav>
                                        <p:tav tm="100000">
                                          <p:val>
                                            <p:strVal val="#ppt_h"/>
                                          </p:val>
                                        </p:tav>
                                      </p:tavLst>
                                    </p:anim>
                                    <p:animEffect transition="in" filter="fade">
                                      <p:cBhvr>
                                        <p:cTn id="135" dur="6180"/>
                                        <p:tgtEl>
                                          <p:spTgt spid="156"/>
                                        </p:tgtEl>
                                      </p:cBhvr>
                                    </p:animEffect>
                                    <p:anim calcmode="lin" valueType="num">
                                      <p:cBhvr>
                                        <p:cTn id="136" dur="6180" fill="hold"/>
                                        <p:tgtEl>
                                          <p:spTgt spid="156"/>
                                        </p:tgtEl>
                                        <p:attrNameLst>
                                          <p:attrName>ppt_x</p:attrName>
                                        </p:attrNameLst>
                                      </p:cBhvr>
                                      <p:tavLst>
                                        <p:tav tm="0">
                                          <p:val>
                                            <p:fltVal val="0.5"/>
                                          </p:val>
                                        </p:tav>
                                        <p:tav tm="100000">
                                          <p:val>
                                            <p:strVal val="#ppt_x"/>
                                          </p:val>
                                        </p:tav>
                                      </p:tavLst>
                                    </p:anim>
                                    <p:anim calcmode="lin" valueType="num">
                                      <p:cBhvr>
                                        <p:cTn id="137" dur="6180" fill="hold"/>
                                        <p:tgtEl>
                                          <p:spTgt spid="156"/>
                                        </p:tgtEl>
                                        <p:attrNameLst>
                                          <p:attrName>ppt_y</p:attrName>
                                        </p:attrNameLst>
                                      </p:cBhvr>
                                      <p:tavLst>
                                        <p:tav tm="0">
                                          <p:val>
                                            <p:fltVal val="0.5"/>
                                          </p:val>
                                        </p:tav>
                                        <p:tav tm="100000">
                                          <p:val>
                                            <p:strVal val="#ppt_y"/>
                                          </p:val>
                                        </p:tav>
                                      </p:tavLst>
                                    </p:anim>
                                  </p:childTnLst>
                                </p:cTn>
                              </p:par>
                              <p:par>
                                <p:cTn id="138" presetID="53" presetClass="entr" presetSubtype="528" repeatCount="indefinite" fill="hold" grpId="0" nodeType="withEffect">
                                  <p:stCondLst>
                                    <p:cond delay="1791"/>
                                  </p:stCondLst>
                                  <p:childTnLst>
                                    <p:set>
                                      <p:cBhvr>
                                        <p:cTn id="139" dur="1" fill="hold">
                                          <p:stCondLst>
                                            <p:cond delay="0"/>
                                          </p:stCondLst>
                                        </p:cTn>
                                        <p:tgtEl>
                                          <p:spTgt spid="226"/>
                                        </p:tgtEl>
                                        <p:attrNameLst>
                                          <p:attrName>style.visibility</p:attrName>
                                        </p:attrNameLst>
                                      </p:cBhvr>
                                      <p:to>
                                        <p:strVal val="visible"/>
                                      </p:to>
                                    </p:set>
                                    <p:anim calcmode="lin" valueType="num">
                                      <p:cBhvr>
                                        <p:cTn id="140" dur="5546" fill="hold"/>
                                        <p:tgtEl>
                                          <p:spTgt spid="226"/>
                                        </p:tgtEl>
                                        <p:attrNameLst>
                                          <p:attrName>ppt_w</p:attrName>
                                        </p:attrNameLst>
                                      </p:cBhvr>
                                      <p:tavLst>
                                        <p:tav tm="0">
                                          <p:val>
                                            <p:fltVal val="0"/>
                                          </p:val>
                                        </p:tav>
                                        <p:tav tm="100000">
                                          <p:val>
                                            <p:strVal val="#ppt_w"/>
                                          </p:val>
                                        </p:tav>
                                      </p:tavLst>
                                    </p:anim>
                                    <p:anim calcmode="lin" valueType="num">
                                      <p:cBhvr>
                                        <p:cTn id="141" dur="5546" fill="hold"/>
                                        <p:tgtEl>
                                          <p:spTgt spid="226"/>
                                        </p:tgtEl>
                                        <p:attrNameLst>
                                          <p:attrName>ppt_h</p:attrName>
                                        </p:attrNameLst>
                                      </p:cBhvr>
                                      <p:tavLst>
                                        <p:tav tm="0">
                                          <p:val>
                                            <p:fltVal val="0"/>
                                          </p:val>
                                        </p:tav>
                                        <p:tav tm="100000">
                                          <p:val>
                                            <p:strVal val="#ppt_h"/>
                                          </p:val>
                                        </p:tav>
                                      </p:tavLst>
                                    </p:anim>
                                    <p:animEffect transition="in" filter="fade">
                                      <p:cBhvr>
                                        <p:cTn id="142" dur="5546"/>
                                        <p:tgtEl>
                                          <p:spTgt spid="226"/>
                                        </p:tgtEl>
                                      </p:cBhvr>
                                    </p:animEffect>
                                    <p:anim calcmode="lin" valueType="num">
                                      <p:cBhvr>
                                        <p:cTn id="143" dur="5546" fill="hold"/>
                                        <p:tgtEl>
                                          <p:spTgt spid="226"/>
                                        </p:tgtEl>
                                        <p:attrNameLst>
                                          <p:attrName>ppt_x</p:attrName>
                                        </p:attrNameLst>
                                      </p:cBhvr>
                                      <p:tavLst>
                                        <p:tav tm="0">
                                          <p:val>
                                            <p:fltVal val="0.5"/>
                                          </p:val>
                                        </p:tav>
                                        <p:tav tm="100000">
                                          <p:val>
                                            <p:strVal val="#ppt_x"/>
                                          </p:val>
                                        </p:tav>
                                      </p:tavLst>
                                    </p:anim>
                                    <p:anim calcmode="lin" valueType="num">
                                      <p:cBhvr>
                                        <p:cTn id="144" dur="5546" fill="hold"/>
                                        <p:tgtEl>
                                          <p:spTgt spid="226"/>
                                        </p:tgtEl>
                                        <p:attrNameLst>
                                          <p:attrName>ppt_y</p:attrName>
                                        </p:attrNameLst>
                                      </p:cBhvr>
                                      <p:tavLst>
                                        <p:tav tm="0">
                                          <p:val>
                                            <p:fltVal val="0.5"/>
                                          </p:val>
                                        </p:tav>
                                        <p:tav tm="100000">
                                          <p:val>
                                            <p:strVal val="#ppt_y"/>
                                          </p:val>
                                        </p:tav>
                                      </p:tavLst>
                                    </p:anim>
                                  </p:childTnLst>
                                </p:cTn>
                              </p:par>
                              <p:par>
                                <p:cTn id="145" presetID="53" presetClass="entr" presetSubtype="528" repeatCount="indefinite" fill="hold" grpId="0" nodeType="withEffect">
                                  <p:stCondLst>
                                    <p:cond delay="731"/>
                                  </p:stCondLst>
                                  <p:childTnLst>
                                    <p:set>
                                      <p:cBhvr>
                                        <p:cTn id="146" dur="1" fill="hold">
                                          <p:stCondLst>
                                            <p:cond delay="0"/>
                                          </p:stCondLst>
                                        </p:cTn>
                                        <p:tgtEl>
                                          <p:spTgt spid="237"/>
                                        </p:tgtEl>
                                        <p:attrNameLst>
                                          <p:attrName>style.visibility</p:attrName>
                                        </p:attrNameLst>
                                      </p:cBhvr>
                                      <p:to>
                                        <p:strVal val="visible"/>
                                      </p:to>
                                    </p:set>
                                    <p:anim calcmode="lin" valueType="num">
                                      <p:cBhvr>
                                        <p:cTn id="147" dur="6797" fill="hold"/>
                                        <p:tgtEl>
                                          <p:spTgt spid="237"/>
                                        </p:tgtEl>
                                        <p:attrNameLst>
                                          <p:attrName>ppt_w</p:attrName>
                                        </p:attrNameLst>
                                      </p:cBhvr>
                                      <p:tavLst>
                                        <p:tav tm="0">
                                          <p:val>
                                            <p:fltVal val="0"/>
                                          </p:val>
                                        </p:tav>
                                        <p:tav tm="100000">
                                          <p:val>
                                            <p:strVal val="#ppt_w"/>
                                          </p:val>
                                        </p:tav>
                                      </p:tavLst>
                                    </p:anim>
                                    <p:anim calcmode="lin" valueType="num">
                                      <p:cBhvr>
                                        <p:cTn id="148" dur="6797" fill="hold"/>
                                        <p:tgtEl>
                                          <p:spTgt spid="237"/>
                                        </p:tgtEl>
                                        <p:attrNameLst>
                                          <p:attrName>ppt_h</p:attrName>
                                        </p:attrNameLst>
                                      </p:cBhvr>
                                      <p:tavLst>
                                        <p:tav tm="0">
                                          <p:val>
                                            <p:fltVal val="0"/>
                                          </p:val>
                                        </p:tav>
                                        <p:tav tm="100000">
                                          <p:val>
                                            <p:strVal val="#ppt_h"/>
                                          </p:val>
                                        </p:tav>
                                      </p:tavLst>
                                    </p:anim>
                                    <p:animEffect transition="in" filter="fade">
                                      <p:cBhvr>
                                        <p:cTn id="149" dur="6797"/>
                                        <p:tgtEl>
                                          <p:spTgt spid="237"/>
                                        </p:tgtEl>
                                      </p:cBhvr>
                                    </p:animEffect>
                                    <p:anim calcmode="lin" valueType="num">
                                      <p:cBhvr>
                                        <p:cTn id="150" dur="6797" fill="hold"/>
                                        <p:tgtEl>
                                          <p:spTgt spid="237"/>
                                        </p:tgtEl>
                                        <p:attrNameLst>
                                          <p:attrName>ppt_x</p:attrName>
                                        </p:attrNameLst>
                                      </p:cBhvr>
                                      <p:tavLst>
                                        <p:tav tm="0">
                                          <p:val>
                                            <p:fltVal val="0.5"/>
                                          </p:val>
                                        </p:tav>
                                        <p:tav tm="100000">
                                          <p:val>
                                            <p:strVal val="#ppt_x"/>
                                          </p:val>
                                        </p:tav>
                                      </p:tavLst>
                                    </p:anim>
                                    <p:anim calcmode="lin" valueType="num">
                                      <p:cBhvr>
                                        <p:cTn id="151" dur="6797" fill="hold"/>
                                        <p:tgtEl>
                                          <p:spTgt spid="237"/>
                                        </p:tgtEl>
                                        <p:attrNameLst>
                                          <p:attrName>ppt_y</p:attrName>
                                        </p:attrNameLst>
                                      </p:cBhvr>
                                      <p:tavLst>
                                        <p:tav tm="0">
                                          <p:val>
                                            <p:fltVal val="0.5"/>
                                          </p:val>
                                        </p:tav>
                                        <p:tav tm="100000">
                                          <p:val>
                                            <p:strVal val="#ppt_y"/>
                                          </p:val>
                                        </p:tav>
                                      </p:tavLst>
                                    </p:anim>
                                  </p:childTnLst>
                                </p:cTn>
                              </p:par>
                              <p:par>
                                <p:cTn id="152" presetID="53" presetClass="entr" presetSubtype="528" repeatCount="indefinite" fill="hold" grpId="0" nodeType="withEffect">
                                  <p:stCondLst>
                                    <p:cond delay="1855"/>
                                  </p:stCondLst>
                                  <p:childTnLst>
                                    <p:set>
                                      <p:cBhvr>
                                        <p:cTn id="153" dur="1" fill="hold">
                                          <p:stCondLst>
                                            <p:cond delay="0"/>
                                          </p:stCondLst>
                                        </p:cTn>
                                        <p:tgtEl>
                                          <p:spTgt spid="238"/>
                                        </p:tgtEl>
                                        <p:attrNameLst>
                                          <p:attrName>style.visibility</p:attrName>
                                        </p:attrNameLst>
                                      </p:cBhvr>
                                      <p:to>
                                        <p:strVal val="visible"/>
                                      </p:to>
                                    </p:set>
                                    <p:anim calcmode="lin" valueType="num">
                                      <p:cBhvr>
                                        <p:cTn id="154" dur="7034" fill="hold"/>
                                        <p:tgtEl>
                                          <p:spTgt spid="238"/>
                                        </p:tgtEl>
                                        <p:attrNameLst>
                                          <p:attrName>ppt_w</p:attrName>
                                        </p:attrNameLst>
                                      </p:cBhvr>
                                      <p:tavLst>
                                        <p:tav tm="0">
                                          <p:val>
                                            <p:fltVal val="0"/>
                                          </p:val>
                                        </p:tav>
                                        <p:tav tm="100000">
                                          <p:val>
                                            <p:strVal val="#ppt_w"/>
                                          </p:val>
                                        </p:tav>
                                      </p:tavLst>
                                    </p:anim>
                                    <p:anim calcmode="lin" valueType="num">
                                      <p:cBhvr>
                                        <p:cTn id="155" dur="7034" fill="hold"/>
                                        <p:tgtEl>
                                          <p:spTgt spid="238"/>
                                        </p:tgtEl>
                                        <p:attrNameLst>
                                          <p:attrName>ppt_h</p:attrName>
                                        </p:attrNameLst>
                                      </p:cBhvr>
                                      <p:tavLst>
                                        <p:tav tm="0">
                                          <p:val>
                                            <p:fltVal val="0"/>
                                          </p:val>
                                        </p:tav>
                                        <p:tav tm="100000">
                                          <p:val>
                                            <p:strVal val="#ppt_h"/>
                                          </p:val>
                                        </p:tav>
                                      </p:tavLst>
                                    </p:anim>
                                    <p:animEffect transition="in" filter="fade">
                                      <p:cBhvr>
                                        <p:cTn id="156" dur="7034"/>
                                        <p:tgtEl>
                                          <p:spTgt spid="238"/>
                                        </p:tgtEl>
                                      </p:cBhvr>
                                    </p:animEffect>
                                    <p:anim calcmode="lin" valueType="num">
                                      <p:cBhvr>
                                        <p:cTn id="157" dur="7034" fill="hold"/>
                                        <p:tgtEl>
                                          <p:spTgt spid="238"/>
                                        </p:tgtEl>
                                        <p:attrNameLst>
                                          <p:attrName>ppt_x</p:attrName>
                                        </p:attrNameLst>
                                      </p:cBhvr>
                                      <p:tavLst>
                                        <p:tav tm="0">
                                          <p:val>
                                            <p:fltVal val="0.5"/>
                                          </p:val>
                                        </p:tav>
                                        <p:tav tm="100000">
                                          <p:val>
                                            <p:strVal val="#ppt_x"/>
                                          </p:val>
                                        </p:tav>
                                      </p:tavLst>
                                    </p:anim>
                                    <p:anim calcmode="lin" valueType="num">
                                      <p:cBhvr>
                                        <p:cTn id="158" dur="7034" fill="hold"/>
                                        <p:tgtEl>
                                          <p:spTgt spid="238"/>
                                        </p:tgtEl>
                                        <p:attrNameLst>
                                          <p:attrName>ppt_y</p:attrName>
                                        </p:attrNameLst>
                                      </p:cBhvr>
                                      <p:tavLst>
                                        <p:tav tm="0">
                                          <p:val>
                                            <p:fltVal val="0.5"/>
                                          </p:val>
                                        </p:tav>
                                        <p:tav tm="100000">
                                          <p:val>
                                            <p:strVal val="#ppt_y"/>
                                          </p:val>
                                        </p:tav>
                                      </p:tavLst>
                                    </p:anim>
                                  </p:childTnLst>
                                </p:cTn>
                              </p:par>
                              <p:par>
                                <p:cTn id="159" presetID="53" presetClass="entr" presetSubtype="528" repeatCount="indefinite" fill="hold" grpId="0" nodeType="withEffect">
                                  <p:stCondLst>
                                    <p:cond delay="560"/>
                                  </p:stCondLst>
                                  <p:childTnLst>
                                    <p:set>
                                      <p:cBhvr>
                                        <p:cTn id="160" dur="1" fill="hold">
                                          <p:stCondLst>
                                            <p:cond delay="0"/>
                                          </p:stCondLst>
                                        </p:cTn>
                                        <p:tgtEl>
                                          <p:spTgt spid="239"/>
                                        </p:tgtEl>
                                        <p:attrNameLst>
                                          <p:attrName>style.visibility</p:attrName>
                                        </p:attrNameLst>
                                      </p:cBhvr>
                                      <p:to>
                                        <p:strVal val="visible"/>
                                      </p:to>
                                    </p:set>
                                    <p:anim calcmode="lin" valueType="num">
                                      <p:cBhvr>
                                        <p:cTn id="161" dur="6907" fill="hold"/>
                                        <p:tgtEl>
                                          <p:spTgt spid="239"/>
                                        </p:tgtEl>
                                        <p:attrNameLst>
                                          <p:attrName>ppt_w</p:attrName>
                                        </p:attrNameLst>
                                      </p:cBhvr>
                                      <p:tavLst>
                                        <p:tav tm="0">
                                          <p:val>
                                            <p:fltVal val="0"/>
                                          </p:val>
                                        </p:tav>
                                        <p:tav tm="100000">
                                          <p:val>
                                            <p:strVal val="#ppt_w"/>
                                          </p:val>
                                        </p:tav>
                                      </p:tavLst>
                                    </p:anim>
                                    <p:anim calcmode="lin" valueType="num">
                                      <p:cBhvr>
                                        <p:cTn id="162" dur="6907" fill="hold"/>
                                        <p:tgtEl>
                                          <p:spTgt spid="239"/>
                                        </p:tgtEl>
                                        <p:attrNameLst>
                                          <p:attrName>ppt_h</p:attrName>
                                        </p:attrNameLst>
                                      </p:cBhvr>
                                      <p:tavLst>
                                        <p:tav tm="0">
                                          <p:val>
                                            <p:fltVal val="0"/>
                                          </p:val>
                                        </p:tav>
                                        <p:tav tm="100000">
                                          <p:val>
                                            <p:strVal val="#ppt_h"/>
                                          </p:val>
                                        </p:tav>
                                      </p:tavLst>
                                    </p:anim>
                                    <p:animEffect transition="in" filter="fade">
                                      <p:cBhvr>
                                        <p:cTn id="163" dur="6907"/>
                                        <p:tgtEl>
                                          <p:spTgt spid="239"/>
                                        </p:tgtEl>
                                      </p:cBhvr>
                                    </p:animEffect>
                                    <p:anim calcmode="lin" valueType="num">
                                      <p:cBhvr>
                                        <p:cTn id="164" dur="6907" fill="hold"/>
                                        <p:tgtEl>
                                          <p:spTgt spid="239"/>
                                        </p:tgtEl>
                                        <p:attrNameLst>
                                          <p:attrName>ppt_x</p:attrName>
                                        </p:attrNameLst>
                                      </p:cBhvr>
                                      <p:tavLst>
                                        <p:tav tm="0">
                                          <p:val>
                                            <p:fltVal val="0.5"/>
                                          </p:val>
                                        </p:tav>
                                        <p:tav tm="100000">
                                          <p:val>
                                            <p:strVal val="#ppt_x"/>
                                          </p:val>
                                        </p:tav>
                                      </p:tavLst>
                                    </p:anim>
                                    <p:anim calcmode="lin" valueType="num">
                                      <p:cBhvr>
                                        <p:cTn id="165" dur="6907" fill="hold"/>
                                        <p:tgtEl>
                                          <p:spTgt spid="239"/>
                                        </p:tgtEl>
                                        <p:attrNameLst>
                                          <p:attrName>ppt_y</p:attrName>
                                        </p:attrNameLst>
                                      </p:cBhvr>
                                      <p:tavLst>
                                        <p:tav tm="0">
                                          <p:val>
                                            <p:fltVal val="0.5"/>
                                          </p:val>
                                        </p:tav>
                                        <p:tav tm="100000">
                                          <p:val>
                                            <p:strVal val="#ppt_y"/>
                                          </p:val>
                                        </p:tav>
                                      </p:tavLst>
                                    </p:anim>
                                  </p:childTnLst>
                                </p:cTn>
                              </p:par>
                              <p:par>
                                <p:cTn id="166" presetID="53" presetClass="entr" presetSubtype="528" repeatCount="indefinite" fill="hold" grpId="0" nodeType="withEffect">
                                  <p:stCondLst>
                                    <p:cond delay="595"/>
                                  </p:stCondLst>
                                  <p:childTnLst>
                                    <p:set>
                                      <p:cBhvr>
                                        <p:cTn id="167" dur="1" fill="hold">
                                          <p:stCondLst>
                                            <p:cond delay="0"/>
                                          </p:stCondLst>
                                        </p:cTn>
                                        <p:tgtEl>
                                          <p:spTgt spid="240"/>
                                        </p:tgtEl>
                                        <p:attrNameLst>
                                          <p:attrName>style.visibility</p:attrName>
                                        </p:attrNameLst>
                                      </p:cBhvr>
                                      <p:to>
                                        <p:strVal val="visible"/>
                                      </p:to>
                                    </p:set>
                                    <p:anim calcmode="lin" valueType="num">
                                      <p:cBhvr>
                                        <p:cTn id="168" dur="5060" fill="hold"/>
                                        <p:tgtEl>
                                          <p:spTgt spid="240"/>
                                        </p:tgtEl>
                                        <p:attrNameLst>
                                          <p:attrName>ppt_w</p:attrName>
                                        </p:attrNameLst>
                                      </p:cBhvr>
                                      <p:tavLst>
                                        <p:tav tm="0">
                                          <p:val>
                                            <p:fltVal val="0"/>
                                          </p:val>
                                        </p:tav>
                                        <p:tav tm="100000">
                                          <p:val>
                                            <p:strVal val="#ppt_w"/>
                                          </p:val>
                                        </p:tav>
                                      </p:tavLst>
                                    </p:anim>
                                    <p:anim calcmode="lin" valueType="num">
                                      <p:cBhvr>
                                        <p:cTn id="169" dur="5060" fill="hold"/>
                                        <p:tgtEl>
                                          <p:spTgt spid="240"/>
                                        </p:tgtEl>
                                        <p:attrNameLst>
                                          <p:attrName>ppt_h</p:attrName>
                                        </p:attrNameLst>
                                      </p:cBhvr>
                                      <p:tavLst>
                                        <p:tav tm="0">
                                          <p:val>
                                            <p:fltVal val="0"/>
                                          </p:val>
                                        </p:tav>
                                        <p:tav tm="100000">
                                          <p:val>
                                            <p:strVal val="#ppt_h"/>
                                          </p:val>
                                        </p:tav>
                                      </p:tavLst>
                                    </p:anim>
                                    <p:animEffect transition="in" filter="fade">
                                      <p:cBhvr>
                                        <p:cTn id="170" dur="5060"/>
                                        <p:tgtEl>
                                          <p:spTgt spid="240"/>
                                        </p:tgtEl>
                                      </p:cBhvr>
                                    </p:animEffect>
                                    <p:anim calcmode="lin" valueType="num">
                                      <p:cBhvr>
                                        <p:cTn id="171" dur="5060" fill="hold"/>
                                        <p:tgtEl>
                                          <p:spTgt spid="240"/>
                                        </p:tgtEl>
                                        <p:attrNameLst>
                                          <p:attrName>ppt_x</p:attrName>
                                        </p:attrNameLst>
                                      </p:cBhvr>
                                      <p:tavLst>
                                        <p:tav tm="0">
                                          <p:val>
                                            <p:fltVal val="0.5"/>
                                          </p:val>
                                        </p:tav>
                                        <p:tav tm="100000">
                                          <p:val>
                                            <p:strVal val="#ppt_x"/>
                                          </p:val>
                                        </p:tav>
                                      </p:tavLst>
                                    </p:anim>
                                    <p:anim calcmode="lin" valueType="num">
                                      <p:cBhvr>
                                        <p:cTn id="172" dur="5060" fill="hold"/>
                                        <p:tgtEl>
                                          <p:spTgt spid="240"/>
                                        </p:tgtEl>
                                        <p:attrNameLst>
                                          <p:attrName>ppt_y</p:attrName>
                                        </p:attrNameLst>
                                      </p:cBhvr>
                                      <p:tavLst>
                                        <p:tav tm="0">
                                          <p:val>
                                            <p:fltVal val="0.5"/>
                                          </p:val>
                                        </p:tav>
                                        <p:tav tm="100000">
                                          <p:val>
                                            <p:strVal val="#ppt_y"/>
                                          </p:val>
                                        </p:tav>
                                      </p:tavLst>
                                    </p:anim>
                                  </p:childTnLst>
                                </p:cTn>
                              </p:par>
                              <p:par>
                                <p:cTn id="173" presetID="53" presetClass="entr" presetSubtype="528" repeatCount="indefinite" fill="hold" grpId="0" nodeType="withEffect">
                                  <p:stCondLst>
                                    <p:cond delay="1481"/>
                                  </p:stCondLst>
                                  <p:childTnLst>
                                    <p:set>
                                      <p:cBhvr>
                                        <p:cTn id="174" dur="1" fill="hold">
                                          <p:stCondLst>
                                            <p:cond delay="0"/>
                                          </p:stCondLst>
                                        </p:cTn>
                                        <p:tgtEl>
                                          <p:spTgt spid="242"/>
                                        </p:tgtEl>
                                        <p:attrNameLst>
                                          <p:attrName>style.visibility</p:attrName>
                                        </p:attrNameLst>
                                      </p:cBhvr>
                                      <p:to>
                                        <p:strVal val="visible"/>
                                      </p:to>
                                    </p:set>
                                    <p:anim calcmode="lin" valueType="num">
                                      <p:cBhvr>
                                        <p:cTn id="175" dur="5366" fill="hold"/>
                                        <p:tgtEl>
                                          <p:spTgt spid="242"/>
                                        </p:tgtEl>
                                        <p:attrNameLst>
                                          <p:attrName>ppt_w</p:attrName>
                                        </p:attrNameLst>
                                      </p:cBhvr>
                                      <p:tavLst>
                                        <p:tav tm="0">
                                          <p:val>
                                            <p:fltVal val="0"/>
                                          </p:val>
                                        </p:tav>
                                        <p:tav tm="100000">
                                          <p:val>
                                            <p:strVal val="#ppt_w"/>
                                          </p:val>
                                        </p:tav>
                                      </p:tavLst>
                                    </p:anim>
                                    <p:anim calcmode="lin" valueType="num">
                                      <p:cBhvr>
                                        <p:cTn id="176" dur="5366" fill="hold"/>
                                        <p:tgtEl>
                                          <p:spTgt spid="242"/>
                                        </p:tgtEl>
                                        <p:attrNameLst>
                                          <p:attrName>ppt_h</p:attrName>
                                        </p:attrNameLst>
                                      </p:cBhvr>
                                      <p:tavLst>
                                        <p:tav tm="0">
                                          <p:val>
                                            <p:fltVal val="0"/>
                                          </p:val>
                                        </p:tav>
                                        <p:tav tm="100000">
                                          <p:val>
                                            <p:strVal val="#ppt_h"/>
                                          </p:val>
                                        </p:tav>
                                      </p:tavLst>
                                    </p:anim>
                                    <p:animEffect transition="in" filter="fade">
                                      <p:cBhvr>
                                        <p:cTn id="177" dur="5366"/>
                                        <p:tgtEl>
                                          <p:spTgt spid="242"/>
                                        </p:tgtEl>
                                      </p:cBhvr>
                                    </p:animEffect>
                                    <p:anim calcmode="lin" valueType="num">
                                      <p:cBhvr>
                                        <p:cTn id="178" dur="5366" fill="hold"/>
                                        <p:tgtEl>
                                          <p:spTgt spid="242"/>
                                        </p:tgtEl>
                                        <p:attrNameLst>
                                          <p:attrName>ppt_x</p:attrName>
                                        </p:attrNameLst>
                                      </p:cBhvr>
                                      <p:tavLst>
                                        <p:tav tm="0">
                                          <p:val>
                                            <p:fltVal val="0.5"/>
                                          </p:val>
                                        </p:tav>
                                        <p:tav tm="100000">
                                          <p:val>
                                            <p:strVal val="#ppt_x"/>
                                          </p:val>
                                        </p:tav>
                                      </p:tavLst>
                                    </p:anim>
                                    <p:anim calcmode="lin" valueType="num">
                                      <p:cBhvr>
                                        <p:cTn id="179" dur="5366" fill="hold"/>
                                        <p:tgtEl>
                                          <p:spTgt spid="242"/>
                                        </p:tgtEl>
                                        <p:attrNameLst>
                                          <p:attrName>ppt_y</p:attrName>
                                        </p:attrNameLst>
                                      </p:cBhvr>
                                      <p:tavLst>
                                        <p:tav tm="0">
                                          <p:val>
                                            <p:fltVal val="0.5"/>
                                          </p:val>
                                        </p:tav>
                                        <p:tav tm="100000">
                                          <p:val>
                                            <p:strVal val="#ppt_y"/>
                                          </p:val>
                                        </p:tav>
                                      </p:tavLst>
                                    </p:anim>
                                  </p:childTnLst>
                                </p:cTn>
                              </p:par>
                              <p:par>
                                <p:cTn id="180" presetID="53" presetClass="entr" presetSubtype="528" repeatCount="indefinite" fill="hold" grpId="0" nodeType="withEffect">
                                  <p:stCondLst>
                                    <p:cond delay="1091"/>
                                  </p:stCondLst>
                                  <p:childTnLst>
                                    <p:set>
                                      <p:cBhvr>
                                        <p:cTn id="181" dur="1" fill="hold">
                                          <p:stCondLst>
                                            <p:cond delay="0"/>
                                          </p:stCondLst>
                                        </p:cTn>
                                        <p:tgtEl>
                                          <p:spTgt spid="243"/>
                                        </p:tgtEl>
                                        <p:attrNameLst>
                                          <p:attrName>style.visibility</p:attrName>
                                        </p:attrNameLst>
                                      </p:cBhvr>
                                      <p:to>
                                        <p:strVal val="visible"/>
                                      </p:to>
                                    </p:set>
                                    <p:anim calcmode="lin" valueType="num">
                                      <p:cBhvr>
                                        <p:cTn id="182" dur="5755" fill="hold"/>
                                        <p:tgtEl>
                                          <p:spTgt spid="243"/>
                                        </p:tgtEl>
                                        <p:attrNameLst>
                                          <p:attrName>ppt_w</p:attrName>
                                        </p:attrNameLst>
                                      </p:cBhvr>
                                      <p:tavLst>
                                        <p:tav tm="0">
                                          <p:val>
                                            <p:fltVal val="0"/>
                                          </p:val>
                                        </p:tav>
                                        <p:tav tm="100000">
                                          <p:val>
                                            <p:strVal val="#ppt_w"/>
                                          </p:val>
                                        </p:tav>
                                      </p:tavLst>
                                    </p:anim>
                                    <p:anim calcmode="lin" valueType="num">
                                      <p:cBhvr>
                                        <p:cTn id="183" dur="5755" fill="hold"/>
                                        <p:tgtEl>
                                          <p:spTgt spid="243"/>
                                        </p:tgtEl>
                                        <p:attrNameLst>
                                          <p:attrName>ppt_h</p:attrName>
                                        </p:attrNameLst>
                                      </p:cBhvr>
                                      <p:tavLst>
                                        <p:tav tm="0">
                                          <p:val>
                                            <p:fltVal val="0"/>
                                          </p:val>
                                        </p:tav>
                                        <p:tav tm="100000">
                                          <p:val>
                                            <p:strVal val="#ppt_h"/>
                                          </p:val>
                                        </p:tav>
                                      </p:tavLst>
                                    </p:anim>
                                    <p:animEffect transition="in" filter="fade">
                                      <p:cBhvr>
                                        <p:cTn id="184" dur="5755"/>
                                        <p:tgtEl>
                                          <p:spTgt spid="243"/>
                                        </p:tgtEl>
                                      </p:cBhvr>
                                    </p:animEffect>
                                    <p:anim calcmode="lin" valueType="num">
                                      <p:cBhvr>
                                        <p:cTn id="185" dur="5755" fill="hold"/>
                                        <p:tgtEl>
                                          <p:spTgt spid="243"/>
                                        </p:tgtEl>
                                        <p:attrNameLst>
                                          <p:attrName>ppt_x</p:attrName>
                                        </p:attrNameLst>
                                      </p:cBhvr>
                                      <p:tavLst>
                                        <p:tav tm="0">
                                          <p:val>
                                            <p:fltVal val="0.5"/>
                                          </p:val>
                                        </p:tav>
                                        <p:tav tm="100000">
                                          <p:val>
                                            <p:strVal val="#ppt_x"/>
                                          </p:val>
                                        </p:tav>
                                      </p:tavLst>
                                    </p:anim>
                                    <p:anim calcmode="lin" valueType="num">
                                      <p:cBhvr>
                                        <p:cTn id="186" dur="5755" fill="hold"/>
                                        <p:tgtEl>
                                          <p:spTgt spid="243"/>
                                        </p:tgtEl>
                                        <p:attrNameLst>
                                          <p:attrName>ppt_y</p:attrName>
                                        </p:attrNameLst>
                                      </p:cBhvr>
                                      <p:tavLst>
                                        <p:tav tm="0">
                                          <p:val>
                                            <p:fltVal val="0.5"/>
                                          </p:val>
                                        </p:tav>
                                        <p:tav tm="100000">
                                          <p:val>
                                            <p:strVal val="#ppt_y"/>
                                          </p:val>
                                        </p:tav>
                                      </p:tavLst>
                                    </p:anim>
                                  </p:childTnLst>
                                </p:cTn>
                              </p:par>
                              <p:par>
                                <p:cTn id="187" presetID="53" presetClass="entr" presetSubtype="528" repeatCount="indefinite" fill="hold" grpId="0" nodeType="withEffect">
                                  <p:stCondLst>
                                    <p:cond delay="334"/>
                                  </p:stCondLst>
                                  <p:childTnLst>
                                    <p:set>
                                      <p:cBhvr>
                                        <p:cTn id="188" dur="1" fill="hold">
                                          <p:stCondLst>
                                            <p:cond delay="0"/>
                                          </p:stCondLst>
                                        </p:cTn>
                                        <p:tgtEl>
                                          <p:spTgt spid="244"/>
                                        </p:tgtEl>
                                        <p:attrNameLst>
                                          <p:attrName>style.visibility</p:attrName>
                                        </p:attrNameLst>
                                      </p:cBhvr>
                                      <p:to>
                                        <p:strVal val="visible"/>
                                      </p:to>
                                    </p:set>
                                    <p:anim calcmode="lin" valueType="num">
                                      <p:cBhvr>
                                        <p:cTn id="189" dur="7460" fill="hold"/>
                                        <p:tgtEl>
                                          <p:spTgt spid="244"/>
                                        </p:tgtEl>
                                        <p:attrNameLst>
                                          <p:attrName>ppt_w</p:attrName>
                                        </p:attrNameLst>
                                      </p:cBhvr>
                                      <p:tavLst>
                                        <p:tav tm="0">
                                          <p:val>
                                            <p:fltVal val="0"/>
                                          </p:val>
                                        </p:tav>
                                        <p:tav tm="100000">
                                          <p:val>
                                            <p:strVal val="#ppt_w"/>
                                          </p:val>
                                        </p:tav>
                                      </p:tavLst>
                                    </p:anim>
                                    <p:anim calcmode="lin" valueType="num">
                                      <p:cBhvr>
                                        <p:cTn id="190" dur="7460" fill="hold"/>
                                        <p:tgtEl>
                                          <p:spTgt spid="244"/>
                                        </p:tgtEl>
                                        <p:attrNameLst>
                                          <p:attrName>ppt_h</p:attrName>
                                        </p:attrNameLst>
                                      </p:cBhvr>
                                      <p:tavLst>
                                        <p:tav tm="0">
                                          <p:val>
                                            <p:fltVal val="0"/>
                                          </p:val>
                                        </p:tav>
                                        <p:tav tm="100000">
                                          <p:val>
                                            <p:strVal val="#ppt_h"/>
                                          </p:val>
                                        </p:tav>
                                      </p:tavLst>
                                    </p:anim>
                                    <p:animEffect transition="in" filter="fade">
                                      <p:cBhvr>
                                        <p:cTn id="191" dur="7460"/>
                                        <p:tgtEl>
                                          <p:spTgt spid="244"/>
                                        </p:tgtEl>
                                      </p:cBhvr>
                                    </p:animEffect>
                                    <p:anim calcmode="lin" valueType="num">
                                      <p:cBhvr>
                                        <p:cTn id="192" dur="7460" fill="hold"/>
                                        <p:tgtEl>
                                          <p:spTgt spid="244"/>
                                        </p:tgtEl>
                                        <p:attrNameLst>
                                          <p:attrName>ppt_x</p:attrName>
                                        </p:attrNameLst>
                                      </p:cBhvr>
                                      <p:tavLst>
                                        <p:tav tm="0">
                                          <p:val>
                                            <p:fltVal val="0.5"/>
                                          </p:val>
                                        </p:tav>
                                        <p:tav tm="100000">
                                          <p:val>
                                            <p:strVal val="#ppt_x"/>
                                          </p:val>
                                        </p:tav>
                                      </p:tavLst>
                                    </p:anim>
                                    <p:anim calcmode="lin" valueType="num">
                                      <p:cBhvr>
                                        <p:cTn id="193" dur="7460" fill="hold"/>
                                        <p:tgtEl>
                                          <p:spTgt spid="244"/>
                                        </p:tgtEl>
                                        <p:attrNameLst>
                                          <p:attrName>ppt_y</p:attrName>
                                        </p:attrNameLst>
                                      </p:cBhvr>
                                      <p:tavLst>
                                        <p:tav tm="0">
                                          <p:val>
                                            <p:fltVal val="0.5"/>
                                          </p:val>
                                        </p:tav>
                                        <p:tav tm="100000">
                                          <p:val>
                                            <p:strVal val="#ppt_y"/>
                                          </p:val>
                                        </p:tav>
                                      </p:tavLst>
                                    </p:anim>
                                  </p:childTnLst>
                                </p:cTn>
                              </p:par>
                              <p:par>
                                <p:cTn id="194" presetID="53" presetClass="entr" presetSubtype="528" repeatCount="indefinite" fill="hold" grpId="0" nodeType="withEffect">
                                  <p:stCondLst>
                                    <p:cond delay="1852"/>
                                  </p:stCondLst>
                                  <p:childTnLst>
                                    <p:set>
                                      <p:cBhvr>
                                        <p:cTn id="195" dur="1" fill="hold">
                                          <p:stCondLst>
                                            <p:cond delay="0"/>
                                          </p:stCondLst>
                                        </p:cTn>
                                        <p:tgtEl>
                                          <p:spTgt spid="245"/>
                                        </p:tgtEl>
                                        <p:attrNameLst>
                                          <p:attrName>style.visibility</p:attrName>
                                        </p:attrNameLst>
                                      </p:cBhvr>
                                      <p:to>
                                        <p:strVal val="visible"/>
                                      </p:to>
                                    </p:set>
                                    <p:anim calcmode="lin" valueType="num">
                                      <p:cBhvr>
                                        <p:cTn id="196" dur="5254" fill="hold"/>
                                        <p:tgtEl>
                                          <p:spTgt spid="245"/>
                                        </p:tgtEl>
                                        <p:attrNameLst>
                                          <p:attrName>ppt_w</p:attrName>
                                        </p:attrNameLst>
                                      </p:cBhvr>
                                      <p:tavLst>
                                        <p:tav tm="0">
                                          <p:val>
                                            <p:fltVal val="0"/>
                                          </p:val>
                                        </p:tav>
                                        <p:tav tm="100000">
                                          <p:val>
                                            <p:strVal val="#ppt_w"/>
                                          </p:val>
                                        </p:tav>
                                      </p:tavLst>
                                    </p:anim>
                                    <p:anim calcmode="lin" valueType="num">
                                      <p:cBhvr>
                                        <p:cTn id="197" dur="5254" fill="hold"/>
                                        <p:tgtEl>
                                          <p:spTgt spid="245"/>
                                        </p:tgtEl>
                                        <p:attrNameLst>
                                          <p:attrName>ppt_h</p:attrName>
                                        </p:attrNameLst>
                                      </p:cBhvr>
                                      <p:tavLst>
                                        <p:tav tm="0">
                                          <p:val>
                                            <p:fltVal val="0"/>
                                          </p:val>
                                        </p:tav>
                                        <p:tav tm="100000">
                                          <p:val>
                                            <p:strVal val="#ppt_h"/>
                                          </p:val>
                                        </p:tav>
                                      </p:tavLst>
                                    </p:anim>
                                    <p:animEffect transition="in" filter="fade">
                                      <p:cBhvr>
                                        <p:cTn id="198" dur="5254"/>
                                        <p:tgtEl>
                                          <p:spTgt spid="245"/>
                                        </p:tgtEl>
                                      </p:cBhvr>
                                    </p:animEffect>
                                    <p:anim calcmode="lin" valueType="num">
                                      <p:cBhvr>
                                        <p:cTn id="199" dur="5254" fill="hold"/>
                                        <p:tgtEl>
                                          <p:spTgt spid="245"/>
                                        </p:tgtEl>
                                        <p:attrNameLst>
                                          <p:attrName>ppt_x</p:attrName>
                                        </p:attrNameLst>
                                      </p:cBhvr>
                                      <p:tavLst>
                                        <p:tav tm="0">
                                          <p:val>
                                            <p:fltVal val="0.5"/>
                                          </p:val>
                                        </p:tav>
                                        <p:tav tm="100000">
                                          <p:val>
                                            <p:strVal val="#ppt_x"/>
                                          </p:val>
                                        </p:tav>
                                      </p:tavLst>
                                    </p:anim>
                                    <p:anim calcmode="lin" valueType="num">
                                      <p:cBhvr>
                                        <p:cTn id="200" dur="5254" fill="hold"/>
                                        <p:tgtEl>
                                          <p:spTgt spid="245"/>
                                        </p:tgtEl>
                                        <p:attrNameLst>
                                          <p:attrName>ppt_y</p:attrName>
                                        </p:attrNameLst>
                                      </p:cBhvr>
                                      <p:tavLst>
                                        <p:tav tm="0">
                                          <p:val>
                                            <p:fltVal val="0.5"/>
                                          </p:val>
                                        </p:tav>
                                        <p:tav tm="100000">
                                          <p:val>
                                            <p:strVal val="#ppt_y"/>
                                          </p:val>
                                        </p:tav>
                                      </p:tavLst>
                                    </p:anim>
                                  </p:childTnLst>
                                </p:cTn>
                              </p:par>
                              <p:par>
                                <p:cTn id="201" presetID="53" presetClass="entr" presetSubtype="528" repeatCount="indefinite" fill="hold" grpId="0" nodeType="withEffect">
                                  <p:stCondLst>
                                    <p:cond delay="657"/>
                                  </p:stCondLst>
                                  <p:childTnLst>
                                    <p:set>
                                      <p:cBhvr>
                                        <p:cTn id="202" dur="1" fill="hold">
                                          <p:stCondLst>
                                            <p:cond delay="0"/>
                                          </p:stCondLst>
                                        </p:cTn>
                                        <p:tgtEl>
                                          <p:spTgt spid="246"/>
                                        </p:tgtEl>
                                        <p:attrNameLst>
                                          <p:attrName>style.visibility</p:attrName>
                                        </p:attrNameLst>
                                      </p:cBhvr>
                                      <p:to>
                                        <p:strVal val="visible"/>
                                      </p:to>
                                    </p:set>
                                    <p:anim calcmode="lin" valueType="num">
                                      <p:cBhvr>
                                        <p:cTn id="203" dur="6642" fill="hold"/>
                                        <p:tgtEl>
                                          <p:spTgt spid="246"/>
                                        </p:tgtEl>
                                        <p:attrNameLst>
                                          <p:attrName>ppt_w</p:attrName>
                                        </p:attrNameLst>
                                      </p:cBhvr>
                                      <p:tavLst>
                                        <p:tav tm="0">
                                          <p:val>
                                            <p:fltVal val="0"/>
                                          </p:val>
                                        </p:tav>
                                        <p:tav tm="100000">
                                          <p:val>
                                            <p:strVal val="#ppt_w"/>
                                          </p:val>
                                        </p:tav>
                                      </p:tavLst>
                                    </p:anim>
                                    <p:anim calcmode="lin" valueType="num">
                                      <p:cBhvr>
                                        <p:cTn id="204" dur="6642" fill="hold"/>
                                        <p:tgtEl>
                                          <p:spTgt spid="246"/>
                                        </p:tgtEl>
                                        <p:attrNameLst>
                                          <p:attrName>ppt_h</p:attrName>
                                        </p:attrNameLst>
                                      </p:cBhvr>
                                      <p:tavLst>
                                        <p:tav tm="0">
                                          <p:val>
                                            <p:fltVal val="0"/>
                                          </p:val>
                                        </p:tav>
                                        <p:tav tm="100000">
                                          <p:val>
                                            <p:strVal val="#ppt_h"/>
                                          </p:val>
                                        </p:tav>
                                      </p:tavLst>
                                    </p:anim>
                                    <p:animEffect transition="in" filter="fade">
                                      <p:cBhvr>
                                        <p:cTn id="205" dur="6642"/>
                                        <p:tgtEl>
                                          <p:spTgt spid="246"/>
                                        </p:tgtEl>
                                      </p:cBhvr>
                                    </p:animEffect>
                                    <p:anim calcmode="lin" valueType="num">
                                      <p:cBhvr>
                                        <p:cTn id="206" dur="6642" fill="hold"/>
                                        <p:tgtEl>
                                          <p:spTgt spid="246"/>
                                        </p:tgtEl>
                                        <p:attrNameLst>
                                          <p:attrName>ppt_x</p:attrName>
                                        </p:attrNameLst>
                                      </p:cBhvr>
                                      <p:tavLst>
                                        <p:tav tm="0">
                                          <p:val>
                                            <p:fltVal val="0.5"/>
                                          </p:val>
                                        </p:tav>
                                        <p:tav tm="100000">
                                          <p:val>
                                            <p:strVal val="#ppt_x"/>
                                          </p:val>
                                        </p:tav>
                                      </p:tavLst>
                                    </p:anim>
                                    <p:anim calcmode="lin" valueType="num">
                                      <p:cBhvr>
                                        <p:cTn id="207" dur="6642" fill="hold"/>
                                        <p:tgtEl>
                                          <p:spTgt spid="246"/>
                                        </p:tgtEl>
                                        <p:attrNameLst>
                                          <p:attrName>ppt_y</p:attrName>
                                        </p:attrNameLst>
                                      </p:cBhvr>
                                      <p:tavLst>
                                        <p:tav tm="0">
                                          <p:val>
                                            <p:fltVal val="0.5"/>
                                          </p:val>
                                        </p:tav>
                                        <p:tav tm="100000">
                                          <p:val>
                                            <p:strVal val="#ppt_y"/>
                                          </p:val>
                                        </p:tav>
                                      </p:tavLst>
                                    </p:anim>
                                  </p:childTnLst>
                                </p:cTn>
                              </p:par>
                              <p:par>
                                <p:cTn id="208" presetID="53" presetClass="entr" presetSubtype="528" repeatCount="indefinite" fill="hold" grpId="0" nodeType="withEffect">
                                  <p:stCondLst>
                                    <p:cond delay="1083"/>
                                  </p:stCondLst>
                                  <p:childTnLst>
                                    <p:set>
                                      <p:cBhvr>
                                        <p:cTn id="209" dur="1" fill="hold">
                                          <p:stCondLst>
                                            <p:cond delay="0"/>
                                          </p:stCondLst>
                                        </p:cTn>
                                        <p:tgtEl>
                                          <p:spTgt spid="247"/>
                                        </p:tgtEl>
                                        <p:attrNameLst>
                                          <p:attrName>style.visibility</p:attrName>
                                        </p:attrNameLst>
                                      </p:cBhvr>
                                      <p:to>
                                        <p:strVal val="visible"/>
                                      </p:to>
                                    </p:set>
                                    <p:anim calcmode="lin" valueType="num">
                                      <p:cBhvr>
                                        <p:cTn id="210" dur="5889" fill="hold"/>
                                        <p:tgtEl>
                                          <p:spTgt spid="247"/>
                                        </p:tgtEl>
                                        <p:attrNameLst>
                                          <p:attrName>ppt_w</p:attrName>
                                        </p:attrNameLst>
                                      </p:cBhvr>
                                      <p:tavLst>
                                        <p:tav tm="0">
                                          <p:val>
                                            <p:fltVal val="0"/>
                                          </p:val>
                                        </p:tav>
                                        <p:tav tm="100000">
                                          <p:val>
                                            <p:strVal val="#ppt_w"/>
                                          </p:val>
                                        </p:tav>
                                      </p:tavLst>
                                    </p:anim>
                                    <p:anim calcmode="lin" valueType="num">
                                      <p:cBhvr>
                                        <p:cTn id="211" dur="5889" fill="hold"/>
                                        <p:tgtEl>
                                          <p:spTgt spid="247"/>
                                        </p:tgtEl>
                                        <p:attrNameLst>
                                          <p:attrName>ppt_h</p:attrName>
                                        </p:attrNameLst>
                                      </p:cBhvr>
                                      <p:tavLst>
                                        <p:tav tm="0">
                                          <p:val>
                                            <p:fltVal val="0"/>
                                          </p:val>
                                        </p:tav>
                                        <p:tav tm="100000">
                                          <p:val>
                                            <p:strVal val="#ppt_h"/>
                                          </p:val>
                                        </p:tav>
                                      </p:tavLst>
                                    </p:anim>
                                    <p:animEffect transition="in" filter="fade">
                                      <p:cBhvr>
                                        <p:cTn id="212" dur="5889"/>
                                        <p:tgtEl>
                                          <p:spTgt spid="247"/>
                                        </p:tgtEl>
                                      </p:cBhvr>
                                    </p:animEffect>
                                    <p:anim calcmode="lin" valueType="num">
                                      <p:cBhvr>
                                        <p:cTn id="213" dur="5889" fill="hold"/>
                                        <p:tgtEl>
                                          <p:spTgt spid="247"/>
                                        </p:tgtEl>
                                        <p:attrNameLst>
                                          <p:attrName>ppt_x</p:attrName>
                                        </p:attrNameLst>
                                      </p:cBhvr>
                                      <p:tavLst>
                                        <p:tav tm="0">
                                          <p:val>
                                            <p:fltVal val="0.5"/>
                                          </p:val>
                                        </p:tav>
                                        <p:tav tm="100000">
                                          <p:val>
                                            <p:strVal val="#ppt_x"/>
                                          </p:val>
                                        </p:tav>
                                      </p:tavLst>
                                    </p:anim>
                                    <p:anim calcmode="lin" valueType="num">
                                      <p:cBhvr>
                                        <p:cTn id="214" dur="5889" fill="hold"/>
                                        <p:tgtEl>
                                          <p:spTgt spid="247"/>
                                        </p:tgtEl>
                                        <p:attrNameLst>
                                          <p:attrName>ppt_y</p:attrName>
                                        </p:attrNameLst>
                                      </p:cBhvr>
                                      <p:tavLst>
                                        <p:tav tm="0">
                                          <p:val>
                                            <p:fltVal val="0.5"/>
                                          </p:val>
                                        </p:tav>
                                        <p:tav tm="100000">
                                          <p:val>
                                            <p:strVal val="#ppt_y"/>
                                          </p:val>
                                        </p:tav>
                                      </p:tavLst>
                                    </p:anim>
                                  </p:childTnLst>
                                </p:cTn>
                              </p:par>
                              <p:par>
                                <p:cTn id="215" presetID="53" presetClass="entr" presetSubtype="528" repeatCount="indefinite" fill="hold" grpId="0" nodeType="withEffect">
                                  <p:stCondLst>
                                    <p:cond delay="854"/>
                                  </p:stCondLst>
                                  <p:childTnLst>
                                    <p:set>
                                      <p:cBhvr>
                                        <p:cTn id="216" dur="1" fill="hold">
                                          <p:stCondLst>
                                            <p:cond delay="0"/>
                                          </p:stCondLst>
                                        </p:cTn>
                                        <p:tgtEl>
                                          <p:spTgt spid="248"/>
                                        </p:tgtEl>
                                        <p:attrNameLst>
                                          <p:attrName>style.visibility</p:attrName>
                                        </p:attrNameLst>
                                      </p:cBhvr>
                                      <p:to>
                                        <p:strVal val="visible"/>
                                      </p:to>
                                    </p:set>
                                    <p:anim calcmode="lin" valueType="num">
                                      <p:cBhvr>
                                        <p:cTn id="217" dur="5408" fill="hold"/>
                                        <p:tgtEl>
                                          <p:spTgt spid="248"/>
                                        </p:tgtEl>
                                        <p:attrNameLst>
                                          <p:attrName>ppt_w</p:attrName>
                                        </p:attrNameLst>
                                      </p:cBhvr>
                                      <p:tavLst>
                                        <p:tav tm="0">
                                          <p:val>
                                            <p:fltVal val="0"/>
                                          </p:val>
                                        </p:tav>
                                        <p:tav tm="100000">
                                          <p:val>
                                            <p:strVal val="#ppt_w"/>
                                          </p:val>
                                        </p:tav>
                                      </p:tavLst>
                                    </p:anim>
                                    <p:anim calcmode="lin" valueType="num">
                                      <p:cBhvr>
                                        <p:cTn id="218" dur="5408" fill="hold"/>
                                        <p:tgtEl>
                                          <p:spTgt spid="248"/>
                                        </p:tgtEl>
                                        <p:attrNameLst>
                                          <p:attrName>ppt_h</p:attrName>
                                        </p:attrNameLst>
                                      </p:cBhvr>
                                      <p:tavLst>
                                        <p:tav tm="0">
                                          <p:val>
                                            <p:fltVal val="0"/>
                                          </p:val>
                                        </p:tav>
                                        <p:tav tm="100000">
                                          <p:val>
                                            <p:strVal val="#ppt_h"/>
                                          </p:val>
                                        </p:tav>
                                      </p:tavLst>
                                    </p:anim>
                                    <p:animEffect transition="in" filter="fade">
                                      <p:cBhvr>
                                        <p:cTn id="219" dur="5408"/>
                                        <p:tgtEl>
                                          <p:spTgt spid="248"/>
                                        </p:tgtEl>
                                      </p:cBhvr>
                                    </p:animEffect>
                                    <p:anim calcmode="lin" valueType="num">
                                      <p:cBhvr>
                                        <p:cTn id="220" dur="5408" fill="hold"/>
                                        <p:tgtEl>
                                          <p:spTgt spid="248"/>
                                        </p:tgtEl>
                                        <p:attrNameLst>
                                          <p:attrName>ppt_x</p:attrName>
                                        </p:attrNameLst>
                                      </p:cBhvr>
                                      <p:tavLst>
                                        <p:tav tm="0">
                                          <p:val>
                                            <p:fltVal val="0.5"/>
                                          </p:val>
                                        </p:tav>
                                        <p:tav tm="100000">
                                          <p:val>
                                            <p:strVal val="#ppt_x"/>
                                          </p:val>
                                        </p:tav>
                                      </p:tavLst>
                                    </p:anim>
                                    <p:anim calcmode="lin" valueType="num">
                                      <p:cBhvr>
                                        <p:cTn id="221" dur="5408" fill="hold"/>
                                        <p:tgtEl>
                                          <p:spTgt spid="248"/>
                                        </p:tgtEl>
                                        <p:attrNameLst>
                                          <p:attrName>ppt_y</p:attrName>
                                        </p:attrNameLst>
                                      </p:cBhvr>
                                      <p:tavLst>
                                        <p:tav tm="0">
                                          <p:val>
                                            <p:fltVal val="0.5"/>
                                          </p:val>
                                        </p:tav>
                                        <p:tav tm="100000">
                                          <p:val>
                                            <p:strVal val="#ppt_y"/>
                                          </p:val>
                                        </p:tav>
                                      </p:tavLst>
                                    </p:anim>
                                  </p:childTnLst>
                                </p:cTn>
                              </p:par>
                              <p:par>
                                <p:cTn id="222" presetID="53" presetClass="entr" presetSubtype="528" repeatCount="indefinite" fill="hold" grpId="0" nodeType="withEffect">
                                  <p:stCondLst>
                                    <p:cond delay="793"/>
                                  </p:stCondLst>
                                  <p:childTnLst>
                                    <p:set>
                                      <p:cBhvr>
                                        <p:cTn id="223" dur="1" fill="hold">
                                          <p:stCondLst>
                                            <p:cond delay="0"/>
                                          </p:stCondLst>
                                        </p:cTn>
                                        <p:tgtEl>
                                          <p:spTgt spid="252"/>
                                        </p:tgtEl>
                                        <p:attrNameLst>
                                          <p:attrName>style.visibility</p:attrName>
                                        </p:attrNameLst>
                                      </p:cBhvr>
                                      <p:to>
                                        <p:strVal val="visible"/>
                                      </p:to>
                                    </p:set>
                                    <p:anim calcmode="lin" valueType="num">
                                      <p:cBhvr>
                                        <p:cTn id="224" dur="5173" fill="hold"/>
                                        <p:tgtEl>
                                          <p:spTgt spid="252"/>
                                        </p:tgtEl>
                                        <p:attrNameLst>
                                          <p:attrName>ppt_w</p:attrName>
                                        </p:attrNameLst>
                                      </p:cBhvr>
                                      <p:tavLst>
                                        <p:tav tm="0">
                                          <p:val>
                                            <p:fltVal val="0"/>
                                          </p:val>
                                        </p:tav>
                                        <p:tav tm="100000">
                                          <p:val>
                                            <p:strVal val="#ppt_w"/>
                                          </p:val>
                                        </p:tav>
                                      </p:tavLst>
                                    </p:anim>
                                    <p:anim calcmode="lin" valueType="num">
                                      <p:cBhvr>
                                        <p:cTn id="225" dur="5173" fill="hold"/>
                                        <p:tgtEl>
                                          <p:spTgt spid="252"/>
                                        </p:tgtEl>
                                        <p:attrNameLst>
                                          <p:attrName>ppt_h</p:attrName>
                                        </p:attrNameLst>
                                      </p:cBhvr>
                                      <p:tavLst>
                                        <p:tav tm="0">
                                          <p:val>
                                            <p:fltVal val="0"/>
                                          </p:val>
                                        </p:tav>
                                        <p:tav tm="100000">
                                          <p:val>
                                            <p:strVal val="#ppt_h"/>
                                          </p:val>
                                        </p:tav>
                                      </p:tavLst>
                                    </p:anim>
                                    <p:animEffect transition="in" filter="fade">
                                      <p:cBhvr>
                                        <p:cTn id="226" dur="5173"/>
                                        <p:tgtEl>
                                          <p:spTgt spid="252"/>
                                        </p:tgtEl>
                                      </p:cBhvr>
                                    </p:animEffect>
                                    <p:anim calcmode="lin" valueType="num">
                                      <p:cBhvr>
                                        <p:cTn id="227" dur="5173" fill="hold"/>
                                        <p:tgtEl>
                                          <p:spTgt spid="252"/>
                                        </p:tgtEl>
                                        <p:attrNameLst>
                                          <p:attrName>ppt_x</p:attrName>
                                        </p:attrNameLst>
                                      </p:cBhvr>
                                      <p:tavLst>
                                        <p:tav tm="0">
                                          <p:val>
                                            <p:fltVal val="0.5"/>
                                          </p:val>
                                        </p:tav>
                                        <p:tav tm="100000">
                                          <p:val>
                                            <p:strVal val="#ppt_x"/>
                                          </p:val>
                                        </p:tav>
                                      </p:tavLst>
                                    </p:anim>
                                    <p:anim calcmode="lin" valueType="num">
                                      <p:cBhvr>
                                        <p:cTn id="228" dur="5173" fill="hold"/>
                                        <p:tgtEl>
                                          <p:spTgt spid="252"/>
                                        </p:tgtEl>
                                        <p:attrNameLst>
                                          <p:attrName>ppt_y</p:attrName>
                                        </p:attrNameLst>
                                      </p:cBhvr>
                                      <p:tavLst>
                                        <p:tav tm="0">
                                          <p:val>
                                            <p:fltVal val="0.5"/>
                                          </p:val>
                                        </p:tav>
                                        <p:tav tm="100000">
                                          <p:val>
                                            <p:strVal val="#ppt_y"/>
                                          </p:val>
                                        </p:tav>
                                      </p:tavLst>
                                    </p:anim>
                                  </p:childTnLst>
                                </p:cTn>
                              </p:par>
                              <p:par>
                                <p:cTn id="229" presetID="53" presetClass="entr" presetSubtype="528" repeatCount="indefinite" fill="hold" grpId="0" nodeType="withEffect">
                                  <p:stCondLst>
                                    <p:cond delay="367"/>
                                  </p:stCondLst>
                                  <p:childTnLst>
                                    <p:set>
                                      <p:cBhvr>
                                        <p:cTn id="230" dur="1" fill="hold">
                                          <p:stCondLst>
                                            <p:cond delay="0"/>
                                          </p:stCondLst>
                                        </p:cTn>
                                        <p:tgtEl>
                                          <p:spTgt spid="257"/>
                                        </p:tgtEl>
                                        <p:attrNameLst>
                                          <p:attrName>style.visibility</p:attrName>
                                        </p:attrNameLst>
                                      </p:cBhvr>
                                      <p:to>
                                        <p:strVal val="visible"/>
                                      </p:to>
                                    </p:set>
                                    <p:anim calcmode="lin" valueType="num">
                                      <p:cBhvr>
                                        <p:cTn id="231" dur="6982" fill="hold"/>
                                        <p:tgtEl>
                                          <p:spTgt spid="257"/>
                                        </p:tgtEl>
                                        <p:attrNameLst>
                                          <p:attrName>ppt_w</p:attrName>
                                        </p:attrNameLst>
                                      </p:cBhvr>
                                      <p:tavLst>
                                        <p:tav tm="0">
                                          <p:val>
                                            <p:fltVal val="0"/>
                                          </p:val>
                                        </p:tav>
                                        <p:tav tm="100000">
                                          <p:val>
                                            <p:strVal val="#ppt_w"/>
                                          </p:val>
                                        </p:tav>
                                      </p:tavLst>
                                    </p:anim>
                                    <p:anim calcmode="lin" valueType="num">
                                      <p:cBhvr>
                                        <p:cTn id="232" dur="6982" fill="hold"/>
                                        <p:tgtEl>
                                          <p:spTgt spid="257"/>
                                        </p:tgtEl>
                                        <p:attrNameLst>
                                          <p:attrName>ppt_h</p:attrName>
                                        </p:attrNameLst>
                                      </p:cBhvr>
                                      <p:tavLst>
                                        <p:tav tm="0">
                                          <p:val>
                                            <p:fltVal val="0"/>
                                          </p:val>
                                        </p:tav>
                                        <p:tav tm="100000">
                                          <p:val>
                                            <p:strVal val="#ppt_h"/>
                                          </p:val>
                                        </p:tav>
                                      </p:tavLst>
                                    </p:anim>
                                    <p:animEffect transition="in" filter="fade">
                                      <p:cBhvr>
                                        <p:cTn id="233" dur="6982"/>
                                        <p:tgtEl>
                                          <p:spTgt spid="257"/>
                                        </p:tgtEl>
                                      </p:cBhvr>
                                    </p:animEffect>
                                    <p:anim calcmode="lin" valueType="num">
                                      <p:cBhvr>
                                        <p:cTn id="234" dur="6982" fill="hold"/>
                                        <p:tgtEl>
                                          <p:spTgt spid="257"/>
                                        </p:tgtEl>
                                        <p:attrNameLst>
                                          <p:attrName>ppt_x</p:attrName>
                                        </p:attrNameLst>
                                      </p:cBhvr>
                                      <p:tavLst>
                                        <p:tav tm="0">
                                          <p:val>
                                            <p:fltVal val="0.5"/>
                                          </p:val>
                                        </p:tav>
                                        <p:tav tm="100000">
                                          <p:val>
                                            <p:strVal val="#ppt_x"/>
                                          </p:val>
                                        </p:tav>
                                      </p:tavLst>
                                    </p:anim>
                                    <p:anim calcmode="lin" valueType="num">
                                      <p:cBhvr>
                                        <p:cTn id="235" dur="6982" fill="hold"/>
                                        <p:tgtEl>
                                          <p:spTgt spid="257"/>
                                        </p:tgtEl>
                                        <p:attrNameLst>
                                          <p:attrName>ppt_y</p:attrName>
                                        </p:attrNameLst>
                                      </p:cBhvr>
                                      <p:tavLst>
                                        <p:tav tm="0">
                                          <p:val>
                                            <p:fltVal val="0.5"/>
                                          </p:val>
                                        </p:tav>
                                        <p:tav tm="100000">
                                          <p:val>
                                            <p:strVal val="#ppt_y"/>
                                          </p:val>
                                        </p:tav>
                                      </p:tavLst>
                                    </p:anim>
                                  </p:childTnLst>
                                </p:cTn>
                              </p:par>
                              <p:par>
                                <p:cTn id="236" presetID="53" presetClass="entr" presetSubtype="528" repeatCount="indefinite" fill="hold" grpId="0" nodeType="withEffect">
                                  <p:stCondLst>
                                    <p:cond delay="232"/>
                                  </p:stCondLst>
                                  <p:childTnLst>
                                    <p:set>
                                      <p:cBhvr>
                                        <p:cTn id="237" dur="1" fill="hold">
                                          <p:stCondLst>
                                            <p:cond delay="0"/>
                                          </p:stCondLst>
                                        </p:cTn>
                                        <p:tgtEl>
                                          <p:spTgt spid="262"/>
                                        </p:tgtEl>
                                        <p:attrNameLst>
                                          <p:attrName>style.visibility</p:attrName>
                                        </p:attrNameLst>
                                      </p:cBhvr>
                                      <p:to>
                                        <p:strVal val="visible"/>
                                      </p:to>
                                    </p:set>
                                    <p:anim calcmode="lin" valueType="num">
                                      <p:cBhvr>
                                        <p:cTn id="238" dur="6854" fill="hold"/>
                                        <p:tgtEl>
                                          <p:spTgt spid="262"/>
                                        </p:tgtEl>
                                        <p:attrNameLst>
                                          <p:attrName>ppt_w</p:attrName>
                                        </p:attrNameLst>
                                      </p:cBhvr>
                                      <p:tavLst>
                                        <p:tav tm="0">
                                          <p:val>
                                            <p:fltVal val="0"/>
                                          </p:val>
                                        </p:tav>
                                        <p:tav tm="100000">
                                          <p:val>
                                            <p:strVal val="#ppt_w"/>
                                          </p:val>
                                        </p:tav>
                                      </p:tavLst>
                                    </p:anim>
                                    <p:anim calcmode="lin" valueType="num">
                                      <p:cBhvr>
                                        <p:cTn id="239" dur="6854" fill="hold"/>
                                        <p:tgtEl>
                                          <p:spTgt spid="262"/>
                                        </p:tgtEl>
                                        <p:attrNameLst>
                                          <p:attrName>ppt_h</p:attrName>
                                        </p:attrNameLst>
                                      </p:cBhvr>
                                      <p:tavLst>
                                        <p:tav tm="0">
                                          <p:val>
                                            <p:fltVal val="0"/>
                                          </p:val>
                                        </p:tav>
                                        <p:tav tm="100000">
                                          <p:val>
                                            <p:strVal val="#ppt_h"/>
                                          </p:val>
                                        </p:tav>
                                      </p:tavLst>
                                    </p:anim>
                                    <p:animEffect transition="in" filter="fade">
                                      <p:cBhvr>
                                        <p:cTn id="240" dur="6854"/>
                                        <p:tgtEl>
                                          <p:spTgt spid="262"/>
                                        </p:tgtEl>
                                      </p:cBhvr>
                                    </p:animEffect>
                                    <p:anim calcmode="lin" valueType="num">
                                      <p:cBhvr>
                                        <p:cTn id="241" dur="6854" fill="hold"/>
                                        <p:tgtEl>
                                          <p:spTgt spid="262"/>
                                        </p:tgtEl>
                                        <p:attrNameLst>
                                          <p:attrName>ppt_x</p:attrName>
                                        </p:attrNameLst>
                                      </p:cBhvr>
                                      <p:tavLst>
                                        <p:tav tm="0">
                                          <p:val>
                                            <p:fltVal val="0.5"/>
                                          </p:val>
                                        </p:tav>
                                        <p:tav tm="100000">
                                          <p:val>
                                            <p:strVal val="#ppt_x"/>
                                          </p:val>
                                        </p:tav>
                                      </p:tavLst>
                                    </p:anim>
                                    <p:anim calcmode="lin" valueType="num">
                                      <p:cBhvr>
                                        <p:cTn id="242" dur="6854" fill="hold"/>
                                        <p:tgtEl>
                                          <p:spTgt spid="262"/>
                                        </p:tgtEl>
                                        <p:attrNameLst>
                                          <p:attrName>ppt_y</p:attrName>
                                        </p:attrNameLst>
                                      </p:cBhvr>
                                      <p:tavLst>
                                        <p:tav tm="0">
                                          <p:val>
                                            <p:fltVal val="0.5"/>
                                          </p:val>
                                        </p:tav>
                                        <p:tav tm="100000">
                                          <p:val>
                                            <p:strVal val="#ppt_y"/>
                                          </p:val>
                                        </p:tav>
                                      </p:tavLst>
                                    </p:anim>
                                  </p:childTnLst>
                                </p:cTn>
                              </p:par>
                              <p:par>
                                <p:cTn id="243" presetID="53" presetClass="entr" presetSubtype="528" repeatCount="indefinite" fill="hold" grpId="0" nodeType="withEffect">
                                  <p:stCondLst>
                                    <p:cond delay="1449"/>
                                  </p:stCondLst>
                                  <p:childTnLst>
                                    <p:set>
                                      <p:cBhvr>
                                        <p:cTn id="244" dur="1" fill="hold">
                                          <p:stCondLst>
                                            <p:cond delay="0"/>
                                          </p:stCondLst>
                                        </p:cTn>
                                        <p:tgtEl>
                                          <p:spTgt spid="265"/>
                                        </p:tgtEl>
                                        <p:attrNameLst>
                                          <p:attrName>style.visibility</p:attrName>
                                        </p:attrNameLst>
                                      </p:cBhvr>
                                      <p:to>
                                        <p:strVal val="visible"/>
                                      </p:to>
                                    </p:set>
                                    <p:anim calcmode="lin" valueType="num">
                                      <p:cBhvr>
                                        <p:cTn id="245" dur="7040" fill="hold"/>
                                        <p:tgtEl>
                                          <p:spTgt spid="265"/>
                                        </p:tgtEl>
                                        <p:attrNameLst>
                                          <p:attrName>ppt_w</p:attrName>
                                        </p:attrNameLst>
                                      </p:cBhvr>
                                      <p:tavLst>
                                        <p:tav tm="0">
                                          <p:val>
                                            <p:fltVal val="0"/>
                                          </p:val>
                                        </p:tav>
                                        <p:tav tm="100000">
                                          <p:val>
                                            <p:strVal val="#ppt_w"/>
                                          </p:val>
                                        </p:tav>
                                      </p:tavLst>
                                    </p:anim>
                                    <p:anim calcmode="lin" valueType="num">
                                      <p:cBhvr>
                                        <p:cTn id="246" dur="7040" fill="hold"/>
                                        <p:tgtEl>
                                          <p:spTgt spid="265"/>
                                        </p:tgtEl>
                                        <p:attrNameLst>
                                          <p:attrName>ppt_h</p:attrName>
                                        </p:attrNameLst>
                                      </p:cBhvr>
                                      <p:tavLst>
                                        <p:tav tm="0">
                                          <p:val>
                                            <p:fltVal val="0"/>
                                          </p:val>
                                        </p:tav>
                                        <p:tav tm="100000">
                                          <p:val>
                                            <p:strVal val="#ppt_h"/>
                                          </p:val>
                                        </p:tav>
                                      </p:tavLst>
                                    </p:anim>
                                    <p:animEffect transition="in" filter="fade">
                                      <p:cBhvr>
                                        <p:cTn id="247" dur="7040"/>
                                        <p:tgtEl>
                                          <p:spTgt spid="265"/>
                                        </p:tgtEl>
                                      </p:cBhvr>
                                    </p:animEffect>
                                    <p:anim calcmode="lin" valueType="num">
                                      <p:cBhvr>
                                        <p:cTn id="248" dur="7040" fill="hold"/>
                                        <p:tgtEl>
                                          <p:spTgt spid="265"/>
                                        </p:tgtEl>
                                        <p:attrNameLst>
                                          <p:attrName>ppt_x</p:attrName>
                                        </p:attrNameLst>
                                      </p:cBhvr>
                                      <p:tavLst>
                                        <p:tav tm="0">
                                          <p:val>
                                            <p:fltVal val="0.5"/>
                                          </p:val>
                                        </p:tav>
                                        <p:tav tm="100000">
                                          <p:val>
                                            <p:strVal val="#ppt_x"/>
                                          </p:val>
                                        </p:tav>
                                      </p:tavLst>
                                    </p:anim>
                                    <p:anim calcmode="lin" valueType="num">
                                      <p:cBhvr>
                                        <p:cTn id="249" dur="7040" fill="hold"/>
                                        <p:tgtEl>
                                          <p:spTgt spid="265"/>
                                        </p:tgtEl>
                                        <p:attrNameLst>
                                          <p:attrName>ppt_y</p:attrName>
                                        </p:attrNameLst>
                                      </p:cBhvr>
                                      <p:tavLst>
                                        <p:tav tm="0">
                                          <p:val>
                                            <p:fltVal val="0.5"/>
                                          </p:val>
                                        </p:tav>
                                        <p:tav tm="100000">
                                          <p:val>
                                            <p:strVal val="#ppt_y"/>
                                          </p:val>
                                        </p:tav>
                                      </p:tavLst>
                                    </p:anim>
                                  </p:childTnLst>
                                </p:cTn>
                              </p:par>
                              <p:par>
                                <p:cTn id="250" presetID="53" presetClass="entr" presetSubtype="528" repeatCount="indefinite" fill="hold" grpId="0" nodeType="withEffect">
                                  <p:stCondLst>
                                    <p:cond delay="1214"/>
                                  </p:stCondLst>
                                  <p:childTnLst>
                                    <p:set>
                                      <p:cBhvr>
                                        <p:cTn id="251" dur="1" fill="hold">
                                          <p:stCondLst>
                                            <p:cond delay="0"/>
                                          </p:stCondLst>
                                        </p:cTn>
                                        <p:tgtEl>
                                          <p:spTgt spid="266"/>
                                        </p:tgtEl>
                                        <p:attrNameLst>
                                          <p:attrName>style.visibility</p:attrName>
                                        </p:attrNameLst>
                                      </p:cBhvr>
                                      <p:to>
                                        <p:strVal val="visible"/>
                                      </p:to>
                                    </p:set>
                                    <p:anim calcmode="lin" valueType="num">
                                      <p:cBhvr>
                                        <p:cTn id="252" dur="6173" fill="hold"/>
                                        <p:tgtEl>
                                          <p:spTgt spid="266"/>
                                        </p:tgtEl>
                                        <p:attrNameLst>
                                          <p:attrName>ppt_w</p:attrName>
                                        </p:attrNameLst>
                                      </p:cBhvr>
                                      <p:tavLst>
                                        <p:tav tm="0">
                                          <p:val>
                                            <p:fltVal val="0"/>
                                          </p:val>
                                        </p:tav>
                                        <p:tav tm="100000">
                                          <p:val>
                                            <p:strVal val="#ppt_w"/>
                                          </p:val>
                                        </p:tav>
                                      </p:tavLst>
                                    </p:anim>
                                    <p:anim calcmode="lin" valueType="num">
                                      <p:cBhvr>
                                        <p:cTn id="253" dur="6173" fill="hold"/>
                                        <p:tgtEl>
                                          <p:spTgt spid="266"/>
                                        </p:tgtEl>
                                        <p:attrNameLst>
                                          <p:attrName>ppt_h</p:attrName>
                                        </p:attrNameLst>
                                      </p:cBhvr>
                                      <p:tavLst>
                                        <p:tav tm="0">
                                          <p:val>
                                            <p:fltVal val="0"/>
                                          </p:val>
                                        </p:tav>
                                        <p:tav tm="100000">
                                          <p:val>
                                            <p:strVal val="#ppt_h"/>
                                          </p:val>
                                        </p:tav>
                                      </p:tavLst>
                                    </p:anim>
                                    <p:animEffect transition="in" filter="fade">
                                      <p:cBhvr>
                                        <p:cTn id="254" dur="6173"/>
                                        <p:tgtEl>
                                          <p:spTgt spid="266"/>
                                        </p:tgtEl>
                                      </p:cBhvr>
                                    </p:animEffect>
                                    <p:anim calcmode="lin" valueType="num">
                                      <p:cBhvr>
                                        <p:cTn id="255" dur="6173" fill="hold"/>
                                        <p:tgtEl>
                                          <p:spTgt spid="266"/>
                                        </p:tgtEl>
                                        <p:attrNameLst>
                                          <p:attrName>ppt_x</p:attrName>
                                        </p:attrNameLst>
                                      </p:cBhvr>
                                      <p:tavLst>
                                        <p:tav tm="0">
                                          <p:val>
                                            <p:fltVal val="0.5"/>
                                          </p:val>
                                        </p:tav>
                                        <p:tav tm="100000">
                                          <p:val>
                                            <p:strVal val="#ppt_x"/>
                                          </p:val>
                                        </p:tav>
                                      </p:tavLst>
                                    </p:anim>
                                    <p:anim calcmode="lin" valueType="num">
                                      <p:cBhvr>
                                        <p:cTn id="256" dur="6173" fill="hold"/>
                                        <p:tgtEl>
                                          <p:spTgt spid="266"/>
                                        </p:tgtEl>
                                        <p:attrNameLst>
                                          <p:attrName>ppt_y</p:attrName>
                                        </p:attrNameLst>
                                      </p:cBhvr>
                                      <p:tavLst>
                                        <p:tav tm="0">
                                          <p:val>
                                            <p:fltVal val="0.5"/>
                                          </p:val>
                                        </p:tav>
                                        <p:tav tm="100000">
                                          <p:val>
                                            <p:strVal val="#ppt_y"/>
                                          </p:val>
                                        </p:tav>
                                      </p:tavLst>
                                    </p:anim>
                                  </p:childTnLst>
                                </p:cTn>
                              </p:par>
                              <p:par>
                                <p:cTn id="257" presetID="53" presetClass="entr" presetSubtype="528" repeatCount="indefinite" fill="hold" grpId="0" nodeType="withEffect">
                                  <p:stCondLst>
                                    <p:cond delay="1303"/>
                                  </p:stCondLst>
                                  <p:childTnLst>
                                    <p:set>
                                      <p:cBhvr>
                                        <p:cTn id="258" dur="1" fill="hold">
                                          <p:stCondLst>
                                            <p:cond delay="0"/>
                                          </p:stCondLst>
                                        </p:cTn>
                                        <p:tgtEl>
                                          <p:spTgt spid="267"/>
                                        </p:tgtEl>
                                        <p:attrNameLst>
                                          <p:attrName>style.visibility</p:attrName>
                                        </p:attrNameLst>
                                      </p:cBhvr>
                                      <p:to>
                                        <p:strVal val="visible"/>
                                      </p:to>
                                    </p:set>
                                    <p:anim calcmode="lin" valueType="num">
                                      <p:cBhvr>
                                        <p:cTn id="259" dur="6273" fill="hold"/>
                                        <p:tgtEl>
                                          <p:spTgt spid="267"/>
                                        </p:tgtEl>
                                        <p:attrNameLst>
                                          <p:attrName>ppt_w</p:attrName>
                                        </p:attrNameLst>
                                      </p:cBhvr>
                                      <p:tavLst>
                                        <p:tav tm="0">
                                          <p:val>
                                            <p:fltVal val="0"/>
                                          </p:val>
                                        </p:tav>
                                        <p:tav tm="100000">
                                          <p:val>
                                            <p:strVal val="#ppt_w"/>
                                          </p:val>
                                        </p:tav>
                                      </p:tavLst>
                                    </p:anim>
                                    <p:anim calcmode="lin" valueType="num">
                                      <p:cBhvr>
                                        <p:cTn id="260" dur="6273" fill="hold"/>
                                        <p:tgtEl>
                                          <p:spTgt spid="267"/>
                                        </p:tgtEl>
                                        <p:attrNameLst>
                                          <p:attrName>ppt_h</p:attrName>
                                        </p:attrNameLst>
                                      </p:cBhvr>
                                      <p:tavLst>
                                        <p:tav tm="0">
                                          <p:val>
                                            <p:fltVal val="0"/>
                                          </p:val>
                                        </p:tav>
                                        <p:tav tm="100000">
                                          <p:val>
                                            <p:strVal val="#ppt_h"/>
                                          </p:val>
                                        </p:tav>
                                      </p:tavLst>
                                    </p:anim>
                                    <p:animEffect transition="in" filter="fade">
                                      <p:cBhvr>
                                        <p:cTn id="261" dur="6273"/>
                                        <p:tgtEl>
                                          <p:spTgt spid="267"/>
                                        </p:tgtEl>
                                      </p:cBhvr>
                                    </p:animEffect>
                                    <p:anim calcmode="lin" valueType="num">
                                      <p:cBhvr>
                                        <p:cTn id="262" dur="6273" fill="hold"/>
                                        <p:tgtEl>
                                          <p:spTgt spid="267"/>
                                        </p:tgtEl>
                                        <p:attrNameLst>
                                          <p:attrName>ppt_x</p:attrName>
                                        </p:attrNameLst>
                                      </p:cBhvr>
                                      <p:tavLst>
                                        <p:tav tm="0">
                                          <p:val>
                                            <p:fltVal val="0.5"/>
                                          </p:val>
                                        </p:tav>
                                        <p:tav tm="100000">
                                          <p:val>
                                            <p:strVal val="#ppt_x"/>
                                          </p:val>
                                        </p:tav>
                                      </p:tavLst>
                                    </p:anim>
                                    <p:anim calcmode="lin" valueType="num">
                                      <p:cBhvr>
                                        <p:cTn id="263" dur="6273" fill="hold"/>
                                        <p:tgtEl>
                                          <p:spTgt spid="267"/>
                                        </p:tgtEl>
                                        <p:attrNameLst>
                                          <p:attrName>ppt_y</p:attrName>
                                        </p:attrNameLst>
                                      </p:cBhvr>
                                      <p:tavLst>
                                        <p:tav tm="0">
                                          <p:val>
                                            <p:fltVal val="0.5"/>
                                          </p:val>
                                        </p:tav>
                                        <p:tav tm="100000">
                                          <p:val>
                                            <p:strVal val="#ppt_y"/>
                                          </p:val>
                                        </p:tav>
                                      </p:tavLst>
                                    </p:anim>
                                  </p:childTnLst>
                                </p:cTn>
                              </p:par>
                              <p:par>
                                <p:cTn id="264" presetID="53" presetClass="entr" presetSubtype="528" repeatCount="indefinite" fill="hold" grpId="0" nodeType="withEffect">
                                  <p:stCondLst>
                                    <p:cond delay="1802"/>
                                  </p:stCondLst>
                                  <p:childTnLst>
                                    <p:set>
                                      <p:cBhvr>
                                        <p:cTn id="265" dur="1" fill="hold">
                                          <p:stCondLst>
                                            <p:cond delay="0"/>
                                          </p:stCondLst>
                                        </p:cTn>
                                        <p:tgtEl>
                                          <p:spTgt spid="268"/>
                                        </p:tgtEl>
                                        <p:attrNameLst>
                                          <p:attrName>style.visibility</p:attrName>
                                        </p:attrNameLst>
                                      </p:cBhvr>
                                      <p:to>
                                        <p:strVal val="visible"/>
                                      </p:to>
                                    </p:set>
                                    <p:anim calcmode="lin" valueType="num">
                                      <p:cBhvr>
                                        <p:cTn id="266" dur="6866" fill="hold"/>
                                        <p:tgtEl>
                                          <p:spTgt spid="268"/>
                                        </p:tgtEl>
                                        <p:attrNameLst>
                                          <p:attrName>ppt_w</p:attrName>
                                        </p:attrNameLst>
                                      </p:cBhvr>
                                      <p:tavLst>
                                        <p:tav tm="0">
                                          <p:val>
                                            <p:fltVal val="0"/>
                                          </p:val>
                                        </p:tav>
                                        <p:tav tm="100000">
                                          <p:val>
                                            <p:strVal val="#ppt_w"/>
                                          </p:val>
                                        </p:tav>
                                      </p:tavLst>
                                    </p:anim>
                                    <p:anim calcmode="lin" valueType="num">
                                      <p:cBhvr>
                                        <p:cTn id="267" dur="6866" fill="hold"/>
                                        <p:tgtEl>
                                          <p:spTgt spid="268"/>
                                        </p:tgtEl>
                                        <p:attrNameLst>
                                          <p:attrName>ppt_h</p:attrName>
                                        </p:attrNameLst>
                                      </p:cBhvr>
                                      <p:tavLst>
                                        <p:tav tm="0">
                                          <p:val>
                                            <p:fltVal val="0"/>
                                          </p:val>
                                        </p:tav>
                                        <p:tav tm="100000">
                                          <p:val>
                                            <p:strVal val="#ppt_h"/>
                                          </p:val>
                                        </p:tav>
                                      </p:tavLst>
                                    </p:anim>
                                    <p:animEffect transition="in" filter="fade">
                                      <p:cBhvr>
                                        <p:cTn id="268" dur="6866"/>
                                        <p:tgtEl>
                                          <p:spTgt spid="268"/>
                                        </p:tgtEl>
                                      </p:cBhvr>
                                    </p:animEffect>
                                    <p:anim calcmode="lin" valueType="num">
                                      <p:cBhvr>
                                        <p:cTn id="269" dur="6866" fill="hold"/>
                                        <p:tgtEl>
                                          <p:spTgt spid="268"/>
                                        </p:tgtEl>
                                        <p:attrNameLst>
                                          <p:attrName>ppt_x</p:attrName>
                                        </p:attrNameLst>
                                      </p:cBhvr>
                                      <p:tavLst>
                                        <p:tav tm="0">
                                          <p:val>
                                            <p:fltVal val="0.5"/>
                                          </p:val>
                                        </p:tav>
                                        <p:tav tm="100000">
                                          <p:val>
                                            <p:strVal val="#ppt_x"/>
                                          </p:val>
                                        </p:tav>
                                      </p:tavLst>
                                    </p:anim>
                                    <p:anim calcmode="lin" valueType="num">
                                      <p:cBhvr>
                                        <p:cTn id="270" dur="6866" fill="hold"/>
                                        <p:tgtEl>
                                          <p:spTgt spid="268"/>
                                        </p:tgtEl>
                                        <p:attrNameLst>
                                          <p:attrName>ppt_y</p:attrName>
                                        </p:attrNameLst>
                                      </p:cBhvr>
                                      <p:tavLst>
                                        <p:tav tm="0">
                                          <p:val>
                                            <p:fltVal val="0.5"/>
                                          </p:val>
                                        </p:tav>
                                        <p:tav tm="100000">
                                          <p:val>
                                            <p:strVal val="#ppt_y"/>
                                          </p:val>
                                        </p:tav>
                                      </p:tavLst>
                                    </p:anim>
                                  </p:childTnLst>
                                </p:cTn>
                              </p:par>
                              <p:par>
                                <p:cTn id="271" presetID="53" presetClass="entr" presetSubtype="528" repeatCount="indefinite" fill="hold" grpId="0" nodeType="withEffect">
                                  <p:stCondLst>
                                    <p:cond delay="1083"/>
                                  </p:stCondLst>
                                  <p:childTnLst>
                                    <p:set>
                                      <p:cBhvr>
                                        <p:cTn id="272" dur="1" fill="hold">
                                          <p:stCondLst>
                                            <p:cond delay="0"/>
                                          </p:stCondLst>
                                        </p:cTn>
                                        <p:tgtEl>
                                          <p:spTgt spid="269"/>
                                        </p:tgtEl>
                                        <p:attrNameLst>
                                          <p:attrName>style.visibility</p:attrName>
                                        </p:attrNameLst>
                                      </p:cBhvr>
                                      <p:to>
                                        <p:strVal val="visible"/>
                                      </p:to>
                                    </p:set>
                                    <p:anim calcmode="lin" valueType="num">
                                      <p:cBhvr>
                                        <p:cTn id="273" dur="5969" fill="hold"/>
                                        <p:tgtEl>
                                          <p:spTgt spid="269"/>
                                        </p:tgtEl>
                                        <p:attrNameLst>
                                          <p:attrName>ppt_w</p:attrName>
                                        </p:attrNameLst>
                                      </p:cBhvr>
                                      <p:tavLst>
                                        <p:tav tm="0">
                                          <p:val>
                                            <p:fltVal val="0"/>
                                          </p:val>
                                        </p:tav>
                                        <p:tav tm="100000">
                                          <p:val>
                                            <p:strVal val="#ppt_w"/>
                                          </p:val>
                                        </p:tav>
                                      </p:tavLst>
                                    </p:anim>
                                    <p:anim calcmode="lin" valueType="num">
                                      <p:cBhvr>
                                        <p:cTn id="274" dur="5969" fill="hold"/>
                                        <p:tgtEl>
                                          <p:spTgt spid="269"/>
                                        </p:tgtEl>
                                        <p:attrNameLst>
                                          <p:attrName>ppt_h</p:attrName>
                                        </p:attrNameLst>
                                      </p:cBhvr>
                                      <p:tavLst>
                                        <p:tav tm="0">
                                          <p:val>
                                            <p:fltVal val="0"/>
                                          </p:val>
                                        </p:tav>
                                        <p:tav tm="100000">
                                          <p:val>
                                            <p:strVal val="#ppt_h"/>
                                          </p:val>
                                        </p:tav>
                                      </p:tavLst>
                                    </p:anim>
                                    <p:animEffect transition="in" filter="fade">
                                      <p:cBhvr>
                                        <p:cTn id="275" dur="5969"/>
                                        <p:tgtEl>
                                          <p:spTgt spid="269"/>
                                        </p:tgtEl>
                                      </p:cBhvr>
                                    </p:animEffect>
                                    <p:anim calcmode="lin" valueType="num">
                                      <p:cBhvr>
                                        <p:cTn id="276" dur="5969" fill="hold"/>
                                        <p:tgtEl>
                                          <p:spTgt spid="269"/>
                                        </p:tgtEl>
                                        <p:attrNameLst>
                                          <p:attrName>ppt_x</p:attrName>
                                        </p:attrNameLst>
                                      </p:cBhvr>
                                      <p:tavLst>
                                        <p:tav tm="0">
                                          <p:val>
                                            <p:fltVal val="0.5"/>
                                          </p:val>
                                        </p:tav>
                                        <p:tav tm="100000">
                                          <p:val>
                                            <p:strVal val="#ppt_x"/>
                                          </p:val>
                                        </p:tav>
                                      </p:tavLst>
                                    </p:anim>
                                    <p:anim calcmode="lin" valueType="num">
                                      <p:cBhvr>
                                        <p:cTn id="277" dur="5969" fill="hold"/>
                                        <p:tgtEl>
                                          <p:spTgt spid="269"/>
                                        </p:tgtEl>
                                        <p:attrNameLst>
                                          <p:attrName>ppt_y</p:attrName>
                                        </p:attrNameLst>
                                      </p:cBhvr>
                                      <p:tavLst>
                                        <p:tav tm="0">
                                          <p:val>
                                            <p:fltVal val="0.5"/>
                                          </p:val>
                                        </p:tav>
                                        <p:tav tm="100000">
                                          <p:val>
                                            <p:strVal val="#ppt_y"/>
                                          </p:val>
                                        </p:tav>
                                      </p:tavLst>
                                    </p:anim>
                                  </p:childTnLst>
                                </p:cTn>
                              </p:par>
                              <p:par>
                                <p:cTn id="278" presetID="53" presetClass="entr" presetSubtype="528" repeatCount="indefinite" fill="hold" grpId="0" nodeType="withEffect">
                                  <p:stCondLst>
                                    <p:cond delay="1270"/>
                                  </p:stCondLst>
                                  <p:childTnLst>
                                    <p:set>
                                      <p:cBhvr>
                                        <p:cTn id="279" dur="1" fill="hold">
                                          <p:stCondLst>
                                            <p:cond delay="0"/>
                                          </p:stCondLst>
                                        </p:cTn>
                                        <p:tgtEl>
                                          <p:spTgt spid="384"/>
                                        </p:tgtEl>
                                        <p:attrNameLst>
                                          <p:attrName>style.visibility</p:attrName>
                                        </p:attrNameLst>
                                      </p:cBhvr>
                                      <p:to>
                                        <p:strVal val="visible"/>
                                      </p:to>
                                    </p:set>
                                    <p:anim calcmode="lin" valueType="num">
                                      <p:cBhvr>
                                        <p:cTn id="280" dur="7002" fill="hold"/>
                                        <p:tgtEl>
                                          <p:spTgt spid="384"/>
                                        </p:tgtEl>
                                        <p:attrNameLst>
                                          <p:attrName>ppt_w</p:attrName>
                                        </p:attrNameLst>
                                      </p:cBhvr>
                                      <p:tavLst>
                                        <p:tav tm="0">
                                          <p:val>
                                            <p:fltVal val="0"/>
                                          </p:val>
                                        </p:tav>
                                        <p:tav tm="100000">
                                          <p:val>
                                            <p:strVal val="#ppt_w"/>
                                          </p:val>
                                        </p:tav>
                                      </p:tavLst>
                                    </p:anim>
                                    <p:anim calcmode="lin" valueType="num">
                                      <p:cBhvr>
                                        <p:cTn id="281" dur="7002" fill="hold"/>
                                        <p:tgtEl>
                                          <p:spTgt spid="384"/>
                                        </p:tgtEl>
                                        <p:attrNameLst>
                                          <p:attrName>ppt_h</p:attrName>
                                        </p:attrNameLst>
                                      </p:cBhvr>
                                      <p:tavLst>
                                        <p:tav tm="0">
                                          <p:val>
                                            <p:fltVal val="0"/>
                                          </p:val>
                                        </p:tav>
                                        <p:tav tm="100000">
                                          <p:val>
                                            <p:strVal val="#ppt_h"/>
                                          </p:val>
                                        </p:tav>
                                      </p:tavLst>
                                    </p:anim>
                                    <p:animEffect transition="in" filter="fade">
                                      <p:cBhvr>
                                        <p:cTn id="282" dur="7002"/>
                                        <p:tgtEl>
                                          <p:spTgt spid="384"/>
                                        </p:tgtEl>
                                      </p:cBhvr>
                                    </p:animEffect>
                                    <p:anim calcmode="lin" valueType="num">
                                      <p:cBhvr>
                                        <p:cTn id="283" dur="7002" fill="hold"/>
                                        <p:tgtEl>
                                          <p:spTgt spid="384"/>
                                        </p:tgtEl>
                                        <p:attrNameLst>
                                          <p:attrName>ppt_x</p:attrName>
                                        </p:attrNameLst>
                                      </p:cBhvr>
                                      <p:tavLst>
                                        <p:tav tm="0">
                                          <p:val>
                                            <p:fltVal val="0.5"/>
                                          </p:val>
                                        </p:tav>
                                        <p:tav tm="100000">
                                          <p:val>
                                            <p:strVal val="#ppt_x"/>
                                          </p:val>
                                        </p:tav>
                                      </p:tavLst>
                                    </p:anim>
                                    <p:anim calcmode="lin" valueType="num">
                                      <p:cBhvr>
                                        <p:cTn id="284" dur="7002" fill="hold"/>
                                        <p:tgtEl>
                                          <p:spTgt spid="384"/>
                                        </p:tgtEl>
                                        <p:attrNameLst>
                                          <p:attrName>ppt_y</p:attrName>
                                        </p:attrNameLst>
                                      </p:cBhvr>
                                      <p:tavLst>
                                        <p:tav tm="0">
                                          <p:val>
                                            <p:fltVal val="0.5"/>
                                          </p:val>
                                        </p:tav>
                                        <p:tav tm="100000">
                                          <p:val>
                                            <p:strVal val="#ppt_y"/>
                                          </p:val>
                                        </p:tav>
                                      </p:tavLst>
                                    </p:anim>
                                  </p:childTnLst>
                                </p:cTn>
                              </p:par>
                              <p:par>
                                <p:cTn id="285" presetID="53" presetClass="entr" presetSubtype="528" repeatCount="indefinite" fill="hold" grpId="0" nodeType="withEffect">
                                  <p:stCondLst>
                                    <p:cond delay="1739"/>
                                  </p:stCondLst>
                                  <p:childTnLst>
                                    <p:set>
                                      <p:cBhvr>
                                        <p:cTn id="286" dur="1" fill="hold">
                                          <p:stCondLst>
                                            <p:cond delay="0"/>
                                          </p:stCondLst>
                                        </p:cTn>
                                        <p:tgtEl>
                                          <p:spTgt spid="388"/>
                                        </p:tgtEl>
                                        <p:attrNameLst>
                                          <p:attrName>style.visibility</p:attrName>
                                        </p:attrNameLst>
                                      </p:cBhvr>
                                      <p:to>
                                        <p:strVal val="visible"/>
                                      </p:to>
                                    </p:set>
                                    <p:anim calcmode="lin" valueType="num">
                                      <p:cBhvr>
                                        <p:cTn id="287" dur="7370" fill="hold"/>
                                        <p:tgtEl>
                                          <p:spTgt spid="388"/>
                                        </p:tgtEl>
                                        <p:attrNameLst>
                                          <p:attrName>ppt_w</p:attrName>
                                        </p:attrNameLst>
                                      </p:cBhvr>
                                      <p:tavLst>
                                        <p:tav tm="0">
                                          <p:val>
                                            <p:fltVal val="0"/>
                                          </p:val>
                                        </p:tav>
                                        <p:tav tm="100000">
                                          <p:val>
                                            <p:strVal val="#ppt_w"/>
                                          </p:val>
                                        </p:tav>
                                      </p:tavLst>
                                    </p:anim>
                                    <p:anim calcmode="lin" valueType="num">
                                      <p:cBhvr>
                                        <p:cTn id="288" dur="7370" fill="hold"/>
                                        <p:tgtEl>
                                          <p:spTgt spid="388"/>
                                        </p:tgtEl>
                                        <p:attrNameLst>
                                          <p:attrName>ppt_h</p:attrName>
                                        </p:attrNameLst>
                                      </p:cBhvr>
                                      <p:tavLst>
                                        <p:tav tm="0">
                                          <p:val>
                                            <p:fltVal val="0"/>
                                          </p:val>
                                        </p:tav>
                                        <p:tav tm="100000">
                                          <p:val>
                                            <p:strVal val="#ppt_h"/>
                                          </p:val>
                                        </p:tav>
                                      </p:tavLst>
                                    </p:anim>
                                    <p:animEffect transition="in" filter="fade">
                                      <p:cBhvr>
                                        <p:cTn id="289" dur="7370"/>
                                        <p:tgtEl>
                                          <p:spTgt spid="388"/>
                                        </p:tgtEl>
                                      </p:cBhvr>
                                    </p:animEffect>
                                    <p:anim calcmode="lin" valueType="num">
                                      <p:cBhvr>
                                        <p:cTn id="290" dur="7370" fill="hold"/>
                                        <p:tgtEl>
                                          <p:spTgt spid="388"/>
                                        </p:tgtEl>
                                        <p:attrNameLst>
                                          <p:attrName>ppt_x</p:attrName>
                                        </p:attrNameLst>
                                      </p:cBhvr>
                                      <p:tavLst>
                                        <p:tav tm="0">
                                          <p:val>
                                            <p:fltVal val="0.5"/>
                                          </p:val>
                                        </p:tav>
                                        <p:tav tm="100000">
                                          <p:val>
                                            <p:strVal val="#ppt_x"/>
                                          </p:val>
                                        </p:tav>
                                      </p:tavLst>
                                    </p:anim>
                                    <p:anim calcmode="lin" valueType="num">
                                      <p:cBhvr>
                                        <p:cTn id="291" dur="7370" fill="hold"/>
                                        <p:tgtEl>
                                          <p:spTgt spid="388"/>
                                        </p:tgtEl>
                                        <p:attrNameLst>
                                          <p:attrName>ppt_y</p:attrName>
                                        </p:attrNameLst>
                                      </p:cBhvr>
                                      <p:tavLst>
                                        <p:tav tm="0">
                                          <p:val>
                                            <p:fltVal val="0.5"/>
                                          </p:val>
                                        </p:tav>
                                        <p:tav tm="100000">
                                          <p:val>
                                            <p:strVal val="#ppt_y"/>
                                          </p:val>
                                        </p:tav>
                                      </p:tavLst>
                                    </p:anim>
                                  </p:childTnLst>
                                </p:cTn>
                              </p:par>
                              <p:par>
                                <p:cTn id="292" presetID="53" presetClass="entr" presetSubtype="528" repeatCount="indefinite" fill="hold" grpId="0" nodeType="withEffect">
                                  <p:stCondLst>
                                    <p:cond delay="1018"/>
                                  </p:stCondLst>
                                  <p:childTnLst>
                                    <p:set>
                                      <p:cBhvr>
                                        <p:cTn id="293" dur="1" fill="hold">
                                          <p:stCondLst>
                                            <p:cond delay="0"/>
                                          </p:stCondLst>
                                        </p:cTn>
                                        <p:tgtEl>
                                          <p:spTgt spid="392"/>
                                        </p:tgtEl>
                                        <p:attrNameLst>
                                          <p:attrName>style.visibility</p:attrName>
                                        </p:attrNameLst>
                                      </p:cBhvr>
                                      <p:to>
                                        <p:strVal val="visible"/>
                                      </p:to>
                                    </p:set>
                                    <p:anim calcmode="lin" valueType="num">
                                      <p:cBhvr>
                                        <p:cTn id="294" dur="5261" fill="hold"/>
                                        <p:tgtEl>
                                          <p:spTgt spid="392"/>
                                        </p:tgtEl>
                                        <p:attrNameLst>
                                          <p:attrName>ppt_w</p:attrName>
                                        </p:attrNameLst>
                                      </p:cBhvr>
                                      <p:tavLst>
                                        <p:tav tm="0">
                                          <p:val>
                                            <p:fltVal val="0"/>
                                          </p:val>
                                        </p:tav>
                                        <p:tav tm="100000">
                                          <p:val>
                                            <p:strVal val="#ppt_w"/>
                                          </p:val>
                                        </p:tav>
                                      </p:tavLst>
                                    </p:anim>
                                    <p:anim calcmode="lin" valueType="num">
                                      <p:cBhvr>
                                        <p:cTn id="295" dur="5261" fill="hold"/>
                                        <p:tgtEl>
                                          <p:spTgt spid="392"/>
                                        </p:tgtEl>
                                        <p:attrNameLst>
                                          <p:attrName>ppt_h</p:attrName>
                                        </p:attrNameLst>
                                      </p:cBhvr>
                                      <p:tavLst>
                                        <p:tav tm="0">
                                          <p:val>
                                            <p:fltVal val="0"/>
                                          </p:val>
                                        </p:tav>
                                        <p:tav tm="100000">
                                          <p:val>
                                            <p:strVal val="#ppt_h"/>
                                          </p:val>
                                        </p:tav>
                                      </p:tavLst>
                                    </p:anim>
                                    <p:animEffect transition="in" filter="fade">
                                      <p:cBhvr>
                                        <p:cTn id="296" dur="5261"/>
                                        <p:tgtEl>
                                          <p:spTgt spid="392"/>
                                        </p:tgtEl>
                                      </p:cBhvr>
                                    </p:animEffect>
                                    <p:anim calcmode="lin" valueType="num">
                                      <p:cBhvr>
                                        <p:cTn id="297" dur="5261" fill="hold"/>
                                        <p:tgtEl>
                                          <p:spTgt spid="392"/>
                                        </p:tgtEl>
                                        <p:attrNameLst>
                                          <p:attrName>ppt_x</p:attrName>
                                        </p:attrNameLst>
                                      </p:cBhvr>
                                      <p:tavLst>
                                        <p:tav tm="0">
                                          <p:val>
                                            <p:fltVal val="0.5"/>
                                          </p:val>
                                        </p:tav>
                                        <p:tav tm="100000">
                                          <p:val>
                                            <p:strVal val="#ppt_x"/>
                                          </p:val>
                                        </p:tav>
                                      </p:tavLst>
                                    </p:anim>
                                    <p:anim calcmode="lin" valueType="num">
                                      <p:cBhvr>
                                        <p:cTn id="298" dur="5261" fill="hold"/>
                                        <p:tgtEl>
                                          <p:spTgt spid="392"/>
                                        </p:tgtEl>
                                        <p:attrNameLst>
                                          <p:attrName>ppt_y</p:attrName>
                                        </p:attrNameLst>
                                      </p:cBhvr>
                                      <p:tavLst>
                                        <p:tav tm="0">
                                          <p:val>
                                            <p:fltVal val="0.5"/>
                                          </p:val>
                                        </p:tav>
                                        <p:tav tm="100000">
                                          <p:val>
                                            <p:strVal val="#ppt_y"/>
                                          </p:val>
                                        </p:tav>
                                      </p:tavLst>
                                    </p:anim>
                                  </p:childTnLst>
                                </p:cTn>
                              </p:par>
                              <p:par>
                                <p:cTn id="299" presetID="53" presetClass="entr" presetSubtype="528" repeatCount="indefinite" fill="hold" grpId="0" nodeType="withEffect">
                                  <p:stCondLst>
                                    <p:cond delay="630"/>
                                  </p:stCondLst>
                                  <p:childTnLst>
                                    <p:set>
                                      <p:cBhvr>
                                        <p:cTn id="300" dur="1" fill="hold">
                                          <p:stCondLst>
                                            <p:cond delay="0"/>
                                          </p:stCondLst>
                                        </p:cTn>
                                        <p:tgtEl>
                                          <p:spTgt spid="397"/>
                                        </p:tgtEl>
                                        <p:attrNameLst>
                                          <p:attrName>style.visibility</p:attrName>
                                        </p:attrNameLst>
                                      </p:cBhvr>
                                      <p:to>
                                        <p:strVal val="visible"/>
                                      </p:to>
                                    </p:set>
                                    <p:anim calcmode="lin" valueType="num">
                                      <p:cBhvr>
                                        <p:cTn id="301" dur="6177" fill="hold"/>
                                        <p:tgtEl>
                                          <p:spTgt spid="397"/>
                                        </p:tgtEl>
                                        <p:attrNameLst>
                                          <p:attrName>ppt_w</p:attrName>
                                        </p:attrNameLst>
                                      </p:cBhvr>
                                      <p:tavLst>
                                        <p:tav tm="0">
                                          <p:val>
                                            <p:fltVal val="0"/>
                                          </p:val>
                                        </p:tav>
                                        <p:tav tm="100000">
                                          <p:val>
                                            <p:strVal val="#ppt_w"/>
                                          </p:val>
                                        </p:tav>
                                      </p:tavLst>
                                    </p:anim>
                                    <p:anim calcmode="lin" valueType="num">
                                      <p:cBhvr>
                                        <p:cTn id="302" dur="6177" fill="hold"/>
                                        <p:tgtEl>
                                          <p:spTgt spid="397"/>
                                        </p:tgtEl>
                                        <p:attrNameLst>
                                          <p:attrName>ppt_h</p:attrName>
                                        </p:attrNameLst>
                                      </p:cBhvr>
                                      <p:tavLst>
                                        <p:tav tm="0">
                                          <p:val>
                                            <p:fltVal val="0"/>
                                          </p:val>
                                        </p:tav>
                                        <p:tav tm="100000">
                                          <p:val>
                                            <p:strVal val="#ppt_h"/>
                                          </p:val>
                                        </p:tav>
                                      </p:tavLst>
                                    </p:anim>
                                    <p:animEffect transition="in" filter="fade">
                                      <p:cBhvr>
                                        <p:cTn id="303" dur="6177"/>
                                        <p:tgtEl>
                                          <p:spTgt spid="397"/>
                                        </p:tgtEl>
                                      </p:cBhvr>
                                    </p:animEffect>
                                    <p:anim calcmode="lin" valueType="num">
                                      <p:cBhvr>
                                        <p:cTn id="304" dur="6177" fill="hold"/>
                                        <p:tgtEl>
                                          <p:spTgt spid="397"/>
                                        </p:tgtEl>
                                        <p:attrNameLst>
                                          <p:attrName>ppt_x</p:attrName>
                                        </p:attrNameLst>
                                      </p:cBhvr>
                                      <p:tavLst>
                                        <p:tav tm="0">
                                          <p:val>
                                            <p:fltVal val="0.5"/>
                                          </p:val>
                                        </p:tav>
                                        <p:tav tm="100000">
                                          <p:val>
                                            <p:strVal val="#ppt_x"/>
                                          </p:val>
                                        </p:tav>
                                      </p:tavLst>
                                    </p:anim>
                                    <p:anim calcmode="lin" valueType="num">
                                      <p:cBhvr>
                                        <p:cTn id="305" dur="6177" fill="hold"/>
                                        <p:tgtEl>
                                          <p:spTgt spid="397"/>
                                        </p:tgtEl>
                                        <p:attrNameLst>
                                          <p:attrName>ppt_y</p:attrName>
                                        </p:attrNameLst>
                                      </p:cBhvr>
                                      <p:tavLst>
                                        <p:tav tm="0">
                                          <p:val>
                                            <p:fltVal val="0.5"/>
                                          </p:val>
                                        </p:tav>
                                        <p:tav tm="100000">
                                          <p:val>
                                            <p:strVal val="#ppt_y"/>
                                          </p:val>
                                        </p:tav>
                                      </p:tavLst>
                                    </p:anim>
                                  </p:childTnLst>
                                </p:cTn>
                              </p:par>
                              <p:par>
                                <p:cTn id="306" presetID="53" presetClass="entr" presetSubtype="528" repeatCount="indefinite" fill="hold" grpId="0" nodeType="withEffect">
                                  <p:stCondLst>
                                    <p:cond delay="1490"/>
                                  </p:stCondLst>
                                  <p:childTnLst>
                                    <p:set>
                                      <p:cBhvr>
                                        <p:cTn id="307" dur="1" fill="hold">
                                          <p:stCondLst>
                                            <p:cond delay="0"/>
                                          </p:stCondLst>
                                        </p:cTn>
                                        <p:tgtEl>
                                          <p:spTgt spid="402"/>
                                        </p:tgtEl>
                                        <p:attrNameLst>
                                          <p:attrName>style.visibility</p:attrName>
                                        </p:attrNameLst>
                                      </p:cBhvr>
                                      <p:to>
                                        <p:strVal val="visible"/>
                                      </p:to>
                                    </p:set>
                                    <p:anim calcmode="lin" valueType="num">
                                      <p:cBhvr>
                                        <p:cTn id="308" dur="5255" fill="hold"/>
                                        <p:tgtEl>
                                          <p:spTgt spid="402"/>
                                        </p:tgtEl>
                                        <p:attrNameLst>
                                          <p:attrName>ppt_w</p:attrName>
                                        </p:attrNameLst>
                                      </p:cBhvr>
                                      <p:tavLst>
                                        <p:tav tm="0">
                                          <p:val>
                                            <p:fltVal val="0"/>
                                          </p:val>
                                        </p:tav>
                                        <p:tav tm="100000">
                                          <p:val>
                                            <p:strVal val="#ppt_w"/>
                                          </p:val>
                                        </p:tav>
                                      </p:tavLst>
                                    </p:anim>
                                    <p:anim calcmode="lin" valueType="num">
                                      <p:cBhvr>
                                        <p:cTn id="309" dur="5255" fill="hold"/>
                                        <p:tgtEl>
                                          <p:spTgt spid="402"/>
                                        </p:tgtEl>
                                        <p:attrNameLst>
                                          <p:attrName>ppt_h</p:attrName>
                                        </p:attrNameLst>
                                      </p:cBhvr>
                                      <p:tavLst>
                                        <p:tav tm="0">
                                          <p:val>
                                            <p:fltVal val="0"/>
                                          </p:val>
                                        </p:tav>
                                        <p:tav tm="100000">
                                          <p:val>
                                            <p:strVal val="#ppt_h"/>
                                          </p:val>
                                        </p:tav>
                                      </p:tavLst>
                                    </p:anim>
                                    <p:animEffect transition="in" filter="fade">
                                      <p:cBhvr>
                                        <p:cTn id="310" dur="5255"/>
                                        <p:tgtEl>
                                          <p:spTgt spid="402"/>
                                        </p:tgtEl>
                                      </p:cBhvr>
                                    </p:animEffect>
                                    <p:anim calcmode="lin" valueType="num">
                                      <p:cBhvr>
                                        <p:cTn id="311" dur="5255" fill="hold"/>
                                        <p:tgtEl>
                                          <p:spTgt spid="402"/>
                                        </p:tgtEl>
                                        <p:attrNameLst>
                                          <p:attrName>ppt_x</p:attrName>
                                        </p:attrNameLst>
                                      </p:cBhvr>
                                      <p:tavLst>
                                        <p:tav tm="0">
                                          <p:val>
                                            <p:fltVal val="0.5"/>
                                          </p:val>
                                        </p:tav>
                                        <p:tav tm="100000">
                                          <p:val>
                                            <p:strVal val="#ppt_x"/>
                                          </p:val>
                                        </p:tav>
                                      </p:tavLst>
                                    </p:anim>
                                    <p:anim calcmode="lin" valueType="num">
                                      <p:cBhvr>
                                        <p:cTn id="312" dur="5255" fill="hold"/>
                                        <p:tgtEl>
                                          <p:spTgt spid="402"/>
                                        </p:tgtEl>
                                        <p:attrNameLst>
                                          <p:attrName>ppt_y</p:attrName>
                                        </p:attrNameLst>
                                      </p:cBhvr>
                                      <p:tavLst>
                                        <p:tav tm="0">
                                          <p:val>
                                            <p:fltVal val="0.5"/>
                                          </p:val>
                                        </p:tav>
                                        <p:tav tm="100000">
                                          <p:val>
                                            <p:strVal val="#ppt_y"/>
                                          </p:val>
                                        </p:tav>
                                      </p:tavLst>
                                    </p:anim>
                                  </p:childTnLst>
                                </p:cTn>
                              </p:par>
                              <p:par>
                                <p:cTn id="313" presetID="53" presetClass="entr" presetSubtype="528" repeatCount="indefinite" fill="hold" grpId="0" nodeType="withEffect">
                                  <p:stCondLst>
                                    <p:cond delay="633"/>
                                  </p:stCondLst>
                                  <p:childTnLst>
                                    <p:set>
                                      <p:cBhvr>
                                        <p:cTn id="314" dur="1" fill="hold">
                                          <p:stCondLst>
                                            <p:cond delay="0"/>
                                          </p:stCondLst>
                                        </p:cTn>
                                        <p:tgtEl>
                                          <p:spTgt spid="403"/>
                                        </p:tgtEl>
                                        <p:attrNameLst>
                                          <p:attrName>style.visibility</p:attrName>
                                        </p:attrNameLst>
                                      </p:cBhvr>
                                      <p:to>
                                        <p:strVal val="visible"/>
                                      </p:to>
                                    </p:set>
                                    <p:anim calcmode="lin" valueType="num">
                                      <p:cBhvr>
                                        <p:cTn id="315" dur="5534" fill="hold"/>
                                        <p:tgtEl>
                                          <p:spTgt spid="403"/>
                                        </p:tgtEl>
                                        <p:attrNameLst>
                                          <p:attrName>ppt_w</p:attrName>
                                        </p:attrNameLst>
                                      </p:cBhvr>
                                      <p:tavLst>
                                        <p:tav tm="0">
                                          <p:val>
                                            <p:fltVal val="0"/>
                                          </p:val>
                                        </p:tav>
                                        <p:tav tm="100000">
                                          <p:val>
                                            <p:strVal val="#ppt_w"/>
                                          </p:val>
                                        </p:tav>
                                      </p:tavLst>
                                    </p:anim>
                                    <p:anim calcmode="lin" valueType="num">
                                      <p:cBhvr>
                                        <p:cTn id="316" dur="5534" fill="hold"/>
                                        <p:tgtEl>
                                          <p:spTgt spid="403"/>
                                        </p:tgtEl>
                                        <p:attrNameLst>
                                          <p:attrName>ppt_h</p:attrName>
                                        </p:attrNameLst>
                                      </p:cBhvr>
                                      <p:tavLst>
                                        <p:tav tm="0">
                                          <p:val>
                                            <p:fltVal val="0"/>
                                          </p:val>
                                        </p:tav>
                                        <p:tav tm="100000">
                                          <p:val>
                                            <p:strVal val="#ppt_h"/>
                                          </p:val>
                                        </p:tav>
                                      </p:tavLst>
                                    </p:anim>
                                    <p:animEffect transition="in" filter="fade">
                                      <p:cBhvr>
                                        <p:cTn id="317" dur="5534"/>
                                        <p:tgtEl>
                                          <p:spTgt spid="403"/>
                                        </p:tgtEl>
                                      </p:cBhvr>
                                    </p:animEffect>
                                    <p:anim calcmode="lin" valueType="num">
                                      <p:cBhvr>
                                        <p:cTn id="318" dur="5534" fill="hold"/>
                                        <p:tgtEl>
                                          <p:spTgt spid="403"/>
                                        </p:tgtEl>
                                        <p:attrNameLst>
                                          <p:attrName>ppt_x</p:attrName>
                                        </p:attrNameLst>
                                      </p:cBhvr>
                                      <p:tavLst>
                                        <p:tav tm="0">
                                          <p:val>
                                            <p:fltVal val="0.5"/>
                                          </p:val>
                                        </p:tav>
                                        <p:tav tm="100000">
                                          <p:val>
                                            <p:strVal val="#ppt_x"/>
                                          </p:val>
                                        </p:tav>
                                      </p:tavLst>
                                    </p:anim>
                                    <p:anim calcmode="lin" valueType="num">
                                      <p:cBhvr>
                                        <p:cTn id="319" dur="5534" fill="hold"/>
                                        <p:tgtEl>
                                          <p:spTgt spid="403"/>
                                        </p:tgtEl>
                                        <p:attrNameLst>
                                          <p:attrName>ppt_y</p:attrName>
                                        </p:attrNameLst>
                                      </p:cBhvr>
                                      <p:tavLst>
                                        <p:tav tm="0">
                                          <p:val>
                                            <p:fltVal val="0.5"/>
                                          </p:val>
                                        </p:tav>
                                        <p:tav tm="100000">
                                          <p:val>
                                            <p:strVal val="#ppt_y"/>
                                          </p:val>
                                        </p:tav>
                                      </p:tavLst>
                                    </p:anim>
                                  </p:childTnLst>
                                </p:cTn>
                              </p:par>
                              <p:par>
                                <p:cTn id="320" presetID="53" presetClass="entr" presetSubtype="528" repeatCount="indefinite" fill="hold" grpId="0" nodeType="withEffect">
                                  <p:stCondLst>
                                    <p:cond delay="377"/>
                                  </p:stCondLst>
                                  <p:childTnLst>
                                    <p:set>
                                      <p:cBhvr>
                                        <p:cTn id="321" dur="1" fill="hold">
                                          <p:stCondLst>
                                            <p:cond delay="0"/>
                                          </p:stCondLst>
                                        </p:cTn>
                                        <p:tgtEl>
                                          <p:spTgt spid="404"/>
                                        </p:tgtEl>
                                        <p:attrNameLst>
                                          <p:attrName>style.visibility</p:attrName>
                                        </p:attrNameLst>
                                      </p:cBhvr>
                                      <p:to>
                                        <p:strVal val="visible"/>
                                      </p:to>
                                    </p:set>
                                    <p:anim calcmode="lin" valueType="num">
                                      <p:cBhvr>
                                        <p:cTn id="322" dur="6932" fill="hold"/>
                                        <p:tgtEl>
                                          <p:spTgt spid="404"/>
                                        </p:tgtEl>
                                        <p:attrNameLst>
                                          <p:attrName>ppt_w</p:attrName>
                                        </p:attrNameLst>
                                      </p:cBhvr>
                                      <p:tavLst>
                                        <p:tav tm="0">
                                          <p:val>
                                            <p:fltVal val="0"/>
                                          </p:val>
                                        </p:tav>
                                        <p:tav tm="100000">
                                          <p:val>
                                            <p:strVal val="#ppt_w"/>
                                          </p:val>
                                        </p:tav>
                                      </p:tavLst>
                                    </p:anim>
                                    <p:anim calcmode="lin" valueType="num">
                                      <p:cBhvr>
                                        <p:cTn id="323" dur="6932" fill="hold"/>
                                        <p:tgtEl>
                                          <p:spTgt spid="404"/>
                                        </p:tgtEl>
                                        <p:attrNameLst>
                                          <p:attrName>ppt_h</p:attrName>
                                        </p:attrNameLst>
                                      </p:cBhvr>
                                      <p:tavLst>
                                        <p:tav tm="0">
                                          <p:val>
                                            <p:fltVal val="0"/>
                                          </p:val>
                                        </p:tav>
                                        <p:tav tm="100000">
                                          <p:val>
                                            <p:strVal val="#ppt_h"/>
                                          </p:val>
                                        </p:tav>
                                      </p:tavLst>
                                    </p:anim>
                                    <p:animEffect transition="in" filter="fade">
                                      <p:cBhvr>
                                        <p:cTn id="324" dur="6932"/>
                                        <p:tgtEl>
                                          <p:spTgt spid="404"/>
                                        </p:tgtEl>
                                      </p:cBhvr>
                                    </p:animEffect>
                                    <p:anim calcmode="lin" valueType="num">
                                      <p:cBhvr>
                                        <p:cTn id="325" dur="6932" fill="hold"/>
                                        <p:tgtEl>
                                          <p:spTgt spid="404"/>
                                        </p:tgtEl>
                                        <p:attrNameLst>
                                          <p:attrName>ppt_x</p:attrName>
                                        </p:attrNameLst>
                                      </p:cBhvr>
                                      <p:tavLst>
                                        <p:tav tm="0">
                                          <p:val>
                                            <p:fltVal val="0.5"/>
                                          </p:val>
                                        </p:tav>
                                        <p:tav tm="100000">
                                          <p:val>
                                            <p:strVal val="#ppt_x"/>
                                          </p:val>
                                        </p:tav>
                                      </p:tavLst>
                                    </p:anim>
                                    <p:anim calcmode="lin" valueType="num">
                                      <p:cBhvr>
                                        <p:cTn id="326" dur="6932" fill="hold"/>
                                        <p:tgtEl>
                                          <p:spTgt spid="404"/>
                                        </p:tgtEl>
                                        <p:attrNameLst>
                                          <p:attrName>ppt_y</p:attrName>
                                        </p:attrNameLst>
                                      </p:cBhvr>
                                      <p:tavLst>
                                        <p:tav tm="0">
                                          <p:val>
                                            <p:fltVal val="0.5"/>
                                          </p:val>
                                        </p:tav>
                                        <p:tav tm="100000">
                                          <p:val>
                                            <p:strVal val="#ppt_y"/>
                                          </p:val>
                                        </p:tav>
                                      </p:tavLst>
                                    </p:anim>
                                  </p:childTnLst>
                                </p:cTn>
                              </p:par>
                              <p:par>
                                <p:cTn id="327" presetID="53" presetClass="entr" presetSubtype="528" repeatCount="indefinite" fill="hold" grpId="0" nodeType="withEffect">
                                  <p:stCondLst>
                                    <p:cond delay="1461"/>
                                  </p:stCondLst>
                                  <p:childTnLst>
                                    <p:set>
                                      <p:cBhvr>
                                        <p:cTn id="328" dur="1" fill="hold">
                                          <p:stCondLst>
                                            <p:cond delay="0"/>
                                          </p:stCondLst>
                                        </p:cTn>
                                        <p:tgtEl>
                                          <p:spTgt spid="405"/>
                                        </p:tgtEl>
                                        <p:attrNameLst>
                                          <p:attrName>style.visibility</p:attrName>
                                        </p:attrNameLst>
                                      </p:cBhvr>
                                      <p:to>
                                        <p:strVal val="visible"/>
                                      </p:to>
                                    </p:set>
                                    <p:anim calcmode="lin" valueType="num">
                                      <p:cBhvr>
                                        <p:cTn id="329" dur="7218" fill="hold"/>
                                        <p:tgtEl>
                                          <p:spTgt spid="405"/>
                                        </p:tgtEl>
                                        <p:attrNameLst>
                                          <p:attrName>ppt_w</p:attrName>
                                        </p:attrNameLst>
                                      </p:cBhvr>
                                      <p:tavLst>
                                        <p:tav tm="0">
                                          <p:val>
                                            <p:fltVal val="0"/>
                                          </p:val>
                                        </p:tav>
                                        <p:tav tm="100000">
                                          <p:val>
                                            <p:strVal val="#ppt_w"/>
                                          </p:val>
                                        </p:tav>
                                      </p:tavLst>
                                    </p:anim>
                                    <p:anim calcmode="lin" valueType="num">
                                      <p:cBhvr>
                                        <p:cTn id="330" dur="7218" fill="hold"/>
                                        <p:tgtEl>
                                          <p:spTgt spid="405"/>
                                        </p:tgtEl>
                                        <p:attrNameLst>
                                          <p:attrName>ppt_h</p:attrName>
                                        </p:attrNameLst>
                                      </p:cBhvr>
                                      <p:tavLst>
                                        <p:tav tm="0">
                                          <p:val>
                                            <p:fltVal val="0"/>
                                          </p:val>
                                        </p:tav>
                                        <p:tav tm="100000">
                                          <p:val>
                                            <p:strVal val="#ppt_h"/>
                                          </p:val>
                                        </p:tav>
                                      </p:tavLst>
                                    </p:anim>
                                    <p:animEffect transition="in" filter="fade">
                                      <p:cBhvr>
                                        <p:cTn id="331" dur="7218"/>
                                        <p:tgtEl>
                                          <p:spTgt spid="405"/>
                                        </p:tgtEl>
                                      </p:cBhvr>
                                    </p:animEffect>
                                    <p:anim calcmode="lin" valueType="num">
                                      <p:cBhvr>
                                        <p:cTn id="332" dur="7218" fill="hold"/>
                                        <p:tgtEl>
                                          <p:spTgt spid="405"/>
                                        </p:tgtEl>
                                        <p:attrNameLst>
                                          <p:attrName>ppt_x</p:attrName>
                                        </p:attrNameLst>
                                      </p:cBhvr>
                                      <p:tavLst>
                                        <p:tav tm="0">
                                          <p:val>
                                            <p:fltVal val="0.5"/>
                                          </p:val>
                                        </p:tav>
                                        <p:tav tm="100000">
                                          <p:val>
                                            <p:strVal val="#ppt_x"/>
                                          </p:val>
                                        </p:tav>
                                      </p:tavLst>
                                    </p:anim>
                                    <p:anim calcmode="lin" valueType="num">
                                      <p:cBhvr>
                                        <p:cTn id="333" dur="7218" fill="hold"/>
                                        <p:tgtEl>
                                          <p:spTgt spid="405"/>
                                        </p:tgtEl>
                                        <p:attrNameLst>
                                          <p:attrName>ppt_y</p:attrName>
                                        </p:attrNameLst>
                                      </p:cBhvr>
                                      <p:tavLst>
                                        <p:tav tm="0">
                                          <p:val>
                                            <p:fltVal val="0.5"/>
                                          </p:val>
                                        </p:tav>
                                        <p:tav tm="100000">
                                          <p:val>
                                            <p:strVal val="#ppt_y"/>
                                          </p:val>
                                        </p:tav>
                                      </p:tavLst>
                                    </p:anim>
                                  </p:childTnLst>
                                </p:cTn>
                              </p:par>
                              <p:par>
                                <p:cTn id="334" presetID="53" presetClass="entr" presetSubtype="528" repeatCount="indefinite" fill="hold" grpId="0" nodeType="withEffect">
                                  <p:stCondLst>
                                    <p:cond delay="1078"/>
                                  </p:stCondLst>
                                  <p:childTnLst>
                                    <p:set>
                                      <p:cBhvr>
                                        <p:cTn id="335" dur="1" fill="hold">
                                          <p:stCondLst>
                                            <p:cond delay="0"/>
                                          </p:stCondLst>
                                        </p:cTn>
                                        <p:tgtEl>
                                          <p:spTgt spid="406"/>
                                        </p:tgtEl>
                                        <p:attrNameLst>
                                          <p:attrName>style.visibility</p:attrName>
                                        </p:attrNameLst>
                                      </p:cBhvr>
                                      <p:to>
                                        <p:strVal val="visible"/>
                                      </p:to>
                                    </p:set>
                                    <p:anim calcmode="lin" valueType="num">
                                      <p:cBhvr>
                                        <p:cTn id="336" dur="6826" fill="hold"/>
                                        <p:tgtEl>
                                          <p:spTgt spid="406"/>
                                        </p:tgtEl>
                                        <p:attrNameLst>
                                          <p:attrName>ppt_w</p:attrName>
                                        </p:attrNameLst>
                                      </p:cBhvr>
                                      <p:tavLst>
                                        <p:tav tm="0">
                                          <p:val>
                                            <p:fltVal val="0"/>
                                          </p:val>
                                        </p:tav>
                                        <p:tav tm="100000">
                                          <p:val>
                                            <p:strVal val="#ppt_w"/>
                                          </p:val>
                                        </p:tav>
                                      </p:tavLst>
                                    </p:anim>
                                    <p:anim calcmode="lin" valueType="num">
                                      <p:cBhvr>
                                        <p:cTn id="337" dur="6826" fill="hold"/>
                                        <p:tgtEl>
                                          <p:spTgt spid="406"/>
                                        </p:tgtEl>
                                        <p:attrNameLst>
                                          <p:attrName>ppt_h</p:attrName>
                                        </p:attrNameLst>
                                      </p:cBhvr>
                                      <p:tavLst>
                                        <p:tav tm="0">
                                          <p:val>
                                            <p:fltVal val="0"/>
                                          </p:val>
                                        </p:tav>
                                        <p:tav tm="100000">
                                          <p:val>
                                            <p:strVal val="#ppt_h"/>
                                          </p:val>
                                        </p:tav>
                                      </p:tavLst>
                                    </p:anim>
                                    <p:animEffect transition="in" filter="fade">
                                      <p:cBhvr>
                                        <p:cTn id="338" dur="6826"/>
                                        <p:tgtEl>
                                          <p:spTgt spid="406"/>
                                        </p:tgtEl>
                                      </p:cBhvr>
                                    </p:animEffect>
                                    <p:anim calcmode="lin" valueType="num">
                                      <p:cBhvr>
                                        <p:cTn id="339" dur="6826" fill="hold"/>
                                        <p:tgtEl>
                                          <p:spTgt spid="406"/>
                                        </p:tgtEl>
                                        <p:attrNameLst>
                                          <p:attrName>ppt_x</p:attrName>
                                        </p:attrNameLst>
                                      </p:cBhvr>
                                      <p:tavLst>
                                        <p:tav tm="0">
                                          <p:val>
                                            <p:fltVal val="0.5"/>
                                          </p:val>
                                        </p:tav>
                                        <p:tav tm="100000">
                                          <p:val>
                                            <p:strVal val="#ppt_x"/>
                                          </p:val>
                                        </p:tav>
                                      </p:tavLst>
                                    </p:anim>
                                    <p:anim calcmode="lin" valueType="num">
                                      <p:cBhvr>
                                        <p:cTn id="340" dur="6826" fill="hold"/>
                                        <p:tgtEl>
                                          <p:spTgt spid="406"/>
                                        </p:tgtEl>
                                        <p:attrNameLst>
                                          <p:attrName>ppt_y</p:attrName>
                                        </p:attrNameLst>
                                      </p:cBhvr>
                                      <p:tavLst>
                                        <p:tav tm="0">
                                          <p:val>
                                            <p:fltVal val="0.5"/>
                                          </p:val>
                                        </p:tav>
                                        <p:tav tm="100000">
                                          <p:val>
                                            <p:strVal val="#ppt_y"/>
                                          </p:val>
                                        </p:tav>
                                      </p:tavLst>
                                    </p:anim>
                                  </p:childTnLst>
                                </p:cTn>
                              </p:par>
                              <p:par>
                                <p:cTn id="341" presetID="53" presetClass="entr" presetSubtype="528" repeatCount="indefinite" fill="hold" grpId="0" nodeType="withEffect">
                                  <p:stCondLst>
                                    <p:cond delay="1447"/>
                                  </p:stCondLst>
                                  <p:childTnLst>
                                    <p:set>
                                      <p:cBhvr>
                                        <p:cTn id="342" dur="1" fill="hold">
                                          <p:stCondLst>
                                            <p:cond delay="0"/>
                                          </p:stCondLst>
                                        </p:cTn>
                                        <p:tgtEl>
                                          <p:spTgt spid="408"/>
                                        </p:tgtEl>
                                        <p:attrNameLst>
                                          <p:attrName>style.visibility</p:attrName>
                                        </p:attrNameLst>
                                      </p:cBhvr>
                                      <p:to>
                                        <p:strVal val="visible"/>
                                      </p:to>
                                    </p:set>
                                    <p:anim calcmode="lin" valueType="num">
                                      <p:cBhvr>
                                        <p:cTn id="343" dur="5322" fill="hold"/>
                                        <p:tgtEl>
                                          <p:spTgt spid="408"/>
                                        </p:tgtEl>
                                        <p:attrNameLst>
                                          <p:attrName>ppt_w</p:attrName>
                                        </p:attrNameLst>
                                      </p:cBhvr>
                                      <p:tavLst>
                                        <p:tav tm="0">
                                          <p:val>
                                            <p:fltVal val="0"/>
                                          </p:val>
                                        </p:tav>
                                        <p:tav tm="100000">
                                          <p:val>
                                            <p:strVal val="#ppt_w"/>
                                          </p:val>
                                        </p:tav>
                                      </p:tavLst>
                                    </p:anim>
                                    <p:anim calcmode="lin" valueType="num">
                                      <p:cBhvr>
                                        <p:cTn id="344" dur="5322" fill="hold"/>
                                        <p:tgtEl>
                                          <p:spTgt spid="408"/>
                                        </p:tgtEl>
                                        <p:attrNameLst>
                                          <p:attrName>ppt_h</p:attrName>
                                        </p:attrNameLst>
                                      </p:cBhvr>
                                      <p:tavLst>
                                        <p:tav tm="0">
                                          <p:val>
                                            <p:fltVal val="0"/>
                                          </p:val>
                                        </p:tav>
                                        <p:tav tm="100000">
                                          <p:val>
                                            <p:strVal val="#ppt_h"/>
                                          </p:val>
                                        </p:tav>
                                      </p:tavLst>
                                    </p:anim>
                                    <p:animEffect transition="in" filter="fade">
                                      <p:cBhvr>
                                        <p:cTn id="345" dur="5322"/>
                                        <p:tgtEl>
                                          <p:spTgt spid="408"/>
                                        </p:tgtEl>
                                      </p:cBhvr>
                                    </p:animEffect>
                                    <p:anim calcmode="lin" valueType="num">
                                      <p:cBhvr>
                                        <p:cTn id="346" dur="5322" fill="hold"/>
                                        <p:tgtEl>
                                          <p:spTgt spid="408"/>
                                        </p:tgtEl>
                                        <p:attrNameLst>
                                          <p:attrName>ppt_x</p:attrName>
                                        </p:attrNameLst>
                                      </p:cBhvr>
                                      <p:tavLst>
                                        <p:tav tm="0">
                                          <p:val>
                                            <p:fltVal val="0.5"/>
                                          </p:val>
                                        </p:tav>
                                        <p:tav tm="100000">
                                          <p:val>
                                            <p:strVal val="#ppt_x"/>
                                          </p:val>
                                        </p:tav>
                                      </p:tavLst>
                                    </p:anim>
                                    <p:anim calcmode="lin" valueType="num">
                                      <p:cBhvr>
                                        <p:cTn id="347" dur="5322" fill="hold"/>
                                        <p:tgtEl>
                                          <p:spTgt spid="408"/>
                                        </p:tgtEl>
                                        <p:attrNameLst>
                                          <p:attrName>ppt_y</p:attrName>
                                        </p:attrNameLst>
                                      </p:cBhvr>
                                      <p:tavLst>
                                        <p:tav tm="0">
                                          <p:val>
                                            <p:fltVal val="0.5"/>
                                          </p:val>
                                        </p:tav>
                                        <p:tav tm="100000">
                                          <p:val>
                                            <p:strVal val="#ppt_y"/>
                                          </p:val>
                                        </p:tav>
                                      </p:tavLst>
                                    </p:anim>
                                  </p:childTnLst>
                                </p:cTn>
                              </p:par>
                              <p:par>
                                <p:cTn id="348" presetID="53" presetClass="entr" presetSubtype="528" repeatCount="indefinite" fill="hold" grpId="0" nodeType="withEffect">
                                  <p:stCondLst>
                                    <p:cond delay="1654"/>
                                  </p:stCondLst>
                                  <p:childTnLst>
                                    <p:set>
                                      <p:cBhvr>
                                        <p:cTn id="349" dur="1" fill="hold">
                                          <p:stCondLst>
                                            <p:cond delay="0"/>
                                          </p:stCondLst>
                                        </p:cTn>
                                        <p:tgtEl>
                                          <p:spTgt spid="409"/>
                                        </p:tgtEl>
                                        <p:attrNameLst>
                                          <p:attrName>style.visibility</p:attrName>
                                        </p:attrNameLst>
                                      </p:cBhvr>
                                      <p:to>
                                        <p:strVal val="visible"/>
                                      </p:to>
                                    </p:set>
                                    <p:anim calcmode="lin" valueType="num">
                                      <p:cBhvr>
                                        <p:cTn id="350" dur="6922" fill="hold"/>
                                        <p:tgtEl>
                                          <p:spTgt spid="409"/>
                                        </p:tgtEl>
                                        <p:attrNameLst>
                                          <p:attrName>ppt_w</p:attrName>
                                        </p:attrNameLst>
                                      </p:cBhvr>
                                      <p:tavLst>
                                        <p:tav tm="0">
                                          <p:val>
                                            <p:fltVal val="0"/>
                                          </p:val>
                                        </p:tav>
                                        <p:tav tm="100000">
                                          <p:val>
                                            <p:strVal val="#ppt_w"/>
                                          </p:val>
                                        </p:tav>
                                      </p:tavLst>
                                    </p:anim>
                                    <p:anim calcmode="lin" valueType="num">
                                      <p:cBhvr>
                                        <p:cTn id="351" dur="6922" fill="hold"/>
                                        <p:tgtEl>
                                          <p:spTgt spid="409"/>
                                        </p:tgtEl>
                                        <p:attrNameLst>
                                          <p:attrName>ppt_h</p:attrName>
                                        </p:attrNameLst>
                                      </p:cBhvr>
                                      <p:tavLst>
                                        <p:tav tm="0">
                                          <p:val>
                                            <p:fltVal val="0"/>
                                          </p:val>
                                        </p:tav>
                                        <p:tav tm="100000">
                                          <p:val>
                                            <p:strVal val="#ppt_h"/>
                                          </p:val>
                                        </p:tav>
                                      </p:tavLst>
                                    </p:anim>
                                    <p:animEffect transition="in" filter="fade">
                                      <p:cBhvr>
                                        <p:cTn id="352" dur="6922"/>
                                        <p:tgtEl>
                                          <p:spTgt spid="409"/>
                                        </p:tgtEl>
                                      </p:cBhvr>
                                    </p:animEffect>
                                    <p:anim calcmode="lin" valueType="num">
                                      <p:cBhvr>
                                        <p:cTn id="353" dur="6922" fill="hold"/>
                                        <p:tgtEl>
                                          <p:spTgt spid="409"/>
                                        </p:tgtEl>
                                        <p:attrNameLst>
                                          <p:attrName>ppt_x</p:attrName>
                                        </p:attrNameLst>
                                      </p:cBhvr>
                                      <p:tavLst>
                                        <p:tav tm="0">
                                          <p:val>
                                            <p:fltVal val="0.5"/>
                                          </p:val>
                                        </p:tav>
                                        <p:tav tm="100000">
                                          <p:val>
                                            <p:strVal val="#ppt_x"/>
                                          </p:val>
                                        </p:tav>
                                      </p:tavLst>
                                    </p:anim>
                                    <p:anim calcmode="lin" valueType="num">
                                      <p:cBhvr>
                                        <p:cTn id="354" dur="6922" fill="hold"/>
                                        <p:tgtEl>
                                          <p:spTgt spid="409"/>
                                        </p:tgtEl>
                                        <p:attrNameLst>
                                          <p:attrName>ppt_y</p:attrName>
                                        </p:attrNameLst>
                                      </p:cBhvr>
                                      <p:tavLst>
                                        <p:tav tm="0">
                                          <p:val>
                                            <p:fltVal val="0.5"/>
                                          </p:val>
                                        </p:tav>
                                        <p:tav tm="100000">
                                          <p:val>
                                            <p:strVal val="#ppt_y"/>
                                          </p:val>
                                        </p:tav>
                                      </p:tavLst>
                                    </p:anim>
                                  </p:childTnLst>
                                </p:cTn>
                              </p:par>
                              <p:par>
                                <p:cTn id="355" presetID="53" presetClass="entr" presetSubtype="528" repeatCount="indefinite" fill="hold" grpId="0" nodeType="withEffect">
                                  <p:stCondLst>
                                    <p:cond delay="487"/>
                                  </p:stCondLst>
                                  <p:childTnLst>
                                    <p:set>
                                      <p:cBhvr>
                                        <p:cTn id="356" dur="1" fill="hold">
                                          <p:stCondLst>
                                            <p:cond delay="0"/>
                                          </p:stCondLst>
                                        </p:cTn>
                                        <p:tgtEl>
                                          <p:spTgt spid="412"/>
                                        </p:tgtEl>
                                        <p:attrNameLst>
                                          <p:attrName>style.visibility</p:attrName>
                                        </p:attrNameLst>
                                      </p:cBhvr>
                                      <p:to>
                                        <p:strVal val="visible"/>
                                      </p:to>
                                    </p:set>
                                    <p:anim calcmode="lin" valueType="num">
                                      <p:cBhvr>
                                        <p:cTn id="357" dur="7039" fill="hold"/>
                                        <p:tgtEl>
                                          <p:spTgt spid="412"/>
                                        </p:tgtEl>
                                        <p:attrNameLst>
                                          <p:attrName>ppt_w</p:attrName>
                                        </p:attrNameLst>
                                      </p:cBhvr>
                                      <p:tavLst>
                                        <p:tav tm="0">
                                          <p:val>
                                            <p:fltVal val="0"/>
                                          </p:val>
                                        </p:tav>
                                        <p:tav tm="100000">
                                          <p:val>
                                            <p:strVal val="#ppt_w"/>
                                          </p:val>
                                        </p:tav>
                                      </p:tavLst>
                                    </p:anim>
                                    <p:anim calcmode="lin" valueType="num">
                                      <p:cBhvr>
                                        <p:cTn id="358" dur="7039" fill="hold"/>
                                        <p:tgtEl>
                                          <p:spTgt spid="412"/>
                                        </p:tgtEl>
                                        <p:attrNameLst>
                                          <p:attrName>ppt_h</p:attrName>
                                        </p:attrNameLst>
                                      </p:cBhvr>
                                      <p:tavLst>
                                        <p:tav tm="0">
                                          <p:val>
                                            <p:fltVal val="0"/>
                                          </p:val>
                                        </p:tav>
                                        <p:tav tm="100000">
                                          <p:val>
                                            <p:strVal val="#ppt_h"/>
                                          </p:val>
                                        </p:tav>
                                      </p:tavLst>
                                    </p:anim>
                                    <p:animEffect transition="in" filter="fade">
                                      <p:cBhvr>
                                        <p:cTn id="359" dur="7039"/>
                                        <p:tgtEl>
                                          <p:spTgt spid="412"/>
                                        </p:tgtEl>
                                      </p:cBhvr>
                                    </p:animEffect>
                                    <p:anim calcmode="lin" valueType="num">
                                      <p:cBhvr>
                                        <p:cTn id="360" dur="7039" fill="hold"/>
                                        <p:tgtEl>
                                          <p:spTgt spid="412"/>
                                        </p:tgtEl>
                                        <p:attrNameLst>
                                          <p:attrName>ppt_x</p:attrName>
                                        </p:attrNameLst>
                                      </p:cBhvr>
                                      <p:tavLst>
                                        <p:tav tm="0">
                                          <p:val>
                                            <p:fltVal val="0.5"/>
                                          </p:val>
                                        </p:tav>
                                        <p:tav tm="100000">
                                          <p:val>
                                            <p:strVal val="#ppt_x"/>
                                          </p:val>
                                        </p:tav>
                                      </p:tavLst>
                                    </p:anim>
                                    <p:anim calcmode="lin" valueType="num">
                                      <p:cBhvr>
                                        <p:cTn id="361" dur="7039" fill="hold"/>
                                        <p:tgtEl>
                                          <p:spTgt spid="412"/>
                                        </p:tgtEl>
                                        <p:attrNameLst>
                                          <p:attrName>ppt_y</p:attrName>
                                        </p:attrNameLst>
                                      </p:cBhvr>
                                      <p:tavLst>
                                        <p:tav tm="0">
                                          <p:val>
                                            <p:fltVal val="0.5"/>
                                          </p:val>
                                        </p:tav>
                                        <p:tav tm="100000">
                                          <p:val>
                                            <p:strVal val="#ppt_y"/>
                                          </p:val>
                                        </p:tav>
                                      </p:tavLst>
                                    </p:anim>
                                  </p:childTnLst>
                                </p:cTn>
                              </p:par>
                              <p:par>
                                <p:cTn id="362" presetID="53" presetClass="entr" presetSubtype="528" repeatCount="indefinite" fill="hold" grpId="0" nodeType="withEffect">
                                  <p:stCondLst>
                                    <p:cond delay="1043"/>
                                  </p:stCondLst>
                                  <p:childTnLst>
                                    <p:set>
                                      <p:cBhvr>
                                        <p:cTn id="363" dur="1" fill="hold">
                                          <p:stCondLst>
                                            <p:cond delay="0"/>
                                          </p:stCondLst>
                                        </p:cTn>
                                        <p:tgtEl>
                                          <p:spTgt spid="413"/>
                                        </p:tgtEl>
                                        <p:attrNameLst>
                                          <p:attrName>style.visibility</p:attrName>
                                        </p:attrNameLst>
                                      </p:cBhvr>
                                      <p:to>
                                        <p:strVal val="visible"/>
                                      </p:to>
                                    </p:set>
                                    <p:anim calcmode="lin" valueType="num">
                                      <p:cBhvr>
                                        <p:cTn id="364" dur="6539" fill="hold"/>
                                        <p:tgtEl>
                                          <p:spTgt spid="413"/>
                                        </p:tgtEl>
                                        <p:attrNameLst>
                                          <p:attrName>ppt_w</p:attrName>
                                        </p:attrNameLst>
                                      </p:cBhvr>
                                      <p:tavLst>
                                        <p:tav tm="0">
                                          <p:val>
                                            <p:fltVal val="0"/>
                                          </p:val>
                                        </p:tav>
                                        <p:tav tm="100000">
                                          <p:val>
                                            <p:strVal val="#ppt_w"/>
                                          </p:val>
                                        </p:tav>
                                      </p:tavLst>
                                    </p:anim>
                                    <p:anim calcmode="lin" valueType="num">
                                      <p:cBhvr>
                                        <p:cTn id="365" dur="6539" fill="hold"/>
                                        <p:tgtEl>
                                          <p:spTgt spid="413"/>
                                        </p:tgtEl>
                                        <p:attrNameLst>
                                          <p:attrName>ppt_h</p:attrName>
                                        </p:attrNameLst>
                                      </p:cBhvr>
                                      <p:tavLst>
                                        <p:tav tm="0">
                                          <p:val>
                                            <p:fltVal val="0"/>
                                          </p:val>
                                        </p:tav>
                                        <p:tav tm="100000">
                                          <p:val>
                                            <p:strVal val="#ppt_h"/>
                                          </p:val>
                                        </p:tav>
                                      </p:tavLst>
                                    </p:anim>
                                    <p:animEffect transition="in" filter="fade">
                                      <p:cBhvr>
                                        <p:cTn id="366" dur="6539"/>
                                        <p:tgtEl>
                                          <p:spTgt spid="413"/>
                                        </p:tgtEl>
                                      </p:cBhvr>
                                    </p:animEffect>
                                    <p:anim calcmode="lin" valueType="num">
                                      <p:cBhvr>
                                        <p:cTn id="367" dur="6539" fill="hold"/>
                                        <p:tgtEl>
                                          <p:spTgt spid="413"/>
                                        </p:tgtEl>
                                        <p:attrNameLst>
                                          <p:attrName>ppt_x</p:attrName>
                                        </p:attrNameLst>
                                      </p:cBhvr>
                                      <p:tavLst>
                                        <p:tav tm="0">
                                          <p:val>
                                            <p:fltVal val="0.5"/>
                                          </p:val>
                                        </p:tav>
                                        <p:tav tm="100000">
                                          <p:val>
                                            <p:strVal val="#ppt_x"/>
                                          </p:val>
                                        </p:tav>
                                      </p:tavLst>
                                    </p:anim>
                                    <p:anim calcmode="lin" valueType="num">
                                      <p:cBhvr>
                                        <p:cTn id="368" dur="6539" fill="hold"/>
                                        <p:tgtEl>
                                          <p:spTgt spid="413"/>
                                        </p:tgtEl>
                                        <p:attrNameLst>
                                          <p:attrName>ppt_y</p:attrName>
                                        </p:attrNameLst>
                                      </p:cBhvr>
                                      <p:tavLst>
                                        <p:tav tm="0">
                                          <p:val>
                                            <p:fltVal val="0.5"/>
                                          </p:val>
                                        </p:tav>
                                        <p:tav tm="100000">
                                          <p:val>
                                            <p:strVal val="#ppt_y"/>
                                          </p:val>
                                        </p:tav>
                                      </p:tavLst>
                                    </p:anim>
                                  </p:childTnLst>
                                </p:cTn>
                              </p:par>
                              <p:par>
                                <p:cTn id="369" presetID="53" presetClass="entr" presetSubtype="528" repeatCount="indefinite" fill="hold" grpId="0" nodeType="withEffect">
                                  <p:stCondLst>
                                    <p:cond delay="502"/>
                                  </p:stCondLst>
                                  <p:childTnLst>
                                    <p:set>
                                      <p:cBhvr>
                                        <p:cTn id="370" dur="1" fill="hold">
                                          <p:stCondLst>
                                            <p:cond delay="0"/>
                                          </p:stCondLst>
                                        </p:cTn>
                                        <p:tgtEl>
                                          <p:spTgt spid="415"/>
                                        </p:tgtEl>
                                        <p:attrNameLst>
                                          <p:attrName>style.visibility</p:attrName>
                                        </p:attrNameLst>
                                      </p:cBhvr>
                                      <p:to>
                                        <p:strVal val="visible"/>
                                      </p:to>
                                    </p:set>
                                    <p:anim calcmode="lin" valueType="num">
                                      <p:cBhvr>
                                        <p:cTn id="371" dur="5392" fill="hold"/>
                                        <p:tgtEl>
                                          <p:spTgt spid="415"/>
                                        </p:tgtEl>
                                        <p:attrNameLst>
                                          <p:attrName>ppt_w</p:attrName>
                                        </p:attrNameLst>
                                      </p:cBhvr>
                                      <p:tavLst>
                                        <p:tav tm="0">
                                          <p:val>
                                            <p:fltVal val="0"/>
                                          </p:val>
                                        </p:tav>
                                        <p:tav tm="100000">
                                          <p:val>
                                            <p:strVal val="#ppt_w"/>
                                          </p:val>
                                        </p:tav>
                                      </p:tavLst>
                                    </p:anim>
                                    <p:anim calcmode="lin" valueType="num">
                                      <p:cBhvr>
                                        <p:cTn id="372" dur="5392" fill="hold"/>
                                        <p:tgtEl>
                                          <p:spTgt spid="415"/>
                                        </p:tgtEl>
                                        <p:attrNameLst>
                                          <p:attrName>ppt_h</p:attrName>
                                        </p:attrNameLst>
                                      </p:cBhvr>
                                      <p:tavLst>
                                        <p:tav tm="0">
                                          <p:val>
                                            <p:fltVal val="0"/>
                                          </p:val>
                                        </p:tav>
                                        <p:tav tm="100000">
                                          <p:val>
                                            <p:strVal val="#ppt_h"/>
                                          </p:val>
                                        </p:tav>
                                      </p:tavLst>
                                    </p:anim>
                                    <p:animEffect transition="in" filter="fade">
                                      <p:cBhvr>
                                        <p:cTn id="373" dur="5392"/>
                                        <p:tgtEl>
                                          <p:spTgt spid="415"/>
                                        </p:tgtEl>
                                      </p:cBhvr>
                                    </p:animEffect>
                                    <p:anim calcmode="lin" valueType="num">
                                      <p:cBhvr>
                                        <p:cTn id="374" dur="5392" fill="hold"/>
                                        <p:tgtEl>
                                          <p:spTgt spid="415"/>
                                        </p:tgtEl>
                                        <p:attrNameLst>
                                          <p:attrName>ppt_x</p:attrName>
                                        </p:attrNameLst>
                                      </p:cBhvr>
                                      <p:tavLst>
                                        <p:tav tm="0">
                                          <p:val>
                                            <p:fltVal val="0.5"/>
                                          </p:val>
                                        </p:tav>
                                        <p:tav tm="100000">
                                          <p:val>
                                            <p:strVal val="#ppt_x"/>
                                          </p:val>
                                        </p:tav>
                                      </p:tavLst>
                                    </p:anim>
                                    <p:anim calcmode="lin" valueType="num">
                                      <p:cBhvr>
                                        <p:cTn id="375" dur="5392" fill="hold"/>
                                        <p:tgtEl>
                                          <p:spTgt spid="415"/>
                                        </p:tgtEl>
                                        <p:attrNameLst>
                                          <p:attrName>ppt_y</p:attrName>
                                        </p:attrNameLst>
                                      </p:cBhvr>
                                      <p:tavLst>
                                        <p:tav tm="0">
                                          <p:val>
                                            <p:fltVal val="0.5"/>
                                          </p:val>
                                        </p:tav>
                                        <p:tav tm="100000">
                                          <p:val>
                                            <p:strVal val="#ppt_y"/>
                                          </p:val>
                                        </p:tav>
                                      </p:tavLst>
                                    </p:anim>
                                  </p:childTnLst>
                                </p:cTn>
                              </p:par>
                              <p:par>
                                <p:cTn id="376" presetID="53" presetClass="entr" presetSubtype="528" repeatCount="indefinite" fill="hold" grpId="0" nodeType="withEffect">
                                  <p:stCondLst>
                                    <p:cond delay="820"/>
                                  </p:stCondLst>
                                  <p:childTnLst>
                                    <p:set>
                                      <p:cBhvr>
                                        <p:cTn id="377" dur="1" fill="hold">
                                          <p:stCondLst>
                                            <p:cond delay="0"/>
                                          </p:stCondLst>
                                        </p:cTn>
                                        <p:tgtEl>
                                          <p:spTgt spid="416"/>
                                        </p:tgtEl>
                                        <p:attrNameLst>
                                          <p:attrName>style.visibility</p:attrName>
                                        </p:attrNameLst>
                                      </p:cBhvr>
                                      <p:to>
                                        <p:strVal val="visible"/>
                                      </p:to>
                                    </p:set>
                                    <p:anim calcmode="lin" valueType="num">
                                      <p:cBhvr>
                                        <p:cTn id="378" dur="5326" fill="hold"/>
                                        <p:tgtEl>
                                          <p:spTgt spid="416"/>
                                        </p:tgtEl>
                                        <p:attrNameLst>
                                          <p:attrName>ppt_w</p:attrName>
                                        </p:attrNameLst>
                                      </p:cBhvr>
                                      <p:tavLst>
                                        <p:tav tm="0">
                                          <p:val>
                                            <p:fltVal val="0"/>
                                          </p:val>
                                        </p:tav>
                                        <p:tav tm="100000">
                                          <p:val>
                                            <p:strVal val="#ppt_w"/>
                                          </p:val>
                                        </p:tav>
                                      </p:tavLst>
                                    </p:anim>
                                    <p:anim calcmode="lin" valueType="num">
                                      <p:cBhvr>
                                        <p:cTn id="379" dur="5326" fill="hold"/>
                                        <p:tgtEl>
                                          <p:spTgt spid="416"/>
                                        </p:tgtEl>
                                        <p:attrNameLst>
                                          <p:attrName>ppt_h</p:attrName>
                                        </p:attrNameLst>
                                      </p:cBhvr>
                                      <p:tavLst>
                                        <p:tav tm="0">
                                          <p:val>
                                            <p:fltVal val="0"/>
                                          </p:val>
                                        </p:tav>
                                        <p:tav tm="100000">
                                          <p:val>
                                            <p:strVal val="#ppt_h"/>
                                          </p:val>
                                        </p:tav>
                                      </p:tavLst>
                                    </p:anim>
                                    <p:animEffect transition="in" filter="fade">
                                      <p:cBhvr>
                                        <p:cTn id="380" dur="5326"/>
                                        <p:tgtEl>
                                          <p:spTgt spid="416"/>
                                        </p:tgtEl>
                                      </p:cBhvr>
                                    </p:animEffect>
                                    <p:anim calcmode="lin" valueType="num">
                                      <p:cBhvr>
                                        <p:cTn id="381" dur="5326" fill="hold"/>
                                        <p:tgtEl>
                                          <p:spTgt spid="416"/>
                                        </p:tgtEl>
                                        <p:attrNameLst>
                                          <p:attrName>ppt_x</p:attrName>
                                        </p:attrNameLst>
                                      </p:cBhvr>
                                      <p:tavLst>
                                        <p:tav tm="0">
                                          <p:val>
                                            <p:fltVal val="0.5"/>
                                          </p:val>
                                        </p:tav>
                                        <p:tav tm="100000">
                                          <p:val>
                                            <p:strVal val="#ppt_x"/>
                                          </p:val>
                                        </p:tav>
                                      </p:tavLst>
                                    </p:anim>
                                    <p:anim calcmode="lin" valueType="num">
                                      <p:cBhvr>
                                        <p:cTn id="382" dur="5326" fill="hold"/>
                                        <p:tgtEl>
                                          <p:spTgt spid="416"/>
                                        </p:tgtEl>
                                        <p:attrNameLst>
                                          <p:attrName>ppt_y</p:attrName>
                                        </p:attrNameLst>
                                      </p:cBhvr>
                                      <p:tavLst>
                                        <p:tav tm="0">
                                          <p:val>
                                            <p:fltVal val="0.5"/>
                                          </p:val>
                                        </p:tav>
                                        <p:tav tm="100000">
                                          <p:val>
                                            <p:strVal val="#ppt_y"/>
                                          </p:val>
                                        </p:tav>
                                      </p:tavLst>
                                    </p:anim>
                                  </p:childTnLst>
                                </p:cTn>
                              </p:par>
                              <p:par>
                                <p:cTn id="383" presetID="53" presetClass="entr" presetSubtype="528" repeatCount="indefinite" fill="hold" grpId="0" nodeType="withEffect">
                                  <p:stCondLst>
                                    <p:cond delay="1436"/>
                                  </p:stCondLst>
                                  <p:childTnLst>
                                    <p:set>
                                      <p:cBhvr>
                                        <p:cTn id="384" dur="1" fill="hold">
                                          <p:stCondLst>
                                            <p:cond delay="0"/>
                                          </p:stCondLst>
                                        </p:cTn>
                                        <p:tgtEl>
                                          <p:spTgt spid="417"/>
                                        </p:tgtEl>
                                        <p:attrNameLst>
                                          <p:attrName>style.visibility</p:attrName>
                                        </p:attrNameLst>
                                      </p:cBhvr>
                                      <p:to>
                                        <p:strVal val="visible"/>
                                      </p:to>
                                    </p:set>
                                    <p:anim calcmode="lin" valueType="num">
                                      <p:cBhvr>
                                        <p:cTn id="385" dur="5561" fill="hold"/>
                                        <p:tgtEl>
                                          <p:spTgt spid="417"/>
                                        </p:tgtEl>
                                        <p:attrNameLst>
                                          <p:attrName>ppt_w</p:attrName>
                                        </p:attrNameLst>
                                      </p:cBhvr>
                                      <p:tavLst>
                                        <p:tav tm="0">
                                          <p:val>
                                            <p:fltVal val="0"/>
                                          </p:val>
                                        </p:tav>
                                        <p:tav tm="100000">
                                          <p:val>
                                            <p:strVal val="#ppt_w"/>
                                          </p:val>
                                        </p:tav>
                                      </p:tavLst>
                                    </p:anim>
                                    <p:anim calcmode="lin" valueType="num">
                                      <p:cBhvr>
                                        <p:cTn id="386" dur="5561" fill="hold"/>
                                        <p:tgtEl>
                                          <p:spTgt spid="417"/>
                                        </p:tgtEl>
                                        <p:attrNameLst>
                                          <p:attrName>ppt_h</p:attrName>
                                        </p:attrNameLst>
                                      </p:cBhvr>
                                      <p:tavLst>
                                        <p:tav tm="0">
                                          <p:val>
                                            <p:fltVal val="0"/>
                                          </p:val>
                                        </p:tav>
                                        <p:tav tm="100000">
                                          <p:val>
                                            <p:strVal val="#ppt_h"/>
                                          </p:val>
                                        </p:tav>
                                      </p:tavLst>
                                    </p:anim>
                                    <p:animEffect transition="in" filter="fade">
                                      <p:cBhvr>
                                        <p:cTn id="387" dur="5561"/>
                                        <p:tgtEl>
                                          <p:spTgt spid="417"/>
                                        </p:tgtEl>
                                      </p:cBhvr>
                                    </p:animEffect>
                                    <p:anim calcmode="lin" valueType="num">
                                      <p:cBhvr>
                                        <p:cTn id="388" dur="5561" fill="hold"/>
                                        <p:tgtEl>
                                          <p:spTgt spid="417"/>
                                        </p:tgtEl>
                                        <p:attrNameLst>
                                          <p:attrName>ppt_x</p:attrName>
                                        </p:attrNameLst>
                                      </p:cBhvr>
                                      <p:tavLst>
                                        <p:tav tm="0">
                                          <p:val>
                                            <p:fltVal val="0.5"/>
                                          </p:val>
                                        </p:tav>
                                        <p:tav tm="100000">
                                          <p:val>
                                            <p:strVal val="#ppt_x"/>
                                          </p:val>
                                        </p:tav>
                                      </p:tavLst>
                                    </p:anim>
                                    <p:anim calcmode="lin" valueType="num">
                                      <p:cBhvr>
                                        <p:cTn id="389" dur="5561" fill="hold"/>
                                        <p:tgtEl>
                                          <p:spTgt spid="417"/>
                                        </p:tgtEl>
                                        <p:attrNameLst>
                                          <p:attrName>ppt_y</p:attrName>
                                        </p:attrNameLst>
                                      </p:cBhvr>
                                      <p:tavLst>
                                        <p:tav tm="0">
                                          <p:val>
                                            <p:fltVal val="0.5"/>
                                          </p:val>
                                        </p:tav>
                                        <p:tav tm="100000">
                                          <p:val>
                                            <p:strVal val="#ppt_y"/>
                                          </p:val>
                                        </p:tav>
                                      </p:tavLst>
                                    </p:anim>
                                  </p:childTnLst>
                                </p:cTn>
                              </p:par>
                              <p:par>
                                <p:cTn id="390" presetID="53" presetClass="entr" presetSubtype="528" repeatCount="indefinite" fill="hold" grpId="0" nodeType="withEffect">
                                  <p:stCondLst>
                                    <p:cond delay="1228"/>
                                  </p:stCondLst>
                                  <p:childTnLst>
                                    <p:set>
                                      <p:cBhvr>
                                        <p:cTn id="391" dur="1" fill="hold">
                                          <p:stCondLst>
                                            <p:cond delay="0"/>
                                          </p:stCondLst>
                                        </p:cTn>
                                        <p:tgtEl>
                                          <p:spTgt spid="418"/>
                                        </p:tgtEl>
                                        <p:attrNameLst>
                                          <p:attrName>style.visibility</p:attrName>
                                        </p:attrNameLst>
                                      </p:cBhvr>
                                      <p:to>
                                        <p:strVal val="visible"/>
                                      </p:to>
                                    </p:set>
                                    <p:anim calcmode="lin" valueType="num">
                                      <p:cBhvr>
                                        <p:cTn id="392" dur="6911" fill="hold"/>
                                        <p:tgtEl>
                                          <p:spTgt spid="418"/>
                                        </p:tgtEl>
                                        <p:attrNameLst>
                                          <p:attrName>ppt_w</p:attrName>
                                        </p:attrNameLst>
                                      </p:cBhvr>
                                      <p:tavLst>
                                        <p:tav tm="0">
                                          <p:val>
                                            <p:fltVal val="0"/>
                                          </p:val>
                                        </p:tav>
                                        <p:tav tm="100000">
                                          <p:val>
                                            <p:strVal val="#ppt_w"/>
                                          </p:val>
                                        </p:tav>
                                      </p:tavLst>
                                    </p:anim>
                                    <p:anim calcmode="lin" valueType="num">
                                      <p:cBhvr>
                                        <p:cTn id="393" dur="6911" fill="hold"/>
                                        <p:tgtEl>
                                          <p:spTgt spid="418"/>
                                        </p:tgtEl>
                                        <p:attrNameLst>
                                          <p:attrName>ppt_h</p:attrName>
                                        </p:attrNameLst>
                                      </p:cBhvr>
                                      <p:tavLst>
                                        <p:tav tm="0">
                                          <p:val>
                                            <p:fltVal val="0"/>
                                          </p:val>
                                        </p:tav>
                                        <p:tav tm="100000">
                                          <p:val>
                                            <p:strVal val="#ppt_h"/>
                                          </p:val>
                                        </p:tav>
                                      </p:tavLst>
                                    </p:anim>
                                    <p:animEffect transition="in" filter="fade">
                                      <p:cBhvr>
                                        <p:cTn id="394" dur="6911"/>
                                        <p:tgtEl>
                                          <p:spTgt spid="418"/>
                                        </p:tgtEl>
                                      </p:cBhvr>
                                    </p:animEffect>
                                    <p:anim calcmode="lin" valueType="num">
                                      <p:cBhvr>
                                        <p:cTn id="395" dur="6911" fill="hold"/>
                                        <p:tgtEl>
                                          <p:spTgt spid="418"/>
                                        </p:tgtEl>
                                        <p:attrNameLst>
                                          <p:attrName>ppt_x</p:attrName>
                                        </p:attrNameLst>
                                      </p:cBhvr>
                                      <p:tavLst>
                                        <p:tav tm="0">
                                          <p:val>
                                            <p:fltVal val="0.5"/>
                                          </p:val>
                                        </p:tav>
                                        <p:tav tm="100000">
                                          <p:val>
                                            <p:strVal val="#ppt_x"/>
                                          </p:val>
                                        </p:tav>
                                      </p:tavLst>
                                    </p:anim>
                                    <p:anim calcmode="lin" valueType="num">
                                      <p:cBhvr>
                                        <p:cTn id="396" dur="6911" fill="hold"/>
                                        <p:tgtEl>
                                          <p:spTgt spid="418"/>
                                        </p:tgtEl>
                                        <p:attrNameLst>
                                          <p:attrName>ppt_y</p:attrName>
                                        </p:attrNameLst>
                                      </p:cBhvr>
                                      <p:tavLst>
                                        <p:tav tm="0">
                                          <p:val>
                                            <p:fltVal val="0.5"/>
                                          </p:val>
                                        </p:tav>
                                        <p:tav tm="100000">
                                          <p:val>
                                            <p:strVal val="#ppt_y"/>
                                          </p:val>
                                        </p:tav>
                                      </p:tavLst>
                                    </p:anim>
                                  </p:childTnLst>
                                </p:cTn>
                              </p:par>
                              <p:par>
                                <p:cTn id="397" presetID="53" presetClass="entr" presetSubtype="528" repeatCount="indefinite" fill="hold" grpId="0" nodeType="withEffect">
                                  <p:stCondLst>
                                    <p:cond delay="904"/>
                                  </p:stCondLst>
                                  <p:childTnLst>
                                    <p:set>
                                      <p:cBhvr>
                                        <p:cTn id="398" dur="1" fill="hold">
                                          <p:stCondLst>
                                            <p:cond delay="0"/>
                                          </p:stCondLst>
                                        </p:cTn>
                                        <p:tgtEl>
                                          <p:spTgt spid="423"/>
                                        </p:tgtEl>
                                        <p:attrNameLst>
                                          <p:attrName>style.visibility</p:attrName>
                                        </p:attrNameLst>
                                      </p:cBhvr>
                                      <p:to>
                                        <p:strVal val="visible"/>
                                      </p:to>
                                    </p:set>
                                    <p:anim calcmode="lin" valueType="num">
                                      <p:cBhvr>
                                        <p:cTn id="399" dur="5869" fill="hold"/>
                                        <p:tgtEl>
                                          <p:spTgt spid="423"/>
                                        </p:tgtEl>
                                        <p:attrNameLst>
                                          <p:attrName>ppt_w</p:attrName>
                                        </p:attrNameLst>
                                      </p:cBhvr>
                                      <p:tavLst>
                                        <p:tav tm="0">
                                          <p:val>
                                            <p:fltVal val="0"/>
                                          </p:val>
                                        </p:tav>
                                        <p:tav tm="100000">
                                          <p:val>
                                            <p:strVal val="#ppt_w"/>
                                          </p:val>
                                        </p:tav>
                                      </p:tavLst>
                                    </p:anim>
                                    <p:anim calcmode="lin" valueType="num">
                                      <p:cBhvr>
                                        <p:cTn id="400" dur="5869" fill="hold"/>
                                        <p:tgtEl>
                                          <p:spTgt spid="423"/>
                                        </p:tgtEl>
                                        <p:attrNameLst>
                                          <p:attrName>ppt_h</p:attrName>
                                        </p:attrNameLst>
                                      </p:cBhvr>
                                      <p:tavLst>
                                        <p:tav tm="0">
                                          <p:val>
                                            <p:fltVal val="0"/>
                                          </p:val>
                                        </p:tav>
                                        <p:tav tm="100000">
                                          <p:val>
                                            <p:strVal val="#ppt_h"/>
                                          </p:val>
                                        </p:tav>
                                      </p:tavLst>
                                    </p:anim>
                                    <p:animEffect transition="in" filter="fade">
                                      <p:cBhvr>
                                        <p:cTn id="401" dur="5869"/>
                                        <p:tgtEl>
                                          <p:spTgt spid="423"/>
                                        </p:tgtEl>
                                      </p:cBhvr>
                                    </p:animEffect>
                                    <p:anim calcmode="lin" valueType="num">
                                      <p:cBhvr>
                                        <p:cTn id="402" dur="5869" fill="hold"/>
                                        <p:tgtEl>
                                          <p:spTgt spid="423"/>
                                        </p:tgtEl>
                                        <p:attrNameLst>
                                          <p:attrName>ppt_x</p:attrName>
                                        </p:attrNameLst>
                                      </p:cBhvr>
                                      <p:tavLst>
                                        <p:tav tm="0">
                                          <p:val>
                                            <p:fltVal val="0.5"/>
                                          </p:val>
                                        </p:tav>
                                        <p:tav tm="100000">
                                          <p:val>
                                            <p:strVal val="#ppt_x"/>
                                          </p:val>
                                        </p:tav>
                                      </p:tavLst>
                                    </p:anim>
                                    <p:anim calcmode="lin" valueType="num">
                                      <p:cBhvr>
                                        <p:cTn id="403" dur="5869" fill="hold"/>
                                        <p:tgtEl>
                                          <p:spTgt spid="423"/>
                                        </p:tgtEl>
                                        <p:attrNameLst>
                                          <p:attrName>ppt_y</p:attrName>
                                        </p:attrNameLst>
                                      </p:cBhvr>
                                      <p:tavLst>
                                        <p:tav tm="0">
                                          <p:val>
                                            <p:fltVal val="0.5"/>
                                          </p:val>
                                        </p:tav>
                                        <p:tav tm="100000">
                                          <p:val>
                                            <p:strVal val="#ppt_y"/>
                                          </p:val>
                                        </p:tav>
                                      </p:tavLst>
                                    </p:anim>
                                  </p:childTnLst>
                                </p:cTn>
                              </p:par>
                              <p:par>
                                <p:cTn id="404" presetID="53" presetClass="entr" presetSubtype="528" repeatCount="indefinite" fill="hold" grpId="0" nodeType="withEffect">
                                  <p:stCondLst>
                                    <p:cond delay="603"/>
                                  </p:stCondLst>
                                  <p:childTnLst>
                                    <p:set>
                                      <p:cBhvr>
                                        <p:cTn id="405" dur="1" fill="hold">
                                          <p:stCondLst>
                                            <p:cond delay="0"/>
                                          </p:stCondLst>
                                        </p:cTn>
                                        <p:tgtEl>
                                          <p:spTgt spid="426"/>
                                        </p:tgtEl>
                                        <p:attrNameLst>
                                          <p:attrName>style.visibility</p:attrName>
                                        </p:attrNameLst>
                                      </p:cBhvr>
                                      <p:to>
                                        <p:strVal val="visible"/>
                                      </p:to>
                                    </p:set>
                                    <p:anim calcmode="lin" valueType="num">
                                      <p:cBhvr>
                                        <p:cTn id="406" dur="6813" fill="hold"/>
                                        <p:tgtEl>
                                          <p:spTgt spid="426"/>
                                        </p:tgtEl>
                                        <p:attrNameLst>
                                          <p:attrName>ppt_w</p:attrName>
                                        </p:attrNameLst>
                                      </p:cBhvr>
                                      <p:tavLst>
                                        <p:tav tm="0">
                                          <p:val>
                                            <p:fltVal val="0"/>
                                          </p:val>
                                        </p:tav>
                                        <p:tav tm="100000">
                                          <p:val>
                                            <p:strVal val="#ppt_w"/>
                                          </p:val>
                                        </p:tav>
                                      </p:tavLst>
                                    </p:anim>
                                    <p:anim calcmode="lin" valueType="num">
                                      <p:cBhvr>
                                        <p:cTn id="407" dur="6813" fill="hold"/>
                                        <p:tgtEl>
                                          <p:spTgt spid="426"/>
                                        </p:tgtEl>
                                        <p:attrNameLst>
                                          <p:attrName>ppt_h</p:attrName>
                                        </p:attrNameLst>
                                      </p:cBhvr>
                                      <p:tavLst>
                                        <p:tav tm="0">
                                          <p:val>
                                            <p:fltVal val="0"/>
                                          </p:val>
                                        </p:tav>
                                        <p:tav tm="100000">
                                          <p:val>
                                            <p:strVal val="#ppt_h"/>
                                          </p:val>
                                        </p:tav>
                                      </p:tavLst>
                                    </p:anim>
                                    <p:animEffect transition="in" filter="fade">
                                      <p:cBhvr>
                                        <p:cTn id="408" dur="6813"/>
                                        <p:tgtEl>
                                          <p:spTgt spid="426"/>
                                        </p:tgtEl>
                                      </p:cBhvr>
                                    </p:animEffect>
                                    <p:anim calcmode="lin" valueType="num">
                                      <p:cBhvr>
                                        <p:cTn id="409" dur="6813" fill="hold"/>
                                        <p:tgtEl>
                                          <p:spTgt spid="426"/>
                                        </p:tgtEl>
                                        <p:attrNameLst>
                                          <p:attrName>ppt_x</p:attrName>
                                        </p:attrNameLst>
                                      </p:cBhvr>
                                      <p:tavLst>
                                        <p:tav tm="0">
                                          <p:val>
                                            <p:fltVal val="0.5"/>
                                          </p:val>
                                        </p:tav>
                                        <p:tav tm="100000">
                                          <p:val>
                                            <p:strVal val="#ppt_x"/>
                                          </p:val>
                                        </p:tav>
                                      </p:tavLst>
                                    </p:anim>
                                    <p:anim calcmode="lin" valueType="num">
                                      <p:cBhvr>
                                        <p:cTn id="410" dur="6813" fill="hold"/>
                                        <p:tgtEl>
                                          <p:spTgt spid="426"/>
                                        </p:tgtEl>
                                        <p:attrNameLst>
                                          <p:attrName>ppt_y</p:attrName>
                                        </p:attrNameLst>
                                      </p:cBhvr>
                                      <p:tavLst>
                                        <p:tav tm="0">
                                          <p:val>
                                            <p:fltVal val="0.5"/>
                                          </p:val>
                                        </p:tav>
                                        <p:tav tm="100000">
                                          <p:val>
                                            <p:strVal val="#ppt_y"/>
                                          </p:val>
                                        </p:tav>
                                      </p:tavLst>
                                    </p:anim>
                                  </p:childTnLst>
                                </p:cTn>
                              </p:par>
                              <p:par>
                                <p:cTn id="411" presetID="53" presetClass="entr" presetSubtype="528" repeatCount="indefinite" fill="hold" grpId="0" nodeType="withEffect">
                                  <p:stCondLst>
                                    <p:cond delay="857"/>
                                  </p:stCondLst>
                                  <p:childTnLst>
                                    <p:set>
                                      <p:cBhvr>
                                        <p:cTn id="412" dur="1" fill="hold">
                                          <p:stCondLst>
                                            <p:cond delay="0"/>
                                          </p:stCondLst>
                                        </p:cTn>
                                        <p:tgtEl>
                                          <p:spTgt spid="427"/>
                                        </p:tgtEl>
                                        <p:attrNameLst>
                                          <p:attrName>style.visibility</p:attrName>
                                        </p:attrNameLst>
                                      </p:cBhvr>
                                      <p:to>
                                        <p:strVal val="visible"/>
                                      </p:to>
                                    </p:set>
                                    <p:anim calcmode="lin" valueType="num">
                                      <p:cBhvr>
                                        <p:cTn id="413" dur="5399" fill="hold"/>
                                        <p:tgtEl>
                                          <p:spTgt spid="427"/>
                                        </p:tgtEl>
                                        <p:attrNameLst>
                                          <p:attrName>ppt_w</p:attrName>
                                        </p:attrNameLst>
                                      </p:cBhvr>
                                      <p:tavLst>
                                        <p:tav tm="0">
                                          <p:val>
                                            <p:fltVal val="0"/>
                                          </p:val>
                                        </p:tav>
                                        <p:tav tm="100000">
                                          <p:val>
                                            <p:strVal val="#ppt_w"/>
                                          </p:val>
                                        </p:tav>
                                      </p:tavLst>
                                    </p:anim>
                                    <p:anim calcmode="lin" valueType="num">
                                      <p:cBhvr>
                                        <p:cTn id="414" dur="5399" fill="hold"/>
                                        <p:tgtEl>
                                          <p:spTgt spid="427"/>
                                        </p:tgtEl>
                                        <p:attrNameLst>
                                          <p:attrName>ppt_h</p:attrName>
                                        </p:attrNameLst>
                                      </p:cBhvr>
                                      <p:tavLst>
                                        <p:tav tm="0">
                                          <p:val>
                                            <p:fltVal val="0"/>
                                          </p:val>
                                        </p:tav>
                                        <p:tav tm="100000">
                                          <p:val>
                                            <p:strVal val="#ppt_h"/>
                                          </p:val>
                                        </p:tav>
                                      </p:tavLst>
                                    </p:anim>
                                    <p:animEffect transition="in" filter="fade">
                                      <p:cBhvr>
                                        <p:cTn id="415" dur="5399"/>
                                        <p:tgtEl>
                                          <p:spTgt spid="427"/>
                                        </p:tgtEl>
                                      </p:cBhvr>
                                    </p:animEffect>
                                    <p:anim calcmode="lin" valueType="num">
                                      <p:cBhvr>
                                        <p:cTn id="416" dur="5399" fill="hold"/>
                                        <p:tgtEl>
                                          <p:spTgt spid="427"/>
                                        </p:tgtEl>
                                        <p:attrNameLst>
                                          <p:attrName>ppt_x</p:attrName>
                                        </p:attrNameLst>
                                      </p:cBhvr>
                                      <p:tavLst>
                                        <p:tav tm="0">
                                          <p:val>
                                            <p:fltVal val="0.5"/>
                                          </p:val>
                                        </p:tav>
                                        <p:tav tm="100000">
                                          <p:val>
                                            <p:strVal val="#ppt_x"/>
                                          </p:val>
                                        </p:tav>
                                      </p:tavLst>
                                    </p:anim>
                                    <p:anim calcmode="lin" valueType="num">
                                      <p:cBhvr>
                                        <p:cTn id="417" dur="5399" fill="hold"/>
                                        <p:tgtEl>
                                          <p:spTgt spid="427"/>
                                        </p:tgtEl>
                                        <p:attrNameLst>
                                          <p:attrName>ppt_y</p:attrName>
                                        </p:attrNameLst>
                                      </p:cBhvr>
                                      <p:tavLst>
                                        <p:tav tm="0">
                                          <p:val>
                                            <p:fltVal val="0.5"/>
                                          </p:val>
                                        </p:tav>
                                        <p:tav tm="100000">
                                          <p:val>
                                            <p:strVal val="#ppt_y"/>
                                          </p:val>
                                        </p:tav>
                                      </p:tavLst>
                                    </p:anim>
                                  </p:childTnLst>
                                </p:cTn>
                              </p:par>
                              <p:par>
                                <p:cTn id="418" presetID="53" presetClass="entr" presetSubtype="528" repeatCount="indefinite" fill="hold" grpId="0" nodeType="withEffect">
                                  <p:stCondLst>
                                    <p:cond delay="1332"/>
                                  </p:stCondLst>
                                  <p:childTnLst>
                                    <p:set>
                                      <p:cBhvr>
                                        <p:cTn id="419" dur="1" fill="hold">
                                          <p:stCondLst>
                                            <p:cond delay="0"/>
                                          </p:stCondLst>
                                        </p:cTn>
                                        <p:tgtEl>
                                          <p:spTgt spid="428"/>
                                        </p:tgtEl>
                                        <p:attrNameLst>
                                          <p:attrName>style.visibility</p:attrName>
                                        </p:attrNameLst>
                                      </p:cBhvr>
                                      <p:to>
                                        <p:strVal val="visible"/>
                                      </p:to>
                                    </p:set>
                                    <p:anim calcmode="lin" valueType="num">
                                      <p:cBhvr>
                                        <p:cTn id="420" dur="6980" fill="hold"/>
                                        <p:tgtEl>
                                          <p:spTgt spid="428"/>
                                        </p:tgtEl>
                                        <p:attrNameLst>
                                          <p:attrName>ppt_w</p:attrName>
                                        </p:attrNameLst>
                                      </p:cBhvr>
                                      <p:tavLst>
                                        <p:tav tm="0">
                                          <p:val>
                                            <p:fltVal val="0"/>
                                          </p:val>
                                        </p:tav>
                                        <p:tav tm="100000">
                                          <p:val>
                                            <p:strVal val="#ppt_w"/>
                                          </p:val>
                                        </p:tav>
                                      </p:tavLst>
                                    </p:anim>
                                    <p:anim calcmode="lin" valueType="num">
                                      <p:cBhvr>
                                        <p:cTn id="421" dur="6980" fill="hold"/>
                                        <p:tgtEl>
                                          <p:spTgt spid="428"/>
                                        </p:tgtEl>
                                        <p:attrNameLst>
                                          <p:attrName>ppt_h</p:attrName>
                                        </p:attrNameLst>
                                      </p:cBhvr>
                                      <p:tavLst>
                                        <p:tav tm="0">
                                          <p:val>
                                            <p:fltVal val="0"/>
                                          </p:val>
                                        </p:tav>
                                        <p:tav tm="100000">
                                          <p:val>
                                            <p:strVal val="#ppt_h"/>
                                          </p:val>
                                        </p:tav>
                                      </p:tavLst>
                                    </p:anim>
                                    <p:animEffect transition="in" filter="fade">
                                      <p:cBhvr>
                                        <p:cTn id="422" dur="6980"/>
                                        <p:tgtEl>
                                          <p:spTgt spid="428"/>
                                        </p:tgtEl>
                                      </p:cBhvr>
                                    </p:animEffect>
                                    <p:anim calcmode="lin" valueType="num">
                                      <p:cBhvr>
                                        <p:cTn id="423" dur="6980" fill="hold"/>
                                        <p:tgtEl>
                                          <p:spTgt spid="428"/>
                                        </p:tgtEl>
                                        <p:attrNameLst>
                                          <p:attrName>ppt_x</p:attrName>
                                        </p:attrNameLst>
                                      </p:cBhvr>
                                      <p:tavLst>
                                        <p:tav tm="0">
                                          <p:val>
                                            <p:fltVal val="0.5"/>
                                          </p:val>
                                        </p:tav>
                                        <p:tav tm="100000">
                                          <p:val>
                                            <p:strVal val="#ppt_x"/>
                                          </p:val>
                                        </p:tav>
                                      </p:tavLst>
                                    </p:anim>
                                    <p:anim calcmode="lin" valueType="num">
                                      <p:cBhvr>
                                        <p:cTn id="424" dur="6980" fill="hold"/>
                                        <p:tgtEl>
                                          <p:spTgt spid="428"/>
                                        </p:tgtEl>
                                        <p:attrNameLst>
                                          <p:attrName>ppt_y</p:attrName>
                                        </p:attrNameLst>
                                      </p:cBhvr>
                                      <p:tavLst>
                                        <p:tav tm="0">
                                          <p:val>
                                            <p:fltVal val="0.5"/>
                                          </p:val>
                                        </p:tav>
                                        <p:tav tm="100000">
                                          <p:val>
                                            <p:strVal val="#ppt_y"/>
                                          </p:val>
                                        </p:tav>
                                      </p:tavLst>
                                    </p:anim>
                                  </p:childTnLst>
                                </p:cTn>
                              </p:par>
                              <p:par>
                                <p:cTn id="425" presetID="53" presetClass="entr" presetSubtype="528" repeatCount="indefinite" fill="hold" grpId="0" nodeType="withEffect">
                                  <p:stCondLst>
                                    <p:cond delay="1850"/>
                                  </p:stCondLst>
                                  <p:childTnLst>
                                    <p:set>
                                      <p:cBhvr>
                                        <p:cTn id="426" dur="1" fill="hold">
                                          <p:stCondLst>
                                            <p:cond delay="0"/>
                                          </p:stCondLst>
                                        </p:cTn>
                                        <p:tgtEl>
                                          <p:spTgt spid="429"/>
                                        </p:tgtEl>
                                        <p:attrNameLst>
                                          <p:attrName>style.visibility</p:attrName>
                                        </p:attrNameLst>
                                      </p:cBhvr>
                                      <p:to>
                                        <p:strVal val="visible"/>
                                      </p:to>
                                    </p:set>
                                    <p:anim calcmode="lin" valueType="num">
                                      <p:cBhvr>
                                        <p:cTn id="427" dur="5960" fill="hold"/>
                                        <p:tgtEl>
                                          <p:spTgt spid="429"/>
                                        </p:tgtEl>
                                        <p:attrNameLst>
                                          <p:attrName>ppt_w</p:attrName>
                                        </p:attrNameLst>
                                      </p:cBhvr>
                                      <p:tavLst>
                                        <p:tav tm="0">
                                          <p:val>
                                            <p:fltVal val="0"/>
                                          </p:val>
                                        </p:tav>
                                        <p:tav tm="100000">
                                          <p:val>
                                            <p:strVal val="#ppt_w"/>
                                          </p:val>
                                        </p:tav>
                                      </p:tavLst>
                                    </p:anim>
                                    <p:anim calcmode="lin" valueType="num">
                                      <p:cBhvr>
                                        <p:cTn id="428" dur="5960" fill="hold"/>
                                        <p:tgtEl>
                                          <p:spTgt spid="429"/>
                                        </p:tgtEl>
                                        <p:attrNameLst>
                                          <p:attrName>ppt_h</p:attrName>
                                        </p:attrNameLst>
                                      </p:cBhvr>
                                      <p:tavLst>
                                        <p:tav tm="0">
                                          <p:val>
                                            <p:fltVal val="0"/>
                                          </p:val>
                                        </p:tav>
                                        <p:tav tm="100000">
                                          <p:val>
                                            <p:strVal val="#ppt_h"/>
                                          </p:val>
                                        </p:tav>
                                      </p:tavLst>
                                    </p:anim>
                                    <p:animEffect transition="in" filter="fade">
                                      <p:cBhvr>
                                        <p:cTn id="429" dur="5960"/>
                                        <p:tgtEl>
                                          <p:spTgt spid="429"/>
                                        </p:tgtEl>
                                      </p:cBhvr>
                                    </p:animEffect>
                                    <p:anim calcmode="lin" valueType="num">
                                      <p:cBhvr>
                                        <p:cTn id="430" dur="5960" fill="hold"/>
                                        <p:tgtEl>
                                          <p:spTgt spid="429"/>
                                        </p:tgtEl>
                                        <p:attrNameLst>
                                          <p:attrName>ppt_x</p:attrName>
                                        </p:attrNameLst>
                                      </p:cBhvr>
                                      <p:tavLst>
                                        <p:tav tm="0">
                                          <p:val>
                                            <p:fltVal val="0.5"/>
                                          </p:val>
                                        </p:tav>
                                        <p:tav tm="100000">
                                          <p:val>
                                            <p:strVal val="#ppt_x"/>
                                          </p:val>
                                        </p:tav>
                                      </p:tavLst>
                                    </p:anim>
                                    <p:anim calcmode="lin" valueType="num">
                                      <p:cBhvr>
                                        <p:cTn id="431" dur="5960" fill="hold"/>
                                        <p:tgtEl>
                                          <p:spTgt spid="429"/>
                                        </p:tgtEl>
                                        <p:attrNameLst>
                                          <p:attrName>ppt_y</p:attrName>
                                        </p:attrNameLst>
                                      </p:cBhvr>
                                      <p:tavLst>
                                        <p:tav tm="0">
                                          <p:val>
                                            <p:fltVal val="0.5"/>
                                          </p:val>
                                        </p:tav>
                                        <p:tav tm="100000">
                                          <p:val>
                                            <p:strVal val="#ppt_y"/>
                                          </p:val>
                                        </p:tav>
                                      </p:tavLst>
                                    </p:anim>
                                  </p:childTnLst>
                                </p:cTn>
                              </p:par>
                              <p:par>
                                <p:cTn id="432" presetID="53" presetClass="entr" presetSubtype="528" repeatCount="indefinite" fill="hold" grpId="0" nodeType="withEffect">
                                  <p:stCondLst>
                                    <p:cond delay="464"/>
                                  </p:stCondLst>
                                  <p:childTnLst>
                                    <p:set>
                                      <p:cBhvr>
                                        <p:cTn id="433" dur="1" fill="hold">
                                          <p:stCondLst>
                                            <p:cond delay="0"/>
                                          </p:stCondLst>
                                        </p:cTn>
                                        <p:tgtEl>
                                          <p:spTgt spid="430"/>
                                        </p:tgtEl>
                                        <p:attrNameLst>
                                          <p:attrName>style.visibility</p:attrName>
                                        </p:attrNameLst>
                                      </p:cBhvr>
                                      <p:to>
                                        <p:strVal val="visible"/>
                                      </p:to>
                                    </p:set>
                                    <p:anim calcmode="lin" valueType="num">
                                      <p:cBhvr>
                                        <p:cTn id="434" dur="6406" fill="hold"/>
                                        <p:tgtEl>
                                          <p:spTgt spid="430"/>
                                        </p:tgtEl>
                                        <p:attrNameLst>
                                          <p:attrName>ppt_w</p:attrName>
                                        </p:attrNameLst>
                                      </p:cBhvr>
                                      <p:tavLst>
                                        <p:tav tm="0">
                                          <p:val>
                                            <p:fltVal val="0"/>
                                          </p:val>
                                        </p:tav>
                                        <p:tav tm="100000">
                                          <p:val>
                                            <p:strVal val="#ppt_w"/>
                                          </p:val>
                                        </p:tav>
                                      </p:tavLst>
                                    </p:anim>
                                    <p:anim calcmode="lin" valueType="num">
                                      <p:cBhvr>
                                        <p:cTn id="435" dur="6406" fill="hold"/>
                                        <p:tgtEl>
                                          <p:spTgt spid="430"/>
                                        </p:tgtEl>
                                        <p:attrNameLst>
                                          <p:attrName>ppt_h</p:attrName>
                                        </p:attrNameLst>
                                      </p:cBhvr>
                                      <p:tavLst>
                                        <p:tav tm="0">
                                          <p:val>
                                            <p:fltVal val="0"/>
                                          </p:val>
                                        </p:tav>
                                        <p:tav tm="100000">
                                          <p:val>
                                            <p:strVal val="#ppt_h"/>
                                          </p:val>
                                        </p:tav>
                                      </p:tavLst>
                                    </p:anim>
                                    <p:animEffect transition="in" filter="fade">
                                      <p:cBhvr>
                                        <p:cTn id="436" dur="6406"/>
                                        <p:tgtEl>
                                          <p:spTgt spid="430"/>
                                        </p:tgtEl>
                                      </p:cBhvr>
                                    </p:animEffect>
                                    <p:anim calcmode="lin" valueType="num">
                                      <p:cBhvr>
                                        <p:cTn id="437" dur="6406" fill="hold"/>
                                        <p:tgtEl>
                                          <p:spTgt spid="430"/>
                                        </p:tgtEl>
                                        <p:attrNameLst>
                                          <p:attrName>ppt_x</p:attrName>
                                        </p:attrNameLst>
                                      </p:cBhvr>
                                      <p:tavLst>
                                        <p:tav tm="0">
                                          <p:val>
                                            <p:fltVal val="0.5"/>
                                          </p:val>
                                        </p:tav>
                                        <p:tav tm="100000">
                                          <p:val>
                                            <p:strVal val="#ppt_x"/>
                                          </p:val>
                                        </p:tav>
                                      </p:tavLst>
                                    </p:anim>
                                    <p:anim calcmode="lin" valueType="num">
                                      <p:cBhvr>
                                        <p:cTn id="438" dur="6406" fill="hold"/>
                                        <p:tgtEl>
                                          <p:spTgt spid="430"/>
                                        </p:tgtEl>
                                        <p:attrNameLst>
                                          <p:attrName>ppt_y</p:attrName>
                                        </p:attrNameLst>
                                      </p:cBhvr>
                                      <p:tavLst>
                                        <p:tav tm="0">
                                          <p:val>
                                            <p:fltVal val="0.5"/>
                                          </p:val>
                                        </p:tav>
                                        <p:tav tm="100000">
                                          <p:val>
                                            <p:strVal val="#ppt_y"/>
                                          </p:val>
                                        </p:tav>
                                      </p:tavLst>
                                    </p:anim>
                                  </p:childTnLst>
                                </p:cTn>
                              </p:par>
                              <p:par>
                                <p:cTn id="439" presetID="53" presetClass="entr" presetSubtype="528" repeatCount="indefinite" fill="hold" grpId="0" nodeType="withEffect">
                                  <p:stCondLst>
                                    <p:cond delay="1093"/>
                                  </p:stCondLst>
                                  <p:childTnLst>
                                    <p:set>
                                      <p:cBhvr>
                                        <p:cTn id="440" dur="1" fill="hold">
                                          <p:stCondLst>
                                            <p:cond delay="0"/>
                                          </p:stCondLst>
                                        </p:cTn>
                                        <p:tgtEl>
                                          <p:spTgt spid="431"/>
                                        </p:tgtEl>
                                        <p:attrNameLst>
                                          <p:attrName>style.visibility</p:attrName>
                                        </p:attrNameLst>
                                      </p:cBhvr>
                                      <p:to>
                                        <p:strVal val="visible"/>
                                      </p:to>
                                    </p:set>
                                    <p:anim calcmode="lin" valueType="num">
                                      <p:cBhvr>
                                        <p:cTn id="441" dur="6713" fill="hold"/>
                                        <p:tgtEl>
                                          <p:spTgt spid="431"/>
                                        </p:tgtEl>
                                        <p:attrNameLst>
                                          <p:attrName>ppt_w</p:attrName>
                                        </p:attrNameLst>
                                      </p:cBhvr>
                                      <p:tavLst>
                                        <p:tav tm="0">
                                          <p:val>
                                            <p:fltVal val="0"/>
                                          </p:val>
                                        </p:tav>
                                        <p:tav tm="100000">
                                          <p:val>
                                            <p:strVal val="#ppt_w"/>
                                          </p:val>
                                        </p:tav>
                                      </p:tavLst>
                                    </p:anim>
                                    <p:anim calcmode="lin" valueType="num">
                                      <p:cBhvr>
                                        <p:cTn id="442" dur="6713" fill="hold"/>
                                        <p:tgtEl>
                                          <p:spTgt spid="431"/>
                                        </p:tgtEl>
                                        <p:attrNameLst>
                                          <p:attrName>ppt_h</p:attrName>
                                        </p:attrNameLst>
                                      </p:cBhvr>
                                      <p:tavLst>
                                        <p:tav tm="0">
                                          <p:val>
                                            <p:fltVal val="0"/>
                                          </p:val>
                                        </p:tav>
                                        <p:tav tm="100000">
                                          <p:val>
                                            <p:strVal val="#ppt_h"/>
                                          </p:val>
                                        </p:tav>
                                      </p:tavLst>
                                    </p:anim>
                                    <p:animEffect transition="in" filter="fade">
                                      <p:cBhvr>
                                        <p:cTn id="443" dur="6713"/>
                                        <p:tgtEl>
                                          <p:spTgt spid="431"/>
                                        </p:tgtEl>
                                      </p:cBhvr>
                                    </p:animEffect>
                                    <p:anim calcmode="lin" valueType="num">
                                      <p:cBhvr>
                                        <p:cTn id="444" dur="6713" fill="hold"/>
                                        <p:tgtEl>
                                          <p:spTgt spid="431"/>
                                        </p:tgtEl>
                                        <p:attrNameLst>
                                          <p:attrName>ppt_x</p:attrName>
                                        </p:attrNameLst>
                                      </p:cBhvr>
                                      <p:tavLst>
                                        <p:tav tm="0">
                                          <p:val>
                                            <p:fltVal val="0.5"/>
                                          </p:val>
                                        </p:tav>
                                        <p:tav tm="100000">
                                          <p:val>
                                            <p:strVal val="#ppt_x"/>
                                          </p:val>
                                        </p:tav>
                                      </p:tavLst>
                                    </p:anim>
                                    <p:anim calcmode="lin" valueType="num">
                                      <p:cBhvr>
                                        <p:cTn id="445" dur="6713" fill="hold"/>
                                        <p:tgtEl>
                                          <p:spTgt spid="431"/>
                                        </p:tgtEl>
                                        <p:attrNameLst>
                                          <p:attrName>ppt_y</p:attrName>
                                        </p:attrNameLst>
                                      </p:cBhvr>
                                      <p:tavLst>
                                        <p:tav tm="0">
                                          <p:val>
                                            <p:fltVal val="0.5"/>
                                          </p:val>
                                        </p:tav>
                                        <p:tav tm="100000">
                                          <p:val>
                                            <p:strVal val="#ppt_y"/>
                                          </p:val>
                                        </p:tav>
                                      </p:tavLst>
                                    </p:anim>
                                  </p:childTnLst>
                                </p:cTn>
                              </p:par>
                              <p:par>
                                <p:cTn id="446" presetID="53" presetClass="entr" presetSubtype="528" repeatCount="indefinite" fill="hold" grpId="0" nodeType="withEffect">
                                  <p:stCondLst>
                                    <p:cond delay="1754"/>
                                  </p:stCondLst>
                                  <p:childTnLst>
                                    <p:set>
                                      <p:cBhvr>
                                        <p:cTn id="447" dur="1" fill="hold">
                                          <p:stCondLst>
                                            <p:cond delay="0"/>
                                          </p:stCondLst>
                                        </p:cTn>
                                        <p:tgtEl>
                                          <p:spTgt spid="432"/>
                                        </p:tgtEl>
                                        <p:attrNameLst>
                                          <p:attrName>style.visibility</p:attrName>
                                        </p:attrNameLst>
                                      </p:cBhvr>
                                      <p:to>
                                        <p:strVal val="visible"/>
                                      </p:to>
                                    </p:set>
                                    <p:anim calcmode="lin" valueType="num">
                                      <p:cBhvr>
                                        <p:cTn id="448" dur="6271" fill="hold"/>
                                        <p:tgtEl>
                                          <p:spTgt spid="432"/>
                                        </p:tgtEl>
                                        <p:attrNameLst>
                                          <p:attrName>ppt_w</p:attrName>
                                        </p:attrNameLst>
                                      </p:cBhvr>
                                      <p:tavLst>
                                        <p:tav tm="0">
                                          <p:val>
                                            <p:fltVal val="0"/>
                                          </p:val>
                                        </p:tav>
                                        <p:tav tm="100000">
                                          <p:val>
                                            <p:strVal val="#ppt_w"/>
                                          </p:val>
                                        </p:tav>
                                      </p:tavLst>
                                    </p:anim>
                                    <p:anim calcmode="lin" valueType="num">
                                      <p:cBhvr>
                                        <p:cTn id="449" dur="6271" fill="hold"/>
                                        <p:tgtEl>
                                          <p:spTgt spid="432"/>
                                        </p:tgtEl>
                                        <p:attrNameLst>
                                          <p:attrName>ppt_h</p:attrName>
                                        </p:attrNameLst>
                                      </p:cBhvr>
                                      <p:tavLst>
                                        <p:tav tm="0">
                                          <p:val>
                                            <p:fltVal val="0"/>
                                          </p:val>
                                        </p:tav>
                                        <p:tav tm="100000">
                                          <p:val>
                                            <p:strVal val="#ppt_h"/>
                                          </p:val>
                                        </p:tav>
                                      </p:tavLst>
                                    </p:anim>
                                    <p:animEffect transition="in" filter="fade">
                                      <p:cBhvr>
                                        <p:cTn id="450" dur="6271"/>
                                        <p:tgtEl>
                                          <p:spTgt spid="432"/>
                                        </p:tgtEl>
                                      </p:cBhvr>
                                    </p:animEffect>
                                    <p:anim calcmode="lin" valueType="num">
                                      <p:cBhvr>
                                        <p:cTn id="451" dur="6271" fill="hold"/>
                                        <p:tgtEl>
                                          <p:spTgt spid="432"/>
                                        </p:tgtEl>
                                        <p:attrNameLst>
                                          <p:attrName>ppt_x</p:attrName>
                                        </p:attrNameLst>
                                      </p:cBhvr>
                                      <p:tavLst>
                                        <p:tav tm="0">
                                          <p:val>
                                            <p:fltVal val="0.5"/>
                                          </p:val>
                                        </p:tav>
                                        <p:tav tm="100000">
                                          <p:val>
                                            <p:strVal val="#ppt_x"/>
                                          </p:val>
                                        </p:tav>
                                      </p:tavLst>
                                    </p:anim>
                                    <p:anim calcmode="lin" valueType="num">
                                      <p:cBhvr>
                                        <p:cTn id="452" dur="6271" fill="hold"/>
                                        <p:tgtEl>
                                          <p:spTgt spid="432"/>
                                        </p:tgtEl>
                                        <p:attrNameLst>
                                          <p:attrName>ppt_y</p:attrName>
                                        </p:attrNameLst>
                                      </p:cBhvr>
                                      <p:tavLst>
                                        <p:tav tm="0">
                                          <p:val>
                                            <p:fltVal val="0.5"/>
                                          </p:val>
                                        </p:tav>
                                        <p:tav tm="100000">
                                          <p:val>
                                            <p:strVal val="#ppt_y"/>
                                          </p:val>
                                        </p:tav>
                                      </p:tavLst>
                                    </p:anim>
                                  </p:childTnLst>
                                </p:cTn>
                              </p:par>
                              <p:par>
                                <p:cTn id="453" presetID="53" presetClass="entr" presetSubtype="528" repeatCount="indefinite" fill="hold" grpId="0" nodeType="withEffect">
                                  <p:stCondLst>
                                    <p:cond delay="331"/>
                                  </p:stCondLst>
                                  <p:childTnLst>
                                    <p:set>
                                      <p:cBhvr>
                                        <p:cTn id="454" dur="1" fill="hold">
                                          <p:stCondLst>
                                            <p:cond delay="0"/>
                                          </p:stCondLst>
                                        </p:cTn>
                                        <p:tgtEl>
                                          <p:spTgt spid="433"/>
                                        </p:tgtEl>
                                        <p:attrNameLst>
                                          <p:attrName>style.visibility</p:attrName>
                                        </p:attrNameLst>
                                      </p:cBhvr>
                                      <p:to>
                                        <p:strVal val="visible"/>
                                      </p:to>
                                    </p:set>
                                    <p:anim calcmode="lin" valueType="num">
                                      <p:cBhvr>
                                        <p:cTn id="455" dur="6081" fill="hold"/>
                                        <p:tgtEl>
                                          <p:spTgt spid="433"/>
                                        </p:tgtEl>
                                        <p:attrNameLst>
                                          <p:attrName>ppt_w</p:attrName>
                                        </p:attrNameLst>
                                      </p:cBhvr>
                                      <p:tavLst>
                                        <p:tav tm="0">
                                          <p:val>
                                            <p:fltVal val="0"/>
                                          </p:val>
                                        </p:tav>
                                        <p:tav tm="100000">
                                          <p:val>
                                            <p:strVal val="#ppt_w"/>
                                          </p:val>
                                        </p:tav>
                                      </p:tavLst>
                                    </p:anim>
                                    <p:anim calcmode="lin" valueType="num">
                                      <p:cBhvr>
                                        <p:cTn id="456" dur="6081" fill="hold"/>
                                        <p:tgtEl>
                                          <p:spTgt spid="433"/>
                                        </p:tgtEl>
                                        <p:attrNameLst>
                                          <p:attrName>ppt_h</p:attrName>
                                        </p:attrNameLst>
                                      </p:cBhvr>
                                      <p:tavLst>
                                        <p:tav tm="0">
                                          <p:val>
                                            <p:fltVal val="0"/>
                                          </p:val>
                                        </p:tav>
                                        <p:tav tm="100000">
                                          <p:val>
                                            <p:strVal val="#ppt_h"/>
                                          </p:val>
                                        </p:tav>
                                      </p:tavLst>
                                    </p:anim>
                                    <p:animEffect transition="in" filter="fade">
                                      <p:cBhvr>
                                        <p:cTn id="457" dur="6081"/>
                                        <p:tgtEl>
                                          <p:spTgt spid="433"/>
                                        </p:tgtEl>
                                      </p:cBhvr>
                                    </p:animEffect>
                                    <p:anim calcmode="lin" valueType="num">
                                      <p:cBhvr>
                                        <p:cTn id="458" dur="6081" fill="hold"/>
                                        <p:tgtEl>
                                          <p:spTgt spid="433"/>
                                        </p:tgtEl>
                                        <p:attrNameLst>
                                          <p:attrName>ppt_x</p:attrName>
                                        </p:attrNameLst>
                                      </p:cBhvr>
                                      <p:tavLst>
                                        <p:tav tm="0">
                                          <p:val>
                                            <p:fltVal val="0.5"/>
                                          </p:val>
                                        </p:tav>
                                        <p:tav tm="100000">
                                          <p:val>
                                            <p:strVal val="#ppt_x"/>
                                          </p:val>
                                        </p:tav>
                                      </p:tavLst>
                                    </p:anim>
                                    <p:anim calcmode="lin" valueType="num">
                                      <p:cBhvr>
                                        <p:cTn id="459" dur="6081" fill="hold"/>
                                        <p:tgtEl>
                                          <p:spTgt spid="433"/>
                                        </p:tgtEl>
                                        <p:attrNameLst>
                                          <p:attrName>ppt_y</p:attrName>
                                        </p:attrNameLst>
                                      </p:cBhvr>
                                      <p:tavLst>
                                        <p:tav tm="0">
                                          <p:val>
                                            <p:fltVal val="0.5"/>
                                          </p:val>
                                        </p:tav>
                                        <p:tav tm="100000">
                                          <p:val>
                                            <p:strVal val="#ppt_y"/>
                                          </p:val>
                                        </p:tav>
                                      </p:tavLst>
                                    </p:anim>
                                  </p:childTnLst>
                                </p:cTn>
                              </p:par>
                              <p:par>
                                <p:cTn id="460" presetID="53" presetClass="entr" presetSubtype="528" repeatCount="indefinite" fill="hold" grpId="0" nodeType="withEffect">
                                  <p:stCondLst>
                                    <p:cond delay="52"/>
                                  </p:stCondLst>
                                  <p:childTnLst>
                                    <p:set>
                                      <p:cBhvr>
                                        <p:cTn id="461" dur="1" fill="hold">
                                          <p:stCondLst>
                                            <p:cond delay="0"/>
                                          </p:stCondLst>
                                        </p:cTn>
                                        <p:tgtEl>
                                          <p:spTgt spid="434"/>
                                        </p:tgtEl>
                                        <p:attrNameLst>
                                          <p:attrName>style.visibility</p:attrName>
                                        </p:attrNameLst>
                                      </p:cBhvr>
                                      <p:to>
                                        <p:strVal val="visible"/>
                                      </p:to>
                                    </p:set>
                                    <p:anim calcmode="lin" valueType="num">
                                      <p:cBhvr>
                                        <p:cTn id="462" dur="6712" fill="hold"/>
                                        <p:tgtEl>
                                          <p:spTgt spid="434"/>
                                        </p:tgtEl>
                                        <p:attrNameLst>
                                          <p:attrName>ppt_w</p:attrName>
                                        </p:attrNameLst>
                                      </p:cBhvr>
                                      <p:tavLst>
                                        <p:tav tm="0">
                                          <p:val>
                                            <p:fltVal val="0"/>
                                          </p:val>
                                        </p:tav>
                                        <p:tav tm="100000">
                                          <p:val>
                                            <p:strVal val="#ppt_w"/>
                                          </p:val>
                                        </p:tav>
                                      </p:tavLst>
                                    </p:anim>
                                    <p:anim calcmode="lin" valueType="num">
                                      <p:cBhvr>
                                        <p:cTn id="463" dur="6712" fill="hold"/>
                                        <p:tgtEl>
                                          <p:spTgt spid="434"/>
                                        </p:tgtEl>
                                        <p:attrNameLst>
                                          <p:attrName>ppt_h</p:attrName>
                                        </p:attrNameLst>
                                      </p:cBhvr>
                                      <p:tavLst>
                                        <p:tav tm="0">
                                          <p:val>
                                            <p:fltVal val="0"/>
                                          </p:val>
                                        </p:tav>
                                        <p:tav tm="100000">
                                          <p:val>
                                            <p:strVal val="#ppt_h"/>
                                          </p:val>
                                        </p:tav>
                                      </p:tavLst>
                                    </p:anim>
                                    <p:animEffect transition="in" filter="fade">
                                      <p:cBhvr>
                                        <p:cTn id="464" dur="6712"/>
                                        <p:tgtEl>
                                          <p:spTgt spid="434"/>
                                        </p:tgtEl>
                                      </p:cBhvr>
                                    </p:animEffect>
                                    <p:anim calcmode="lin" valueType="num">
                                      <p:cBhvr>
                                        <p:cTn id="465" dur="6712" fill="hold"/>
                                        <p:tgtEl>
                                          <p:spTgt spid="434"/>
                                        </p:tgtEl>
                                        <p:attrNameLst>
                                          <p:attrName>ppt_x</p:attrName>
                                        </p:attrNameLst>
                                      </p:cBhvr>
                                      <p:tavLst>
                                        <p:tav tm="0">
                                          <p:val>
                                            <p:fltVal val="0.5"/>
                                          </p:val>
                                        </p:tav>
                                        <p:tav tm="100000">
                                          <p:val>
                                            <p:strVal val="#ppt_x"/>
                                          </p:val>
                                        </p:tav>
                                      </p:tavLst>
                                    </p:anim>
                                    <p:anim calcmode="lin" valueType="num">
                                      <p:cBhvr>
                                        <p:cTn id="466" dur="6712" fill="hold"/>
                                        <p:tgtEl>
                                          <p:spTgt spid="434"/>
                                        </p:tgtEl>
                                        <p:attrNameLst>
                                          <p:attrName>ppt_y</p:attrName>
                                        </p:attrNameLst>
                                      </p:cBhvr>
                                      <p:tavLst>
                                        <p:tav tm="0">
                                          <p:val>
                                            <p:fltVal val="0.5"/>
                                          </p:val>
                                        </p:tav>
                                        <p:tav tm="100000">
                                          <p:val>
                                            <p:strVal val="#ppt_y"/>
                                          </p:val>
                                        </p:tav>
                                      </p:tavLst>
                                    </p:anim>
                                  </p:childTnLst>
                                </p:cTn>
                              </p:par>
                              <p:par>
                                <p:cTn id="467" presetID="53" presetClass="entr" presetSubtype="528" repeatCount="indefinite" fill="hold" grpId="0" nodeType="withEffect">
                                  <p:stCondLst>
                                    <p:cond delay="35"/>
                                  </p:stCondLst>
                                  <p:childTnLst>
                                    <p:set>
                                      <p:cBhvr>
                                        <p:cTn id="468" dur="1" fill="hold">
                                          <p:stCondLst>
                                            <p:cond delay="0"/>
                                          </p:stCondLst>
                                        </p:cTn>
                                        <p:tgtEl>
                                          <p:spTgt spid="435"/>
                                        </p:tgtEl>
                                        <p:attrNameLst>
                                          <p:attrName>style.visibility</p:attrName>
                                        </p:attrNameLst>
                                      </p:cBhvr>
                                      <p:to>
                                        <p:strVal val="visible"/>
                                      </p:to>
                                    </p:set>
                                    <p:anim calcmode="lin" valueType="num">
                                      <p:cBhvr>
                                        <p:cTn id="469" dur="5135" fill="hold"/>
                                        <p:tgtEl>
                                          <p:spTgt spid="435"/>
                                        </p:tgtEl>
                                        <p:attrNameLst>
                                          <p:attrName>ppt_w</p:attrName>
                                        </p:attrNameLst>
                                      </p:cBhvr>
                                      <p:tavLst>
                                        <p:tav tm="0">
                                          <p:val>
                                            <p:fltVal val="0"/>
                                          </p:val>
                                        </p:tav>
                                        <p:tav tm="100000">
                                          <p:val>
                                            <p:strVal val="#ppt_w"/>
                                          </p:val>
                                        </p:tav>
                                      </p:tavLst>
                                    </p:anim>
                                    <p:anim calcmode="lin" valueType="num">
                                      <p:cBhvr>
                                        <p:cTn id="470" dur="5135" fill="hold"/>
                                        <p:tgtEl>
                                          <p:spTgt spid="435"/>
                                        </p:tgtEl>
                                        <p:attrNameLst>
                                          <p:attrName>ppt_h</p:attrName>
                                        </p:attrNameLst>
                                      </p:cBhvr>
                                      <p:tavLst>
                                        <p:tav tm="0">
                                          <p:val>
                                            <p:fltVal val="0"/>
                                          </p:val>
                                        </p:tav>
                                        <p:tav tm="100000">
                                          <p:val>
                                            <p:strVal val="#ppt_h"/>
                                          </p:val>
                                        </p:tav>
                                      </p:tavLst>
                                    </p:anim>
                                    <p:animEffect transition="in" filter="fade">
                                      <p:cBhvr>
                                        <p:cTn id="471" dur="5135"/>
                                        <p:tgtEl>
                                          <p:spTgt spid="435"/>
                                        </p:tgtEl>
                                      </p:cBhvr>
                                    </p:animEffect>
                                    <p:anim calcmode="lin" valueType="num">
                                      <p:cBhvr>
                                        <p:cTn id="472" dur="5135" fill="hold"/>
                                        <p:tgtEl>
                                          <p:spTgt spid="435"/>
                                        </p:tgtEl>
                                        <p:attrNameLst>
                                          <p:attrName>ppt_x</p:attrName>
                                        </p:attrNameLst>
                                      </p:cBhvr>
                                      <p:tavLst>
                                        <p:tav tm="0">
                                          <p:val>
                                            <p:fltVal val="0.5"/>
                                          </p:val>
                                        </p:tav>
                                        <p:tav tm="100000">
                                          <p:val>
                                            <p:strVal val="#ppt_x"/>
                                          </p:val>
                                        </p:tav>
                                      </p:tavLst>
                                    </p:anim>
                                    <p:anim calcmode="lin" valueType="num">
                                      <p:cBhvr>
                                        <p:cTn id="473" dur="5135" fill="hold"/>
                                        <p:tgtEl>
                                          <p:spTgt spid="435"/>
                                        </p:tgtEl>
                                        <p:attrNameLst>
                                          <p:attrName>ppt_y</p:attrName>
                                        </p:attrNameLst>
                                      </p:cBhvr>
                                      <p:tavLst>
                                        <p:tav tm="0">
                                          <p:val>
                                            <p:fltVal val="0.5"/>
                                          </p:val>
                                        </p:tav>
                                        <p:tav tm="100000">
                                          <p:val>
                                            <p:strVal val="#ppt_y"/>
                                          </p:val>
                                        </p:tav>
                                      </p:tavLst>
                                    </p:anim>
                                  </p:childTnLst>
                                </p:cTn>
                              </p:par>
                              <p:par>
                                <p:cTn id="474" presetID="53" presetClass="entr" presetSubtype="528" repeatCount="indefinite" fill="hold" grpId="0" nodeType="withEffect">
                                  <p:stCondLst>
                                    <p:cond delay="1810"/>
                                  </p:stCondLst>
                                  <p:childTnLst>
                                    <p:set>
                                      <p:cBhvr>
                                        <p:cTn id="475" dur="1" fill="hold">
                                          <p:stCondLst>
                                            <p:cond delay="0"/>
                                          </p:stCondLst>
                                        </p:cTn>
                                        <p:tgtEl>
                                          <p:spTgt spid="436"/>
                                        </p:tgtEl>
                                        <p:attrNameLst>
                                          <p:attrName>style.visibility</p:attrName>
                                        </p:attrNameLst>
                                      </p:cBhvr>
                                      <p:to>
                                        <p:strVal val="visible"/>
                                      </p:to>
                                    </p:set>
                                    <p:anim calcmode="lin" valueType="num">
                                      <p:cBhvr>
                                        <p:cTn id="476" dur="5463" fill="hold"/>
                                        <p:tgtEl>
                                          <p:spTgt spid="436"/>
                                        </p:tgtEl>
                                        <p:attrNameLst>
                                          <p:attrName>ppt_w</p:attrName>
                                        </p:attrNameLst>
                                      </p:cBhvr>
                                      <p:tavLst>
                                        <p:tav tm="0">
                                          <p:val>
                                            <p:fltVal val="0"/>
                                          </p:val>
                                        </p:tav>
                                        <p:tav tm="100000">
                                          <p:val>
                                            <p:strVal val="#ppt_w"/>
                                          </p:val>
                                        </p:tav>
                                      </p:tavLst>
                                    </p:anim>
                                    <p:anim calcmode="lin" valueType="num">
                                      <p:cBhvr>
                                        <p:cTn id="477" dur="5463" fill="hold"/>
                                        <p:tgtEl>
                                          <p:spTgt spid="436"/>
                                        </p:tgtEl>
                                        <p:attrNameLst>
                                          <p:attrName>ppt_h</p:attrName>
                                        </p:attrNameLst>
                                      </p:cBhvr>
                                      <p:tavLst>
                                        <p:tav tm="0">
                                          <p:val>
                                            <p:fltVal val="0"/>
                                          </p:val>
                                        </p:tav>
                                        <p:tav tm="100000">
                                          <p:val>
                                            <p:strVal val="#ppt_h"/>
                                          </p:val>
                                        </p:tav>
                                      </p:tavLst>
                                    </p:anim>
                                    <p:animEffect transition="in" filter="fade">
                                      <p:cBhvr>
                                        <p:cTn id="478" dur="5463"/>
                                        <p:tgtEl>
                                          <p:spTgt spid="436"/>
                                        </p:tgtEl>
                                      </p:cBhvr>
                                    </p:animEffect>
                                    <p:anim calcmode="lin" valueType="num">
                                      <p:cBhvr>
                                        <p:cTn id="479" dur="5463" fill="hold"/>
                                        <p:tgtEl>
                                          <p:spTgt spid="436"/>
                                        </p:tgtEl>
                                        <p:attrNameLst>
                                          <p:attrName>ppt_x</p:attrName>
                                        </p:attrNameLst>
                                      </p:cBhvr>
                                      <p:tavLst>
                                        <p:tav tm="0">
                                          <p:val>
                                            <p:fltVal val="0.5"/>
                                          </p:val>
                                        </p:tav>
                                        <p:tav tm="100000">
                                          <p:val>
                                            <p:strVal val="#ppt_x"/>
                                          </p:val>
                                        </p:tav>
                                      </p:tavLst>
                                    </p:anim>
                                    <p:anim calcmode="lin" valueType="num">
                                      <p:cBhvr>
                                        <p:cTn id="480" dur="5463" fill="hold"/>
                                        <p:tgtEl>
                                          <p:spTgt spid="436"/>
                                        </p:tgtEl>
                                        <p:attrNameLst>
                                          <p:attrName>ppt_y</p:attrName>
                                        </p:attrNameLst>
                                      </p:cBhvr>
                                      <p:tavLst>
                                        <p:tav tm="0">
                                          <p:val>
                                            <p:fltVal val="0.5"/>
                                          </p:val>
                                        </p:tav>
                                        <p:tav tm="100000">
                                          <p:val>
                                            <p:strVal val="#ppt_y"/>
                                          </p:val>
                                        </p:tav>
                                      </p:tavLst>
                                    </p:anim>
                                  </p:childTnLst>
                                </p:cTn>
                              </p:par>
                              <p:par>
                                <p:cTn id="481" presetID="53" presetClass="entr" presetSubtype="528" repeatCount="indefinite" fill="hold" grpId="0" nodeType="withEffect">
                                  <p:stCondLst>
                                    <p:cond delay="207"/>
                                  </p:stCondLst>
                                  <p:childTnLst>
                                    <p:set>
                                      <p:cBhvr>
                                        <p:cTn id="482" dur="1" fill="hold">
                                          <p:stCondLst>
                                            <p:cond delay="0"/>
                                          </p:stCondLst>
                                        </p:cTn>
                                        <p:tgtEl>
                                          <p:spTgt spid="437"/>
                                        </p:tgtEl>
                                        <p:attrNameLst>
                                          <p:attrName>style.visibility</p:attrName>
                                        </p:attrNameLst>
                                      </p:cBhvr>
                                      <p:to>
                                        <p:strVal val="visible"/>
                                      </p:to>
                                    </p:set>
                                    <p:anim calcmode="lin" valueType="num">
                                      <p:cBhvr>
                                        <p:cTn id="483" dur="5327" fill="hold"/>
                                        <p:tgtEl>
                                          <p:spTgt spid="437"/>
                                        </p:tgtEl>
                                        <p:attrNameLst>
                                          <p:attrName>ppt_w</p:attrName>
                                        </p:attrNameLst>
                                      </p:cBhvr>
                                      <p:tavLst>
                                        <p:tav tm="0">
                                          <p:val>
                                            <p:fltVal val="0"/>
                                          </p:val>
                                        </p:tav>
                                        <p:tav tm="100000">
                                          <p:val>
                                            <p:strVal val="#ppt_w"/>
                                          </p:val>
                                        </p:tav>
                                      </p:tavLst>
                                    </p:anim>
                                    <p:anim calcmode="lin" valueType="num">
                                      <p:cBhvr>
                                        <p:cTn id="484" dur="5327" fill="hold"/>
                                        <p:tgtEl>
                                          <p:spTgt spid="437"/>
                                        </p:tgtEl>
                                        <p:attrNameLst>
                                          <p:attrName>ppt_h</p:attrName>
                                        </p:attrNameLst>
                                      </p:cBhvr>
                                      <p:tavLst>
                                        <p:tav tm="0">
                                          <p:val>
                                            <p:fltVal val="0"/>
                                          </p:val>
                                        </p:tav>
                                        <p:tav tm="100000">
                                          <p:val>
                                            <p:strVal val="#ppt_h"/>
                                          </p:val>
                                        </p:tav>
                                      </p:tavLst>
                                    </p:anim>
                                    <p:animEffect transition="in" filter="fade">
                                      <p:cBhvr>
                                        <p:cTn id="485" dur="5327"/>
                                        <p:tgtEl>
                                          <p:spTgt spid="437"/>
                                        </p:tgtEl>
                                      </p:cBhvr>
                                    </p:animEffect>
                                    <p:anim calcmode="lin" valueType="num">
                                      <p:cBhvr>
                                        <p:cTn id="486" dur="5327" fill="hold"/>
                                        <p:tgtEl>
                                          <p:spTgt spid="437"/>
                                        </p:tgtEl>
                                        <p:attrNameLst>
                                          <p:attrName>ppt_x</p:attrName>
                                        </p:attrNameLst>
                                      </p:cBhvr>
                                      <p:tavLst>
                                        <p:tav tm="0">
                                          <p:val>
                                            <p:fltVal val="0.5"/>
                                          </p:val>
                                        </p:tav>
                                        <p:tav tm="100000">
                                          <p:val>
                                            <p:strVal val="#ppt_x"/>
                                          </p:val>
                                        </p:tav>
                                      </p:tavLst>
                                    </p:anim>
                                    <p:anim calcmode="lin" valueType="num">
                                      <p:cBhvr>
                                        <p:cTn id="487" dur="5327" fill="hold"/>
                                        <p:tgtEl>
                                          <p:spTgt spid="437"/>
                                        </p:tgtEl>
                                        <p:attrNameLst>
                                          <p:attrName>ppt_y</p:attrName>
                                        </p:attrNameLst>
                                      </p:cBhvr>
                                      <p:tavLst>
                                        <p:tav tm="0">
                                          <p:val>
                                            <p:fltVal val="0.5"/>
                                          </p:val>
                                        </p:tav>
                                        <p:tav tm="100000">
                                          <p:val>
                                            <p:strVal val="#ppt_y"/>
                                          </p:val>
                                        </p:tav>
                                      </p:tavLst>
                                    </p:anim>
                                  </p:childTnLst>
                                </p:cTn>
                              </p:par>
                              <p:par>
                                <p:cTn id="488" presetID="53" presetClass="entr" presetSubtype="528" repeatCount="indefinite" fill="hold" grpId="0" nodeType="withEffect">
                                  <p:stCondLst>
                                    <p:cond delay="852"/>
                                  </p:stCondLst>
                                  <p:childTnLst>
                                    <p:set>
                                      <p:cBhvr>
                                        <p:cTn id="489" dur="1" fill="hold">
                                          <p:stCondLst>
                                            <p:cond delay="0"/>
                                          </p:stCondLst>
                                        </p:cTn>
                                        <p:tgtEl>
                                          <p:spTgt spid="438"/>
                                        </p:tgtEl>
                                        <p:attrNameLst>
                                          <p:attrName>style.visibility</p:attrName>
                                        </p:attrNameLst>
                                      </p:cBhvr>
                                      <p:to>
                                        <p:strVal val="visible"/>
                                      </p:to>
                                    </p:set>
                                    <p:anim calcmode="lin" valueType="num">
                                      <p:cBhvr>
                                        <p:cTn id="490" dur="5099" fill="hold"/>
                                        <p:tgtEl>
                                          <p:spTgt spid="438"/>
                                        </p:tgtEl>
                                        <p:attrNameLst>
                                          <p:attrName>ppt_w</p:attrName>
                                        </p:attrNameLst>
                                      </p:cBhvr>
                                      <p:tavLst>
                                        <p:tav tm="0">
                                          <p:val>
                                            <p:fltVal val="0"/>
                                          </p:val>
                                        </p:tav>
                                        <p:tav tm="100000">
                                          <p:val>
                                            <p:strVal val="#ppt_w"/>
                                          </p:val>
                                        </p:tav>
                                      </p:tavLst>
                                    </p:anim>
                                    <p:anim calcmode="lin" valueType="num">
                                      <p:cBhvr>
                                        <p:cTn id="491" dur="5099" fill="hold"/>
                                        <p:tgtEl>
                                          <p:spTgt spid="438"/>
                                        </p:tgtEl>
                                        <p:attrNameLst>
                                          <p:attrName>ppt_h</p:attrName>
                                        </p:attrNameLst>
                                      </p:cBhvr>
                                      <p:tavLst>
                                        <p:tav tm="0">
                                          <p:val>
                                            <p:fltVal val="0"/>
                                          </p:val>
                                        </p:tav>
                                        <p:tav tm="100000">
                                          <p:val>
                                            <p:strVal val="#ppt_h"/>
                                          </p:val>
                                        </p:tav>
                                      </p:tavLst>
                                    </p:anim>
                                    <p:animEffect transition="in" filter="fade">
                                      <p:cBhvr>
                                        <p:cTn id="492" dur="5099"/>
                                        <p:tgtEl>
                                          <p:spTgt spid="438"/>
                                        </p:tgtEl>
                                      </p:cBhvr>
                                    </p:animEffect>
                                    <p:anim calcmode="lin" valueType="num">
                                      <p:cBhvr>
                                        <p:cTn id="493" dur="5099" fill="hold"/>
                                        <p:tgtEl>
                                          <p:spTgt spid="438"/>
                                        </p:tgtEl>
                                        <p:attrNameLst>
                                          <p:attrName>ppt_x</p:attrName>
                                        </p:attrNameLst>
                                      </p:cBhvr>
                                      <p:tavLst>
                                        <p:tav tm="0">
                                          <p:val>
                                            <p:fltVal val="0.5"/>
                                          </p:val>
                                        </p:tav>
                                        <p:tav tm="100000">
                                          <p:val>
                                            <p:strVal val="#ppt_x"/>
                                          </p:val>
                                        </p:tav>
                                      </p:tavLst>
                                    </p:anim>
                                    <p:anim calcmode="lin" valueType="num">
                                      <p:cBhvr>
                                        <p:cTn id="494" dur="5099" fill="hold"/>
                                        <p:tgtEl>
                                          <p:spTgt spid="438"/>
                                        </p:tgtEl>
                                        <p:attrNameLst>
                                          <p:attrName>ppt_y</p:attrName>
                                        </p:attrNameLst>
                                      </p:cBhvr>
                                      <p:tavLst>
                                        <p:tav tm="0">
                                          <p:val>
                                            <p:fltVal val="0.5"/>
                                          </p:val>
                                        </p:tav>
                                        <p:tav tm="100000">
                                          <p:val>
                                            <p:strVal val="#ppt_y"/>
                                          </p:val>
                                        </p:tav>
                                      </p:tavLst>
                                    </p:anim>
                                  </p:childTnLst>
                                </p:cTn>
                              </p:par>
                              <p:par>
                                <p:cTn id="495" presetID="53" presetClass="entr" presetSubtype="528" repeatCount="indefinite" fill="hold" grpId="0" nodeType="withEffect">
                                  <p:stCondLst>
                                    <p:cond delay="1482"/>
                                  </p:stCondLst>
                                  <p:childTnLst>
                                    <p:set>
                                      <p:cBhvr>
                                        <p:cTn id="496" dur="1" fill="hold">
                                          <p:stCondLst>
                                            <p:cond delay="0"/>
                                          </p:stCondLst>
                                        </p:cTn>
                                        <p:tgtEl>
                                          <p:spTgt spid="439"/>
                                        </p:tgtEl>
                                        <p:attrNameLst>
                                          <p:attrName>style.visibility</p:attrName>
                                        </p:attrNameLst>
                                      </p:cBhvr>
                                      <p:to>
                                        <p:strVal val="visible"/>
                                      </p:to>
                                    </p:set>
                                    <p:anim calcmode="lin" valueType="num">
                                      <p:cBhvr>
                                        <p:cTn id="497" dur="7073" fill="hold"/>
                                        <p:tgtEl>
                                          <p:spTgt spid="439"/>
                                        </p:tgtEl>
                                        <p:attrNameLst>
                                          <p:attrName>ppt_w</p:attrName>
                                        </p:attrNameLst>
                                      </p:cBhvr>
                                      <p:tavLst>
                                        <p:tav tm="0">
                                          <p:val>
                                            <p:fltVal val="0"/>
                                          </p:val>
                                        </p:tav>
                                        <p:tav tm="100000">
                                          <p:val>
                                            <p:strVal val="#ppt_w"/>
                                          </p:val>
                                        </p:tav>
                                      </p:tavLst>
                                    </p:anim>
                                    <p:anim calcmode="lin" valueType="num">
                                      <p:cBhvr>
                                        <p:cTn id="498" dur="7073" fill="hold"/>
                                        <p:tgtEl>
                                          <p:spTgt spid="439"/>
                                        </p:tgtEl>
                                        <p:attrNameLst>
                                          <p:attrName>ppt_h</p:attrName>
                                        </p:attrNameLst>
                                      </p:cBhvr>
                                      <p:tavLst>
                                        <p:tav tm="0">
                                          <p:val>
                                            <p:fltVal val="0"/>
                                          </p:val>
                                        </p:tav>
                                        <p:tav tm="100000">
                                          <p:val>
                                            <p:strVal val="#ppt_h"/>
                                          </p:val>
                                        </p:tav>
                                      </p:tavLst>
                                    </p:anim>
                                    <p:animEffect transition="in" filter="fade">
                                      <p:cBhvr>
                                        <p:cTn id="499" dur="7073"/>
                                        <p:tgtEl>
                                          <p:spTgt spid="439"/>
                                        </p:tgtEl>
                                      </p:cBhvr>
                                    </p:animEffect>
                                    <p:anim calcmode="lin" valueType="num">
                                      <p:cBhvr>
                                        <p:cTn id="500" dur="7073" fill="hold"/>
                                        <p:tgtEl>
                                          <p:spTgt spid="439"/>
                                        </p:tgtEl>
                                        <p:attrNameLst>
                                          <p:attrName>ppt_x</p:attrName>
                                        </p:attrNameLst>
                                      </p:cBhvr>
                                      <p:tavLst>
                                        <p:tav tm="0">
                                          <p:val>
                                            <p:fltVal val="0.5"/>
                                          </p:val>
                                        </p:tav>
                                        <p:tav tm="100000">
                                          <p:val>
                                            <p:strVal val="#ppt_x"/>
                                          </p:val>
                                        </p:tav>
                                      </p:tavLst>
                                    </p:anim>
                                    <p:anim calcmode="lin" valueType="num">
                                      <p:cBhvr>
                                        <p:cTn id="501" dur="7073" fill="hold"/>
                                        <p:tgtEl>
                                          <p:spTgt spid="439"/>
                                        </p:tgtEl>
                                        <p:attrNameLst>
                                          <p:attrName>ppt_y</p:attrName>
                                        </p:attrNameLst>
                                      </p:cBhvr>
                                      <p:tavLst>
                                        <p:tav tm="0">
                                          <p:val>
                                            <p:fltVal val="0.5"/>
                                          </p:val>
                                        </p:tav>
                                        <p:tav tm="100000">
                                          <p:val>
                                            <p:strVal val="#ppt_y"/>
                                          </p:val>
                                        </p:tav>
                                      </p:tavLst>
                                    </p:anim>
                                  </p:childTnLst>
                                </p:cTn>
                              </p:par>
                              <p:par>
                                <p:cTn id="502" presetID="53" presetClass="entr" presetSubtype="528" repeatCount="indefinite" fill="hold" grpId="0" nodeType="withEffect">
                                  <p:stCondLst>
                                    <p:cond delay="176"/>
                                  </p:stCondLst>
                                  <p:childTnLst>
                                    <p:set>
                                      <p:cBhvr>
                                        <p:cTn id="503" dur="1" fill="hold">
                                          <p:stCondLst>
                                            <p:cond delay="0"/>
                                          </p:stCondLst>
                                        </p:cTn>
                                        <p:tgtEl>
                                          <p:spTgt spid="440"/>
                                        </p:tgtEl>
                                        <p:attrNameLst>
                                          <p:attrName>style.visibility</p:attrName>
                                        </p:attrNameLst>
                                      </p:cBhvr>
                                      <p:to>
                                        <p:strVal val="visible"/>
                                      </p:to>
                                    </p:set>
                                    <p:anim calcmode="lin" valueType="num">
                                      <p:cBhvr>
                                        <p:cTn id="504" dur="7201" fill="hold"/>
                                        <p:tgtEl>
                                          <p:spTgt spid="440"/>
                                        </p:tgtEl>
                                        <p:attrNameLst>
                                          <p:attrName>ppt_w</p:attrName>
                                        </p:attrNameLst>
                                      </p:cBhvr>
                                      <p:tavLst>
                                        <p:tav tm="0">
                                          <p:val>
                                            <p:fltVal val="0"/>
                                          </p:val>
                                        </p:tav>
                                        <p:tav tm="100000">
                                          <p:val>
                                            <p:strVal val="#ppt_w"/>
                                          </p:val>
                                        </p:tav>
                                      </p:tavLst>
                                    </p:anim>
                                    <p:anim calcmode="lin" valueType="num">
                                      <p:cBhvr>
                                        <p:cTn id="505" dur="7201" fill="hold"/>
                                        <p:tgtEl>
                                          <p:spTgt spid="440"/>
                                        </p:tgtEl>
                                        <p:attrNameLst>
                                          <p:attrName>ppt_h</p:attrName>
                                        </p:attrNameLst>
                                      </p:cBhvr>
                                      <p:tavLst>
                                        <p:tav tm="0">
                                          <p:val>
                                            <p:fltVal val="0"/>
                                          </p:val>
                                        </p:tav>
                                        <p:tav tm="100000">
                                          <p:val>
                                            <p:strVal val="#ppt_h"/>
                                          </p:val>
                                        </p:tav>
                                      </p:tavLst>
                                    </p:anim>
                                    <p:animEffect transition="in" filter="fade">
                                      <p:cBhvr>
                                        <p:cTn id="506" dur="7201"/>
                                        <p:tgtEl>
                                          <p:spTgt spid="440"/>
                                        </p:tgtEl>
                                      </p:cBhvr>
                                    </p:animEffect>
                                    <p:anim calcmode="lin" valueType="num">
                                      <p:cBhvr>
                                        <p:cTn id="507" dur="7201" fill="hold"/>
                                        <p:tgtEl>
                                          <p:spTgt spid="440"/>
                                        </p:tgtEl>
                                        <p:attrNameLst>
                                          <p:attrName>ppt_x</p:attrName>
                                        </p:attrNameLst>
                                      </p:cBhvr>
                                      <p:tavLst>
                                        <p:tav tm="0">
                                          <p:val>
                                            <p:fltVal val="0.5"/>
                                          </p:val>
                                        </p:tav>
                                        <p:tav tm="100000">
                                          <p:val>
                                            <p:strVal val="#ppt_x"/>
                                          </p:val>
                                        </p:tav>
                                      </p:tavLst>
                                    </p:anim>
                                    <p:anim calcmode="lin" valueType="num">
                                      <p:cBhvr>
                                        <p:cTn id="508" dur="7201" fill="hold"/>
                                        <p:tgtEl>
                                          <p:spTgt spid="440"/>
                                        </p:tgtEl>
                                        <p:attrNameLst>
                                          <p:attrName>ppt_y</p:attrName>
                                        </p:attrNameLst>
                                      </p:cBhvr>
                                      <p:tavLst>
                                        <p:tav tm="0">
                                          <p:val>
                                            <p:fltVal val="0.5"/>
                                          </p:val>
                                        </p:tav>
                                        <p:tav tm="100000">
                                          <p:val>
                                            <p:strVal val="#ppt_y"/>
                                          </p:val>
                                        </p:tav>
                                      </p:tavLst>
                                    </p:anim>
                                  </p:childTnLst>
                                </p:cTn>
                              </p:par>
                              <p:par>
                                <p:cTn id="509" presetID="53" presetClass="entr" presetSubtype="528" repeatCount="indefinite" fill="hold" grpId="0" nodeType="withEffect">
                                  <p:stCondLst>
                                    <p:cond delay="157"/>
                                  </p:stCondLst>
                                  <p:childTnLst>
                                    <p:set>
                                      <p:cBhvr>
                                        <p:cTn id="510" dur="1" fill="hold">
                                          <p:stCondLst>
                                            <p:cond delay="0"/>
                                          </p:stCondLst>
                                        </p:cTn>
                                        <p:tgtEl>
                                          <p:spTgt spid="441"/>
                                        </p:tgtEl>
                                        <p:attrNameLst>
                                          <p:attrName>style.visibility</p:attrName>
                                        </p:attrNameLst>
                                      </p:cBhvr>
                                      <p:to>
                                        <p:strVal val="visible"/>
                                      </p:to>
                                    </p:set>
                                    <p:anim calcmode="lin" valueType="num">
                                      <p:cBhvr>
                                        <p:cTn id="511" dur="7468" fill="hold"/>
                                        <p:tgtEl>
                                          <p:spTgt spid="441"/>
                                        </p:tgtEl>
                                        <p:attrNameLst>
                                          <p:attrName>ppt_w</p:attrName>
                                        </p:attrNameLst>
                                      </p:cBhvr>
                                      <p:tavLst>
                                        <p:tav tm="0">
                                          <p:val>
                                            <p:fltVal val="0"/>
                                          </p:val>
                                        </p:tav>
                                        <p:tav tm="100000">
                                          <p:val>
                                            <p:strVal val="#ppt_w"/>
                                          </p:val>
                                        </p:tav>
                                      </p:tavLst>
                                    </p:anim>
                                    <p:anim calcmode="lin" valueType="num">
                                      <p:cBhvr>
                                        <p:cTn id="512" dur="7468" fill="hold"/>
                                        <p:tgtEl>
                                          <p:spTgt spid="441"/>
                                        </p:tgtEl>
                                        <p:attrNameLst>
                                          <p:attrName>ppt_h</p:attrName>
                                        </p:attrNameLst>
                                      </p:cBhvr>
                                      <p:tavLst>
                                        <p:tav tm="0">
                                          <p:val>
                                            <p:fltVal val="0"/>
                                          </p:val>
                                        </p:tav>
                                        <p:tav tm="100000">
                                          <p:val>
                                            <p:strVal val="#ppt_h"/>
                                          </p:val>
                                        </p:tav>
                                      </p:tavLst>
                                    </p:anim>
                                    <p:animEffect transition="in" filter="fade">
                                      <p:cBhvr>
                                        <p:cTn id="513" dur="7468"/>
                                        <p:tgtEl>
                                          <p:spTgt spid="441"/>
                                        </p:tgtEl>
                                      </p:cBhvr>
                                    </p:animEffect>
                                    <p:anim calcmode="lin" valueType="num">
                                      <p:cBhvr>
                                        <p:cTn id="514" dur="7468" fill="hold"/>
                                        <p:tgtEl>
                                          <p:spTgt spid="441"/>
                                        </p:tgtEl>
                                        <p:attrNameLst>
                                          <p:attrName>ppt_x</p:attrName>
                                        </p:attrNameLst>
                                      </p:cBhvr>
                                      <p:tavLst>
                                        <p:tav tm="0">
                                          <p:val>
                                            <p:fltVal val="0.5"/>
                                          </p:val>
                                        </p:tav>
                                        <p:tav tm="100000">
                                          <p:val>
                                            <p:strVal val="#ppt_x"/>
                                          </p:val>
                                        </p:tav>
                                      </p:tavLst>
                                    </p:anim>
                                    <p:anim calcmode="lin" valueType="num">
                                      <p:cBhvr>
                                        <p:cTn id="515" dur="7468" fill="hold"/>
                                        <p:tgtEl>
                                          <p:spTgt spid="441"/>
                                        </p:tgtEl>
                                        <p:attrNameLst>
                                          <p:attrName>ppt_y</p:attrName>
                                        </p:attrNameLst>
                                      </p:cBhvr>
                                      <p:tavLst>
                                        <p:tav tm="0">
                                          <p:val>
                                            <p:fltVal val="0.5"/>
                                          </p:val>
                                        </p:tav>
                                        <p:tav tm="100000">
                                          <p:val>
                                            <p:strVal val="#ppt_y"/>
                                          </p:val>
                                        </p:tav>
                                      </p:tavLst>
                                    </p:anim>
                                  </p:childTnLst>
                                </p:cTn>
                              </p:par>
                              <p:par>
                                <p:cTn id="516" presetID="53" presetClass="entr" presetSubtype="528" repeatCount="indefinite" fill="hold" grpId="0" nodeType="withEffect">
                                  <p:stCondLst>
                                    <p:cond delay="234"/>
                                  </p:stCondLst>
                                  <p:childTnLst>
                                    <p:set>
                                      <p:cBhvr>
                                        <p:cTn id="517" dur="1" fill="hold">
                                          <p:stCondLst>
                                            <p:cond delay="0"/>
                                          </p:stCondLst>
                                        </p:cTn>
                                        <p:tgtEl>
                                          <p:spTgt spid="457"/>
                                        </p:tgtEl>
                                        <p:attrNameLst>
                                          <p:attrName>style.visibility</p:attrName>
                                        </p:attrNameLst>
                                      </p:cBhvr>
                                      <p:to>
                                        <p:strVal val="visible"/>
                                      </p:to>
                                    </p:set>
                                    <p:anim calcmode="lin" valueType="num">
                                      <p:cBhvr>
                                        <p:cTn id="518" dur="7485" fill="hold"/>
                                        <p:tgtEl>
                                          <p:spTgt spid="457"/>
                                        </p:tgtEl>
                                        <p:attrNameLst>
                                          <p:attrName>ppt_w</p:attrName>
                                        </p:attrNameLst>
                                      </p:cBhvr>
                                      <p:tavLst>
                                        <p:tav tm="0">
                                          <p:val>
                                            <p:fltVal val="0"/>
                                          </p:val>
                                        </p:tav>
                                        <p:tav tm="100000">
                                          <p:val>
                                            <p:strVal val="#ppt_w"/>
                                          </p:val>
                                        </p:tav>
                                      </p:tavLst>
                                    </p:anim>
                                    <p:anim calcmode="lin" valueType="num">
                                      <p:cBhvr>
                                        <p:cTn id="519" dur="7485" fill="hold"/>
                                        <p:tgtEl>
                                          <p:spTgt spid="457"/>
                                        </p:tgtEl>
                                        <p:attrNameLst>
                                          <p:attrName>ppt_h</p:attrName>
                                        </p:attrNameLst>
                                      </p:cBhvr>
                                      <p:tavLst>
                                        <p:tav tm="0">
                                          <p:val>
                                            <p:fltVal val="0"/>
                                          </p:val>
                                        </p:tav>
                                        <p:tav tm="100000">
                                          <p:val>
                                            <p:strVal val="#ppt_h"/>
                                          </p:val>
                                        </p:tav>
                                      </p:tavLst>
                                    </p:anim>
                                    <p:animEffect transition="in" filter="fade">
                                      <p:cBhvr>
                                        <p:cTn id="520" dur="7485"/>
                                        <p:tgtEl>
                                          <p:spTgt spid="457"/>
                                        </p:tgtEl>
                                      </p:cBhvr>
                                    </p:animEffect>
                                    <p:anim calcmode="lin" valueType="num">
                                      <p:cBhvr>
                                        <p:cTn id="521" dur="7485" fill="hold"/>
                                        <p:tgtEl>
                                          <p:spTgt spid="457"/>
                                        </p:tgtEl>
                                        <p:attrNameLst>
                                          <p:attrName>ppt_x</p:attrName>
                                        </p:attrNameLst>
                                      </p:cBhvr>
                                      <p:tavLst>
                                        <p:tav tm="0">
                                          <p:val>
                                            <p:fltVal val="0.5"/>
                                          </p:val>
                                        </p:tav>
                                        <p:tav tm="100000">
                                          <p:val>
                                            <p:strVal val="#ppt_x"/>
                                          </p:val>
                                        </p:tav>
                                      </p:tavLst>
                                    </p:anim>
                                    <p:anim calcmode="lin" valueType="num">
                                      <p:cBhvr>
                                        <p:cTn id="522" dur="7485" fill="hold"/>
                                        <p:tgtEl>
                                          <p:spTgt spid="457"/>
                                        </p:tgtEl>
                                        <p:attrNameLst>
                                          <p:attrName>ppt_y</p:attrName>
                                        </p:attrNameLst>
                                      </p:cBhvr>
                                      <p:tavLst>
                                        <p:tav tm="0">
                                          <p:val>
                                            <p:fltVal val="0.5"/>
                                          </p:val>
                                        </p:tav>
                                        <p:tav tm="100000">
                                          <p:val>
                                            <p:strVal val="#ppt_y"/>
                                          </p:val>
                                        </p:tav>
                                      </p:tavLst>
                                    </p:anim>
                                  </p:childTnLst>
                                </p:cTn>
                              </p:par>
                              <p:par>
                                <p:cTn id="523" presetID="53" presetClass="entr" presetSubtype="528" repeatCount="indefinite" fill="hold" grpId="0" nodeType="withEffect">
                                  <p:stCondLst>
                                    <p:cond delay="1802"/>
                                  </p:stCondLst>
                                  <p:childTnLst>
                                    <p:set>
                                      <p:cBhvr>
                                        <p:cTn id="524" dur="1" fill="hold">
                                          <p:stCondLst>
                                            <p:cond delay="0"/>
                                          </p:stCondLst>
                                        </p:cTn>
                                        <p:tgtEl>
                                          <p:spTgt spid="463"/>
                                        </p:tgtEl>
                                        <p:attrNameLst>
                                          <p:attrName>style.visibility</p:attrName>
                                        </p:attrNameLst>
                                      </p:cBhvr>
                                      <p:to>
                                        <p:strVal val="visible"/>
                                      </p:to>
                                    </p:set>
                                    <p:anim calcmode="lin" valueType="num">
                                      <p:cBhvr>
                                        <p:cTn id="525" dur="6432" fill="hold"/>
                                        <p:tgtEl>
                                          <p:spTgt spid="463"/>
                                        </p:tgtEl>
                                        <p:attrNameLst>
                                          <p:attrName>ppt_w</p:attrName>
                                        </p:attrNameLst>
                                      </p:cBhvr>
                                      <p:tavLst>
                                        <p:tav tm="0">
                                          <p:val>
                                            <p:fltVal val="0"/>
                                          </p:val>
                                        </p:tav>
                                        <p:tav tm="100000">
                                          <p:val>
                                            <p:strVal val="#ppt_w"/>
                                          </p:val>
                                        </p:tav>
                                      </p:tavLst>
                                    </p:anim>
                                    <p:anim calcmode="lin" valueType="num">
                                      <p:cBhvr>
                                        <p:cTn id="526" dur="6432" fill="hold"/>
                                        <p:tgtEl>
                                          <p:spTgt spid="463"/>
                                        </p:tgtEl>
                                        <p:attrNameLst>
                                          <p:attrName>ppt_h</p:attrName>
                                        </p:attrNameLst>
                                      </p:cBhvr>
                                      <p:tavLst>
                                        <p:tav tm="0">
                                          <p:val>
                                            <p:fltVal val="0"/>
                                          </p:val>
                                        </p:tav>
                                        <p:tav tm="100000">
                                          <p:val>
                                            <p:strVal val="#ppt_h"/>
                                          </p:val>
                                        </p:tav>
                                      </p:tavLst>
                                    </p:anim>
                                    <p:animEffect transition="in" filter="fade">
                                      <p:cBhvr>
                                        <p:cTn id="527" dur="6432"/>
                                        <p:tgtEl>
                                          <p:spTgt spid="463"/>
                                        </p:tgtEl>
                                      </p:cBhvr>
                                    </p:animEffect>
                                    <p:anim calcmode="lin" valueType="num">
                                      <p:cBhvr>
                                        <p:cTn id="528" dur="6432" fill="hold"/>
                                        <p:tgtEl>
                                          <p:spTgt spid="463"/>
                                        </p:tgtEl>
                                        <p:attrNameLst>
                                          <p:attrName>ppt_x</p:attrName>
                                        </p:attrNameLst>
                                      </p:cBhvr>
                                      <p:tavLst>
                                        <p:tav tm="0">
                                          <p:val>
                                            <p:fltVal val="0.5"/>
                                          </p:val>
                                        </p:tav>
                                        <p:tav tm="100000">
                                          <p:val>
                                            <p:strVal val="#ppt_x"/>
                                          </p:val>
                                        </p:tav>
                                      </p:tavLst>
                                    </p:anim>
                                    <p:anim calcmode="lin" valueType="num">
                                      <p:cBhvr>
                                        <p:cTn id="529" dur="6432" fill="hold"/>
                                        <p:tgtEl>
                                          <p:spTgt spid="463"/>
                                        </p:tgtEl>
                                        <p:attrNameLst>
                                          <p:attrName>ppt_y</p:attrName>
                                        </p:attrNameLst>
                                      </p:cBhvr>
                                      <p:tavLst>
                                        <p:tav tm="0">
                                          <p:val>
                                            <p:fltVal val="0.5"/>
                                          </p:val>
                                        </p:tav>
                                        <p:tav tm="100000">
                                          <p:val>
                                            <p:strVal val="#ppt_y"/>
                                          </p:val>
                                        </p:tav>
                                      </p:tavLst>
                                    </p:anim>
                                  </p:childTnLst>
                                </p:cTn>
                              </p:par>
                              <p:par>
                                <p:cTn id="530" presetID="53" presetClass="entr" presetSubtype="528" repeatCount="indefinite" fill="hold" grpId="0" nodeType="withEffect">
                                  <p:stCondLst>
                                    <p:cond delay="736"/>
                                  </p:stCondLst>
                                  <p:childTnLst>
                                    <p:set>
                                      <p:cBhvr>
                                        <p:cTn id="531" dur="1" fill="hold">
                                          <p:stCondLst>
                                            <p:cond delay="0"/>
                                          </p:stCondLst>
                                        </p:cTn>
                                        <p:tgtEl>
                                          <p:spTgt spid="465"/>
                                        </p:tgtEl>
                                        <p:attrNameLst>
                                          <p:attrName>style.visibility</p:attrName>
                                        </p:attrNameLst>
                                      </p:cBhvr>
                                      <p:to>
                                        <p:strVal val="visible"/>
                                      </p:to>
                                    </p:set>
                                    <p:anim calcmode="lin" valueType="num">
                                      <p:cBhvr>
                                        <p:cTn id="532" dur="5423" fill="hold"/>
                                        <p:tgtEl>
                                          <p:spTgt spid="465"/>
                                        </p:tgtEl>
                                        <p:attrNameLst>
                                          <p:attrName>ppt_w</p:attrName>
                                        </p:attrNameLst>
                                      </p:cBhvr>
                                      <p:tavLst>
                                        <p:tav tm="0">
                                          <p:val>
                                            <p:fltVal val="0"/>
                                          </p:val>
                                        </p:tav>
                                        <p:tav tm="100000">
                                          <p:val>
                                            <p:strVal val="#ppt_w"/>
                                          </p:val>
                                        </p:tav>
                                      </p:tavLst>
                                    </p:anim>
                                    <p:anim calcmode="lin" valueType="num">
                                      <p:cBhvr>
                                        <p:cTn id="533" dur="5423" fill="hold"/>
                                        <p:tgtEl>
                                          <p:spTgt spid="465"/>
                                        </p:tgtEl>
                                        <p:attrNameLst>
                                          <p:attrName>ppt_h</p:attrName>
                                        </p:attrNameLst>
                                      </p:cBhvr>
                                      <p:tavLst>
                                        <p:tav tm="0">
                                          <p:val>
                                            <p:fltVal val="0"/>
                                          </p:val>
                                        </p:tav>
                                        <p:tav tm="100000">
                                          <p:val>
                                            <p:strVal val="#ppt_h"/>
                                          </p:val>
                                        </p:tav>
                                      </p:tavLst>
                                    </p:anim>
                                    <p:animEffect transition="in" filter="fade">
                                      <p:cBhvr>
                                        <p:cTn id="534" dur="5423"/>
                                        <p:tgtEl>
                                          <p:spTgt spid="465"/>
                                        </p:tgtEl>
                                      </p:cBhvr>
                                    </p:animEffect>
                                    <p:anim calcmode="lin" valueType="num">
                                      <p:cBhvr>
                                        <p:cTn id="535" dur="5423" fill="hold"/>
                                        <p:tgtEl>
                                          <p:spTgt spid="465"/>
                                        </p:tgtEl>
                                        <p:attrNameLst>
                                          <p:attrName>ppt_x</p:attrName>
                                        </p:attrNameLst>
                                      </p:cBhvr>
                                      <p:tavLst>
                                        <p:tav tm="0">
                                          <p:val>
                                            <p:fltVal val="0.5"/>
                                          </p:val>
                                        </p:tav>
                                        <p:tav tm="100000">
                                          <p:val>
                                            <p:strVal val="#ppt_x"/>
                                          </p:val>
                                        </p:tav>
                                      </p:tavLst>
                                    </p:anim>
                                    <p:anim calcmode="lin" valueType="num">
                                      <p:cBhvr>
                                        <p:cTn id="536" dur="5423" fill="hold"/>
                                        <p:tgtEl>
                                          <p:spTgt spid="465"/>
                                        </p:tgtEl>
                                        <p:attrNameLst>
                                          <p:attrName>ppt_y</p:attrName>
                                        </p:attrNameLst>
                                      </p:cBhvr>
                                      <p:tavLst>
                                        <p:tav tm="0">
                                          <p:val>
                                            <p:fltVal val="0.5"/>
                                          </p:val>
                                        </p:tav>
                                        <p:tav tm="100000">
                                          <p:val>
                                            <p:strVal val="#ppt_y"/>
                                          </p:val>
                                        </p:tav>
                                      </p:tavLst>
                                    </p:anim>
                                  </p:childTnLst>
                                </p:cTn>
                              </p:par>
                              <p:par>
                                <p:cTn id="537" presetID="53" presetClass="entr" presetSubtype="528" repeatCount="indefinite" fill="hold" grpId="0" nodeType="withEffect">
                                  <p:stCondLst>
                                    <p:cond delay="482"/>
                                  </p:stCondLst>
                                  <p:childTnLst>
                                    <p:set>
                                      <p:cBhvr>
                                        <p:cTn id="538" dur="1" fill="hold">
                                          <p:stCondLst>
                                            <p:cond delay="0"/>
                                          </p:stCondLst>
                                        </p:cTn>
                                        <p:tgtEl>
                                          <p:spTgt spid="466"/>
                                        </p:tgtEl>
                                        <p:attrNameLst>
                                          <p:attrName>style.visibility</p:attrName>
                                        </p:attrNameLst>
                                      </p:cBhvr>
                                      <p:to>
                                        <p:strVal val="visible"/>
                                      </p:to>
                                    </p:set>
                                    <p:anim calcmode="lin" valueType="num">
                                      <p:cBhvr>
                                        <p:cTn id="539" dur="5102" fill="hold"/>
                                        <p:tgtEl>
                                          <p:spTgt spid="466"/>
                                        </p:tgtEl>
                                        <p:attrNameLst>
                                          <p:attrName>ppt_w</p:attrName>
                                        </p:attrNameLst>
                                      </p:cBhvr>
                                      <p:tavLst>
                                        <p:tav tm="0">
                                          <p:val>
                                            <p:fltVal val="0"/>
                                          </p:val>
                                        </p:tav>
                                        <p:tav tm="100000">
                                          <p:val>
                                            <p:strVal val="#ppt_w"/>
                                          </p:val>
                                        </p:tav>
                                      </p:tavLst>
                                    </p:anim>
                                    <p:anim calcmode="lin" valueType="num">
                                      <p:cBhvr>
                                        <p:cTn id="540" dur="5102" fill="hold"/>
                                        <p:tgtEl>
                                          <p:spTgt spid="466"/>
                                        </p:tgtEl>
                                        <p:attrNameLst>
                                          <p:attrName>ppt_h</p:attrName>
                                        </p:attrNameLst>
                                      </p:cBhvr>
                                      <p:tavLst>
                                        <p:tav tm="0">
                                          <p:val>
                                            <p:fltVal val="0"/>
                                          </p:val>
                                        </p:tav>
                                        <p:tav tm="100000">
                                          <p:val>
                                            <p:strVal val="#ppt_h"/>
                                          </p:val>
                                        </p:tav>
                                      </p:tavLst>
                                    </p:anim>
                                    <p:animEffect transition="in" filter="fade">
                                      <p:cBhvr>
                                        <p:cTn id="541" dur="5102"/>
                                        <p:tgtEl>
                                          <p:spTgt spid="466"/>
                                        </p:tgtEl>
                                      </p:cBhvr>
                                    </p:animEffect>
                                    <p:anim calcmode="lin" valueType="num">
                                      <p:cBhvr>
                                        <p:cTn id="542" dur="5102" fill="hold"/>
                                        <p:tgtEl>
                                          <p:spTgt spid="466"/>
                                        </p:tgtEl>
                                        <p:attrNameLst>
                                          <p:attrName>ppt_x</p:attrName>
                                        </p:attrNameLst>
                                      </p:cBhvr>
                                      <p:tavLst>
                                        <p:tav tm="0">
                                          <p:val>
                                            <p:fltVal val="0.5"/>
                                          </p:val>
                                        </p:tav>
                                        <p:tav tm="100000">
                                          <p:val>
                                            <p:strVal val="#ppt_x"/>
                                          </p:val>
                                        </p:tav>
                                      </p:tavLst>
                                    </p:anim>
                                    <p:anim calcmode="lin" valueType="num">
                                      <p:cBhvr>
                                        <p:cTn id="543" dur="5102" fill="hold"/>
                                        <p:tgtEl>
                                          <p:spTgt spid="466"/>
                                        </p:tgtEl>
                                        <p:attrNameLst>
                                          <p:attrName>ppt_y</p:attrName>
                                        </p:attrNameLst>
                                      </p:cBhvr>
                                      <p:tavLst>
                                        <p:tav tm="0">
                                          <p:val>
                                            <p:fltVal val="0.5"/>
                                          </p:val>
                                        </p:tav>
                                        <p:tav tm="100000">
                                          <p:val>
                                            <p:strVal val="#ppt_y"/>
                                          </p:val>
                                        </p:tav>
                                      </p:tavLst>
                                    </p:anim>
                                  </p:childTnLst>
                                </p:cTn>
                              </p:par>
                              <p:par>
                                <p:cTn id="544" presetID="53" presetClass="entr" presetSubtype="528" repeatCount="indefinite" fill="hold" grpId="0" nodeType="withEffect">
                                  <p:stCondLst>
                                    <p:cond delay="399"/>
                                  </p:stCondLst>
                                  <p:childTnLst>
                                    <p:set>
                                      <p:cBhvr>
                                        <p:cTn id="545" dur="1" fill="hold">
                                          <p:stCondLst>
                                            <p:cond delay="0"/>
                                          </p:stCondLst>
                                        </p:cTn>
                                        <p:tgtEl>
                                          <p:spTgt spid="468"/>
                                        </p:tgtEl>
                                        <p:attrNameLst>
                                          <p:attrName>style.visibility</p:attrName>
                                        </p:attrNameLst>
                                      </p:cBhvr>
                                      <p:to>
                                        <p:strVal val="visible"/>
                                      </p:to>
                                    </p:set>
                                    <p:anim calcmode="lin" valueType="num">
                                      <p:cBhvr>
                                        <p:cTn id="546" dur="5819" fill="hold"/>
                                        <p:tgtEl>
                                          <p:spTgt spid="468"/>
                                        </p:tgtEl>
                                        <p:attrNameLst>
                                          <p:attrName>ppt_w</p:attrName>
                                        </p:attrNameLst>
                                      </p:cBhvr>
                                      <p:tavLst>
                                        <p:tav tm="0">
                                          <p:val>
                                            <p:fltVal val="0"/>
                                          </p:val>
                                        </p:tav>
                                        <p:tav tm="100000">
                                          <p:val>
                                            <p:strVal val="#ppt_w"/>
                                          </p:val>
                                        </p:tav>
                                      </p:tavLst>
                                    </p:anim>
                                    <p:anim calcmode="lin" valueType="num">
                                      <p:cBhvr>
                                        <p:cTn id="547" dur="5819" fill="hold"/>
                                        <p:tgtEl>
                                          <p:spTgt spid="468"/>
                                        </p:tgtEl>
                                        <p:attrNameLst>
                                          <p:attrName>ppt_h</p:attrName>
                                        </p:attrNameLst>
                                      </p:cBhvr>
                                      <p:tavLst>
                                        <p:tav tm="0">
                                          <p:val>
                                            <p:fltVal val="0"/>
                                          </p:val>
                                        </p:tav>
                                        <p:tav tm="100000">
                                          <p:val>
                                            <p:strVal val="#ppt_h"/>
                                          </p:val>
                                        </p:tav>
                                      </p:tavLst>
                                    </p:anim>
                                    <p:animEffect transition="in" filter="fade">
                                      <p:cBhvr>
                                        <p:cTn id="548" dur="5819"/>
                                        <p:tgtEl>
                                          <p:spTgt spid="468"/>
                                        </p:tgtEl>
                                      </p:cBhvr>
                                    </p:animEffect>
                                    <p:anim calcmode="lin" valueType="num">
                                      <p:cBhvr>
                                        <p:cTn id="549" dur="5819" fill="hold"/>
                                        <p:tgtEl>
                                          <p:spTgt spid="468"/>
                                        </p:tgtEl>
                                        <p:attrNameLst>
                                          <p:attrName>ppt_x</p:attrName>
                                        </p:attrNameLst>
                                      </p:cBhvr>
                                      <p:tavLst>
                                        <p:tav tm="0">
                                          <p:val>
                                            <p:fltVal val="0.5"/>
                                          </p:val>
                                        </p:tav>
                                        <p:tav tm="100000">
                                          <p:val>
                                            <p:strVal val="#ppt_x"/>
                                          </p:val>
                                        </p:tav>
                                      </p:tavLst>
                                    </p:anim>
                                    <p:anim calcmode="lin" valueType="num">
                                      <p:cBhvr>
                                        <p:cTn id="550" dur="5819" fill="hold"/>
                                        <p:tgtEl>
                                          <p:spTgt spid="468"/>
                                        </p:tgtEl>
                                        <p:attrNameLst>
                                          <p:attrName>ppt_y</p:attrName>
                                        </p:attrNameLst>
                                      </p:cBhvr>
                                      <p:tavLst>
                                        <p:tav tm="0">
                                          <p:val>
                                            <p:fltVal val="0.5"/>
                                          </p:val>
                                        </p:tav>
                                        <p:tav tm="100000">
                                          <p:val>
                                            <p:strVal val="#ppt_y"/>
                                          </p:val>
                                        </p:tav>
                                      </p:tavLst>
                                    </p:anim>
                                  </p:childTnLst>
                                </p:cTn>
                              </p:par>
                              <p:par>
                                <p:cTn id="551" presetID="53" presetClass="entr" presetSubtype="528" repeatCount="indefinite" fill="hold" grpId="0" nodeType="withEffect">
                                  <p:stCondLst>
                                    <p:cond delay="1338"/>
                                  </p:stCondLst>
                                  <p:childTnLst>
                                    <p:set>
                                      <p:cBhvr>
                                        <p:cTn id="552" dur="1" fill="hold">
                                          <p:stCondLst>
                                            <p:cond delay="0"/>
                                          </p:stCondLst>
                                        </p:cTn>
                                        <p:tgtEl>
                                          <p:spTgt spid="469"/>
                                        </p:tgtEl>
                                        <p:attrNameLst>
                                          <p:attrName>style.visibility</p:attrName>
                                        </p:attrNameLst>
                                      </p:cBhvr>
                                      <p:to>
                                        <p:strVal val="visible"/>
                                      </p:to>
                                    </p:set>
                                    <p:anim calcmode="lin" valueType="num">
                                      <p:cBhvr>
                                        <p:cTn id="553" dur="6554" fill="hold"/>
                                        <p:tgtEl>
                                          <p:spTgt spid="469"/>
                                        </p:tgtEl>
                                        <p:attrNameLst>
                                          <p:attrName>ppt_w</p:attrName>
                                        </p:attrNameLst>
                                      </p:cBhvr>
                                      <p:tavLst>
                                        <p:tav tm="0">
                                          <p:val>
                                            <p:fltVal val="0"/>
                                          </p:val>
                                        </p:tav>
                                        <p:tav tm="100000">
                                          <p:val>
                                            <p:strVal val="#ppt_w"/>
                                          </p:val>
                                        </p:tav>
                                      </p:tavLst>
                                    </p:anim>
                                    <p:anim calcmode="lin" valueType="num">
                                      <p:cBhvr>
                                        <p:cTn id="554" dur="6554" fill="hold"/>
                                        <p:tgtEl>
                                          <p:spTgt spid="469"/>
                                        </p:tgtEl>
                                        <p:attrNameLst>
                                          <p:attrName>ppt_h</p:attrName>
                                        </p:attrNameLst>
                                      </p:cBhvr>
                                      <p:tavLst>
                                        <p:tav tm="0">
                                          <p:val>
                                            <p:fltVal val="0"/>
                                          </p:val>
                                        </p:tav>
                                        <p:tav tm="100000">
                                          <p:val>
                                            <p:strVal val="#ppt_h"/>
                                          </p:val>
                                        </p:tav>
                                      </p:tavLst>
                                    </p:anim>
                                    <p:animEffect transition="in" filter="fade">
                                      <p:cBhvr>
                                        <p:cTn id="555" dur="6554"/>
                                        <p:tgtEl>
                                          <p:spTgt spid="469"/>
                                        </p:tgtEl>
                                      </p:cBhvr>
                                    </p:animEffect>
                                    <p:anim calcmode="lin" valueType="num">
                                      <p:cBhvr>
                                        <p:cTn id="556" dur="6554" fill="hold"/>
                                        <p:tgtEl>
                                          <p:spTgt spid="469"/>
                                        </p:tgtEl>
                                        <p:attrNameLst>
                                          <p:attrName>ppt_x</p:attrName>
                                        </p:attrNameLst>
                                      </p:cBhvr>
                                      <p:tavLst>
                                        <p:tav tm="0">
                                          <p:val>
                                            <p:fltVal val="0.5"/>
                                          </p:val>
                                        </p:tav>
                                        <p:tav tm="100000">
                                          <p:val>
                                            <p:strVal val="#ppt_x"/>
                                          </p:val>
                                        </p:tav>
                                      </p:tavLst>
                                    </p:anim>
                                    <p:anim calcmode="lin" valueType="num">
                                      <p:cBhvr>
                                        <p:cTn id="557" dur="6554" fill="hold"/>
                                        <p:tgtEl>
                                          <p:spTgt spid="469"/>
                                        </p:tgtEl>
                                        <p:attrNameLst>
                                          <p:attrName>ppt_y</p:attrName>
                                        </p:attrNameLst>
                                      </p:cBhvr>
                                      <p:tavLst>
                                        <p:tav tm="0">
                                          <p:val>
                                            <p:fltVal val="0.5"/>
                                          </p:val>
                                        </p:tav>
                                        <p:tav tm="100000">
                                          <p:val>
                                            <p:strVal val="#ppt_y"/>
                                          </p:val>
                                        </p:tav>
                                      </p:tavLst>
                                    </p:anim>
                                  </p:childTnLst>
                                </p:cTn>
                              </p:par>
                              <p:par>
                                <p:cTn id="558" presetID="53" presetClass="entr" presetSubtype="528" repeatCount="indefinite" fill="hold" grpId="0" nodeType="withEffect">
                                  <p:stCondLst>
                                    <p:cond delay="245"/>
                                  </p:stCondLst>
                                  <p:childTnLst>
                                    <p:set>
                                      <p:cBhvr>
                                        <p:cTn id="559" dur="1" fill="hold">
                                          <p:stCondLst>
                                            <p:cond delay="0"/>
                                          </p:stCondLst>
                                        </p:cTn>
                                        <p:tgtEl>
                                          <p:spTgt spid="470"/>
                                        </p:tgtEl>
                                        <p:attrNameLst>
                                          <p:attrName>style.visibility</p:attrName>
                                        </p:attrNameLst>
                                      </p:cBhvr>
                                      <p:to>
                                        <p:strVal val="visible"/>
                                      </p:to>
                                    </p:set>
                                    <p:anim calcmode="lin" valueType="num">
                                      <p:cBhvr>
                                        <p:cTn id="560" dur="5853" fill="hold"/>
                                        <p:tgtEl>
                                          <p:spTgt spid="470"/>
                                        </p:tgtEl>
                                        <p:attrNameLst>
                                          <p:attrName>ppt_w</p:attrName>
                                        </p:attrNameLst>
                                      </p:cBhvr>
                                      <p:tavLst>
                                        <p:tav tm="0">
                                          <p:val>
                                            <p:fltVal val="0"/>
                                          </p:val>
                                        </p:tav>
                                        <p:tav tm="100000">
                                          <p:val>
                                            <p:strVal val="#ppt_w"/>
                                          </p:val>
                                        </p:tav>
                                      </p:tavLst>
                                    </p:anim>
                                    <p:anim calcmode="lin" valueType="num">
                                      <p:cBhvr>
                                        <p:cTn id="561" dur="5853" fill="hold"/>
                                        <p:tgtEl>
                                          <p:spTgt spid="470"/>
                                        </p:tgtEl>
                                        <p:attrNameLst>
                                          <p:attrName>ppt_h</p:attrName>
                                        </p:attrNameLst>
                                      </p:cBhvr>
                                      <p:tavLst>
                                        <p:tav tm="0">
                                          <p:val>
                                            <p:fltVal val="0"/>
                                          </p:val>
                                        </p:tav>
                                        <p:tav tm="100000">
                                          <p:val>
                                            <p:strVal val="#ppt_h"/>
                                          </p:val>
                                        </p:tav>
                                      </p:tavLst>
                                    </p:anim>
                                    <p:animEffect transition="in" filter="fade">
                                      <p:cBhvr>
                                        <p:cTn id="562" dur="5853"/>
                                        <p:tgtEl>
                                          <p:spTgt spid="470"/>
                                        </p:tgtEl>
                                      </p:cBhvr>
                                    </p:animEffect>
                                    <p:anim calcmode="lin" valueType="num">
                                      <p:cBhvr>
                                        <p:cTn id="563" dur="5853" fill="hold"/>
                                        <p:tgtEl>
                                          <p:spTgt spid="470"/>
                                        </p:tgtEl>
                                        <p:attrNameLst>
                                          <p:attrName>ppt_x</p:attrName>
                                        </p:attrNameLst>
                                      </p:cBhvr>
                                      <p:tavLst>
                                        <p:tav tm="0">
                                          <p:val>
                                            <p:fltVal val="0.5"/>
                                          </p:val>
                                        </p:tav>
                                        <p:tav tm="100000">
                                          <p:val>
                                            <p:strVal val="#ppt_x"/>
                                          </p:val>
                                        </p:tav>
                                      </p:tavLst>
                                    </p:anim>
                                    <p:anim calcmode="lin" valueType="num">
                                      <p:cBhvr>
                                        <p:cTn id="564" dur="5853" fill="hold"/>
                                        <p:tgtEl>
                                          <p:spTgt spid="470"/>
                                        </p:tgtEl>
                                        <p:attrNameLst>
                                          <p:attrName>ppt_y</p:attrName>
                                        </p:attrNameLst>
                                      </p:cBhvr>
                                      <p:tavLst>
                                        <p:tav tm="0">
                                          <p:val>
                                            <p:fltVal val="0.5"/>
                                          </p:val>
                                        </p:tav>
                                        <p:tav tm="100000">
                                          <p:val>
                                            <p:strVal val="#ppt_y"/>
                                          </p:val>
                                        </p:tav>
                                      </p:tavLst>
                                    </p:anim>
                                  </p:childTnLst>
                                </p:cTn>
                              </p:par>
                              <p:par>
                                <p:cTn id="565" presetID="53" presetClass="entr" presetSubtype="528" repeatCount="indefinite" fill="hold" grpId="0" nodeType="withEffect">
                                  <p:stCondLst>
                                    <p:cond delay="1555"/>
                                  </p:stCondLst>
                                  <p:childTnLst>
                                    <p:set>
                                      <p:cBhvr>
                                        <p:cTn id="566" dur="1" fill="hold">
                                          <p:stCondLst>
                                            <p:cond delay="0"/>
                                          </p:stCondLst>
                                        </p:cTn>
                                        <p:tgtEl>
                                          <p:spTgt spid="472"/>
                                        </p:tgtEl>
                                        <p:attrNameLst>
                                          <p:attrName>style.visibility</p:attrName>
                                        </p:attrNameLst>
                                      </p:cBhvr>
                                      <p:to>
                                        <p:strVal val="visible"/>
                                      </p:to>
                                    </p:set>
                                    <p:anim calcmode="lin" valueType="num">
                                      <p:cBhvr>
                                        <p:cTn id="567" dur="5653" fill="hold"/>
                                        <p:tgtEl>
                                          <p:spTgt spid="472"/>
                                        </p:tgtEl>
                                        <p:attrNameLst>
                                          <p:attrName>ppt_w</p:attrName>
                                        </p:attrNameLst>
                                      </p:cBhvr>
                                      <p:tavLst>
                                        <p:tav tm="0">
                                          <p:val>
                                            <p:fltVal val="0"/>
                                          </p:val>
                                        </p:tav>
                                        <p:tav tm="100000">
                                          <p:val>
                                            <p:strVal val="#ppt_w"/>
                                          </p:val>
                                        </p:tav>
                                      </p:tavLst>
                                    </p:anim>
                                    <p:anim calcmode="lin" valueType="num">
                                      <p:cBhvr>
                                        <p:cTn id="568" dur="5653" fill="hold"/>
                                        <p:tgtEl>
                                          <p:spTgt spid="472"/>
                                        </p:tgtEl>
                                        <p:attrNameLst>
                                          <p:attrName>ppt_h</p:attrName>
                                        </p:attrNameLst>
                                      </p:cBhvr>
                                      <p:tavLst>
                                        <p:tav tm="0">
                                          <p:val>
                                            <p:fltVal val="0"/>
                                          </p:val>
                                        </p:tav>
                                        <p:tav tm="100000">
                                          <p:val>
                                            <p:strVal val="#ppt_h"/>
                                          </p:val>
                                        </p:tav>
                                      </p:tavLst>
                                    </p:anim>
                                    <p:animEffect transition="in" filter="fade">
                                      <p:cBhvr>
                                        <p:cTn id="569" dur="5653"/>
                                        <p:tgtEl>
                                          <p:spTgt spid="472"/>
                                        </p:tgtEl>
                                      </p:cBhvr>
                                    </p:animEffect>
                                    <p:anim calcmode="lin" valueType="num">
                                      <p:cBhvr>
                                        <p:cTn id="570" dur="5653" fill="hold"/>
                                        <p:tgtEl>
                                          <p:spTgt spid="472"/>
                                        </p:tgtEl>
                                        <p:attrNameLst>
                                          <p:attrName>ppt_x</p:attrName>
                                        </p:attrNameLst>
                                      </p:cBhvr>
                                      <p:tavLst>
                                        <p:tav tm="0">
                                          <p:val>
                                            <p:fltVal val="0.5"/>
                                          </p:val>
                                        </p:tav>
                                        <p:tav tm="100000">
                                          <p:val>
                                            <p:strVal val="#ppt_x"/>
                                          </p:val>
                                        </p:tav>
                                      </p:tavLst>
                                    </p:anim>
                                    <p:anim calcmode="lin" valueType="num">
                                      <p:cBhvr>
                                        <p:cTn id="571" dur="5653" fill="hold"/>
                                        <p:tgtEl>
                                          <p:spTgt spid="472"/>
                                        </p:tgtEl>
                                        <p:attrNameLst>
                                          <p:attrName>ppt_y</p:attrName>
                                        </p:attrNameLst>
                                      </p:cBhvr>
                                      <p:tavLst>
                                        <p:tav tm="0">
                                          <p:val>
                                            <p:fltVal val="0.5"/>
                                          </p:val>
                                        </p:tav>
                                        <p:tav tm="100000">
                                          <p:val>
                                            <p:strVal val="#ppt_y"/>
                                          </p:val>
                                        </p:tav>
                                      </p:tavLst>
                                    </p:anim>
                                  </p:childTnLst>
                                </p:cTn>
                              </p:par>
                              <p:par>
                                <p:cTn id="572" presetID="53" presetClass="entr" presetSubtype="528" repeatCount="indefinite" fill="hold" grpId="0" nodeType="withEffect">
                                  <p:stCondLst>
                                    <p:cond delay="1065"/>
                                  </p:stCondLst>
                                  <p:childTnLst>
                                    <p:set>
                                      <p:cBhvr>
                                        <p:cTn id="573" dur="1" fill="hold">
                                          <p:stCondLst>
                                            <p:cond delay="0"/>
                                          </p:stCondLst>
                                        </p:cTn>
                                        <p:tgtEl>
                                          <p:spTgt spid="473"/>
                                        </p:tgtEl>
                                        <p:attrNameLst>
                                          <p:attrName>style.visibility</p:attrName>
                                        </p:attrNameLst>
                                      </p:cBhvr>
                                      <p:to>
                                        <p:strVal val="visible"/>
                                      </p:to>
                                    </p:set>
                                    <p:anim calcmode="lin" valueType="num">
                                      <p:cBhvr>
                                        <p:cTn id="574" dur="7301" fill="hold"/>
                                        <p:tgtEl>
                                          <p:spTgt spid="473"/>
                                        </p:tgtEl>
                                        <p:attrNameLst>
                                          <p:attrName>ppt_w</p:attrName>
                                        </p:attrNameLst>
                                      </p:cBhvr>
                                      <p:tavLst>
                                        <p:tav tm="0">
                                          <p:val>
                                            <p:fltVal val="0"/>
                                          </p:val>
                                        </p:tav>
                                        <p:tav tm="100000">
                                          <p:val>
                                            <p:strVal val="#ppt_w"/>
                                          </p:val>
                                        </p:tav>
                                      </p:tavLst>
                                    </p:anim>
                                    <p:anim calcmode="lin" valueType="num">
                                      <p:cBhvr>
                                        <p:cTn id="575" dur="7301" fill="hold"/>
                                        <p:tgtEl>
                                          <p:spTgt spid="473"/>
                                        </p:tgtEl>
                                        <p:attrNameLst>
                                          <p:attrName>ppt_h</p:attrName>
                                        </p:attrNameLst>
                                      </p:cBhvr>
                                      <p:tavLst>
                                        <p:tav tm="0">
                                          <p:val>
                                            <p:fltVal val="0"/>
                                          </p:val>
                                        </p:tav>
                                        <p:tav tm="100000">
                                          <p:val>
                                            <p:strVal val="#ppt_h"/>
                                          </p:val>
                                        </p:tav>
                                      </p:tavLst>
                                    </p:anim>
                                    <p:animEffect transition="in" filter="fade">
                                      <p:cBhvr>
                                        <p:cTn id="576" dur="7301"/>
                                        <p:tgtEl>
                                          <p:spTgt spid="473"/>
                                        </p:tgtEl>
                                      </p:cBhvr>
                                    </p:animEffect>
                                    <p:anim calcmode="lin" valueType="num">
                                      <p:cBhvr>
                                        <p:cTn id="577" dur="7301" fill="hold"/>
                                        <p:tgtEl>
                                          <p:spTgt spid="473"/>
                                        </p:tgtEl>
                                        <p:attrNameLst>
                                          <p:attrName>ppt_x</p:attrName>
                                        </p:attrNameLst>
                                      </p:cBhvr>
                                      <p:tavLst>
                                        <p:tav tm="0">
                                          <p:val>
                                            <p:fltVal val="0.5"/>
                                          </p:val>
                                        </p:tav>
                                        <p:tav tm="100000">
                                          <p:val>
                                            <p:strVal val="#ppt_x"/>
                                          </p:val>
                                        </p:tav>
                                      </p:tavLst>
                                    </p:anim>
                                    <p:anim calcmode="lin" valueType="num">
                                      <p:cBhvr>
                                        <p:cTn id="578" dur="7301" fill="hold"/>
                                        <p:tgtEl>
                                          <p:spTgt spid="473"/>
                                        </p:tgtEl>
                                        <p:attrNameLst>
                                          <p:attrName>ppt_y</p:attrName>
                                        </p:attrNameLst>
                                      </p:cBhvr>
                                      <p:tavLst>
                                        <p:tav tm="0">
                                          <p:val>
                                            <p:fltVal val="0.5"/>
                                          </p:val>
                                        </p:tav>
                                        <p:tav tm="100000">
                                          <p:val>
                                            <p:strVal val="#ppt_y"/>
                                          </p:val>
                                        </p:tav>
                                      </p:tavLst>
                                    </p:anim>
                                  </p:childTnLst>
                                </p:cTn>
                              </p:par>
                              <p:par>
                                <p:cTn id="579" presetID="53" presetClass="entr" presetSubtype="528" repeatCount="indefinite" fill="hold" grpId="0" nodeType="withEffect">
                                  <p:stCondLst>
                                    <p:cond delay="1298"/>
                                  </p:stCondLst>
                                  <p:childTnLst>
                                    <p:set>
                                      <p:cBhvr>
                                        <p:cTn id="580" dur="1" fill="hold">
                                          <p:stCondLst>
                                            <p:cond delay="0"/>
                                          </p:stCondLst>
                                        </p:cTn>
                                        <p:tgtEl>
                                          <p:spTgt spid="474"/>
                                        </p:tgtEl>
                                        <p:attrNameLst>
                                          <p:attrName>style.visibility</p:attrName>
                                        </p:attrNameLst>
                                      </p:cBhvr>
                                      <p:to>
                                        <p:strVal val="visible"/>
                                      </p:to>
                                    </p:set>
                                    <p:anim calcmode="lin" valueType="num">
                                      <p:cBhvr>
                                        <p:cTn id="581" dur="7173" fill="hold"/>
                                        <p:tgtEl>
                                          <p:spTgt spid="474"/>
                                        </p:tgtEl>
                                        <p:attrNameLst>
                                          <p:attrName>ppt_w</p:attrName>
                                        </p:attrNameLst>
                                      </p:cBhvr>
                                      <p:tavLst>
                                        <p:tav tm="0">
                                          <p:val>
                                            <p:fltVal val="0"/>
                                          </p:val>
                                        </p:tav>
                                        <p:tav tm="100000">
                                          <p:val>
                                            <p:strVal val="#ppt_w"/>
                                          </p:val>
                                        </p:tav>
                                      </p:tavLst>
                                    </p:anim>
                                    <p:anim calcmode="lin" valueType="num">
                                      <p:cBhvr>
                                        <p:cTn id="582" dur="7173" fill="hold"/>
                                        <p:tgtEl>
                                          <p:spTgt spid="474"/>
                                        </p:tgtEl>
                                        <p:attrNameLst>
                                          <p:attrName>ppt_h</p:attrName>
                                        </p:attrNameLst>
                                      </p:cBhvr>
                                      <p:tavLst>
                                        <p:tav tm="0">
                                          <p:val>
                                            <p:fltVal val="0"/>
                                          </p:val>
                                        </p:tav>
                                        <p:tav tm="100000">
                                          <p:val>
                                            <p:strVal val="#ppt_h"/>
                                          </p:val>
                                        </p:tav>
                                      </p:tavLst>
                                    </p:anim>
                                    <p:animEffect transition="in" filter="fade">
                                      <p:cBhvr>
                                        <p:cTn id="583" dur="7173"/>
                                        <p:tgtEl>
                                          <p:spTgt spid="474"/>
                                        </p:tgtEl>
                                      </p:cBhvr>
                                    </p:animEffect>
                                    <p:anim calcmode="lin" valueType="num">
                                      <p:cBhvr>
                                        <p:cTn id="584" dur="7173" fill="hold"/>
                                        <p:tgtEl>
                                          <p:spTgt spid="474"/>
                                        </p:tgtEl>
                                        <p:attrNameLst>
                                          <p:attrName>ppt_x</p:attrName>
                                        </p:attrNameLst>
                                      </p:cBhvr>
                                      <p:tavLst>
                                        <p:tav tm="0">
                                          <p:val>
                                            <p:fltVal val="0.5"/>
                                          </p:val>
                                        </p:tav>
                                        <p:tav tm="100000">
                                          <p:val>
                                            <p:strVal val="#ppt_x"/>
                                          </p:val>
                                        </p:tav>
                                      </p:tavLst>
                                    </p:anim>
                                    <p:anim calcmode="lin" valueType="num">
                                      <p:cBhvr>
                                        <p:cTn id="585" dur="7173" fill="hold"/>
                                        <p:tgtEl>
                                          <p:spTgt spid="474"/>
                                        </p:tgtEl>
                                        <p:attrNameLst>
                                          <p:attrName>ppt_y</p:attrName>
                                        </p:attrNameLst>
                                      </p:cBhvr>
                                      <p:tavLst>
                                        <p:tav tm="0">
                                          <p:val>
                                            <p:fltVal val="0.5"/>
                                          </p:val>
                                        </p:tav>
                                        <p:tav tm="100000">
                                          <p:val>
                                            <p:strVal val="#ppt_y"/>
                                          </p:val>
                                        </p:tav>
                                      </p:tavLst>
                                    </p:anim>
                                  </p:childTnLst>
                                </p:cTn>
                              </p:par>
                              <p:par>
                                <p:cTn id="586" presetID="53" presetClass="entr" presetSubtype="528" repeatCount="indefinite" fill="hold" grpId="0" nodeType="withEffect">
                                  <p:stCondLst>
                                    <p:cond delay="1367"/>
                                  </p:stCondLst>
                                  <p:childTnLst>
                                    <p:set>
                                      <p:cBhvr>
                                        <p:cTn id="587" dur="1" fill="hold">
                                          <p:stCondLst>
                                            <p:cond delay="0"/>
                                          </p:stCondLst>
                                        </p:cTn>
                                        <p:tgtEl>
                                          <p:spTgt spid="481"/>
                                        </p:tgtEl>
                                        <p:attrNameLst>
                                          <p:attrName>style.visibility</p:attrName>
                                        </p:attrNameLst>
                                      </p:cBhvr>
                                      <p:to>
                                        <p:strVal val="visible"/>
                                      </p:to>
                                    </p:set>
                                    <p:anim calcmode="lin" valueType="num">
                                      <p:cBhvr>
                                        <p:cTn id="588" dur="6011" fill="hold"/>
                                        <p:tgtEl>
                                          <p:spTgt spid="481"/>
                                        </p:tgtEl>
                                        <p:attrNameLst>
                                          <p:attrName>ppt_w</p:attrName>
                                        </p:attrNameLst>
                                      </p:cBhvr>
                                      <p:tavLst>
                                        <p:tav tm="0">
                                          <p:val>
                                            <p:fltVal val="0"/>
                                          </p:val>
                                        </p:tav>
                                        <p:tav tm="100000">
                                          <p:val>
                                            <p:strVal val="#ppt_w"/>
                                          </p:val>
                                        </p:tav>
                                      </p:tavLst>
                                    </p:anim>
                                    <p:anim calcmode="lin" valueType="num">
                                      <p:cBhvr>
                                        <p:cTn id="589" dur="6011" fill="hold"/>
                                        <p:tgtEl>
                                          <p:spTgt spid="481"/>
                                        </p:tgtEl>
                                        <p:attrNameLst>
                                          <p:attrName>ppt_h</p:attrName>
                                        </p:attrNameLst>
                                      </p:cBhvr>
                                      <p:tavLst>
                                        <p:tav tm="0">
                                          <p:val>
                                            <p:fltVal val="0"/>
                                          </p:val>
                                        </p:tav>
                                        <p:tav tm="100000">
                                          <p:val>
                                            <p:strVal val="#ppt_h"/>
                                          </p:val>
                                        </p:tav>
                                      </p:tavLst>
                                    </p:anim>
                                    <p:animEffect transition="in" filter="fade">
                                      <p:cBhvr>
                                        <p:cTn id="590" dur="6011"/>
                                        <p:tgtEl>
                                          <p:spTgt spid="481"/>
                                        </p:tgtEl>
                                      </p:cBhvr>
                                    </p:animEffect>
                                    <p:anim calcmode="lin" valueType="num">
                                      <p:cBhvr>
                                        <p:cTn id="591" dur="6011" fill="hold"/>
                                        <p:tgtEl>
                                          <p:spTgt spid="481"/>
                                        </p:tgtEl>
                                        <p:attrNameLst>
                                          <p:attrName>ppt_x</p:attrName>
                                        </p:attrNameLst>
                                      </p:cBhvr>
                                      <p:tavLst>
                                        <p:tav tm="0">
                                          <p:val>
                                            <p:fltVal val="0.5"/>
                                          </p:val>
                                        </p:tav>
                                        <p:tav tm="100000">
                                          <p:val>
                                            <p:strVal val="#ppt_x"/>
                                          </p:val>
                                        </p:tav>
                                      </p:tavLst>
                                    </p:anim>
                                    <p:anim calcmode="lin" valueType="num">
                                      <p:cBhvr>
                                        <p:cTn id="592" dur="6011" fill="hold"/>
                                        <p:tgtEl>
                                          <p:spTgt spid="481"/>
                                        </p:tgtEl>
                                        <p:attrNameLst>
                                          <p:attrName>ppt_y</p:attrName>
                                        </p:attrNameLst>
                                      </p:cBhvr>
                                      <p:tavLst>
                                        <p:tav tm="0">
                                          <p:val>
                                            <p:fltVal val="0.5"/>
                                          </p:val>
                                        </p:tav>
                                        <p:tav tm="100000">
                                          <p:val>
                                            <p:strVal val="#ppt_y"/>
                                          </p:val>
                                        </p:tav>
                                      </p:tavLst>
                                    </p:anim>
                                  </p:childTnLst>
                                </p:cTn>
                              </p:par>
                              <p:par>
                                <p:cTn id="593" presetID="53" presetClass="entr" presetSubtype="528" repeatCount="indefinite" fill="hold" grpId="0" nodeType="withEffect">
                                  <p:stCondLst>
                                    <p:cond delay="1243"/>
                                  </p:stCondLst>
                                  <p:childTnLst>
                                    <p:set>
                                      <p:cBhvr>
                                        <p:cTn id="594" dur="1" fill="hold">
                                          <p:stCondLst>
                                            <p:cond delay="0"/>
                                          </p:stCondLst>
                                        </p:cTn>
                                        <p:tgtEl>
                                          <p:spTgt spid="482"/>
                                        </p:tgtEl>
                                        <p:attrNameLst>
                                          <p:attrName>style.visibility</p:attrName>
                                        </p:attrNameLst>
                                      </p:cBhvr>
                                      <p:to>
                                        <p:strVal val="visible"/>
                                      </p:to>
                                    </p:set>
                                    <p:anim calcmode="lin" valueType="num">
                                      <p:cBhvr>
                                        <p:cTn id="595" dur="5785" fill="hold"/>
                                        <p:tgtEl>
                                          <p:spTgt spid="482"/>
                                        </p:tgtEl>
                                        <p:attrNameLst>
                                          <p:attrName>ppt_w</p:attrName>
                                        </p:attrNameLst>
                                      </p:cBhvr>
                                      <p:tavLst>
                                        <p:tav tm="0">
                                          <p:val>
                                            <p:fltVal val="0"/>
                                          </p:val>
                                        </p:tav>
                                        <p:tav tm="100000">
                                          <p:val>
                                            <p:strVal val="#ppt_w"/>
                                          </p:val>
                                        </p:tav>
                                      </p:tavLst>
                                    </p:anim>
                                    <p:anim calcmode="lin" valueType="num">
                                      <p:cBhvr>
                                        <p:cTn id="596" dur="5785" fill="hold"/>
                                        <p:tgtEl>
                                          <p:spTgt spid="482"/>
                                        </p:tgtEl>
                                        <p:attrNameLst>
                                          <p:attrName>ppt_h</p:attrName>
                                        </p:attrNameLst>
                                      </p:cBhvr>
                                      <p:tavLst>
                                        <p:tav tm="0">
                                          <p:val>
                                            <p:fltVal val="0"/>
                                          </p:val>
                                        </p:tav>
                                        <p:tav tm="100000">
                                          <p:val>
                                            <p:strVal val="#ppt_h"/>
                                          </p:val>
                                        </p:tav>
                                      </p:tavLst>
                                    </p:anim>
                                    <p:animEffect transition="in" filter="fade">
                                      <p:cBhvr>
                                        <p:cTn id="597" dur="5785"/>
                                        <p:tgtEl>
                                          <p:spTgt spid="482"/>
                                        </p:tgtEl>
                                      </p:cBhvr>
                                    </p:animEffect>
                                    <p:anim calcmode="lin" valueType="num">
                                      <p:cBhvr>
                                        <p:cTn id="598" dur="5785" fill="hold"/>
                                        <p:tgtEl>
                                          <p:spTgt spid="482"/>
                                        </p:tgtEl>
                                        <p:attrNameLst>
                                          <p:attrName>ppt_x</p:attrName>
                                        </p:attrNameLst>
                                      </p:cBhvr>
                                      <p:tavLst>
                                        <p:tav tm="0">
                                          <p:val>
                                            <p:fltVal val="0.5"/>
                                          </p:val>
                                        </p:tav>
                                        <p:tav tm="100000">
                                          <p:val>
                                            <p:strVal val="#ppt_x"/>
                                          </p:val>
                                        </p:tav>
                                      </p:tavLst>
                                    </p:anim>
                                    <p:anim calcmode="lin" valueType="num">
                                      <p:cBhvr>
                                        <p:cTn id="599" dur="5785" fill="hold"/>
                                        <p:tgtEl>
                                          <p:spTgt spid="482"/>
                                        </p:tgtEl>
                                        <p:attrNameLst>
                                          <p:attrName>ppt_y</p:attrName>
                                        </p:attrNameLst>
                                      </p:cBhvr>
                                      <p:tavLst>
                                        <p:tav tm="0">
                                          <p:val>
                                            <p:fltVal val="0.5"/>
                                          </p:val>
                                        </p:tav>
                                        <p:tav tm="100000">
                                          <p:val>
                                            <p:strVal val="#ppt_y"/>
                                          </p:val>
                                        </p:tav>
                                      </p:tavLst>
                                    </p:anim>
                                  </p:childTnLst>
                                </p:cTn>
                              </p:par>
                              <p:par>
                                <p:cTn id="600" presetID="53" presetClass="entr" presetSubtype="528" repeatCount="indefinite" fill="hold" grpId="0" nodeType="withEffect">
                                  <p:stCondLst>
                                    <p:cond delay="273"/>
                                  </p:stCondLst>
                                  <p:childTnLst>
                                    <p:set>
                                      <p:cBhvr>
                                        <p:cTn id="601" dur="1" fill="hold">
                                          <p:stCondLst>
                                            <p:cond delay="0"/>
                                          </p:stCondLst>
                                        </p:cTn>
                                        <p:tgtEl>
                                          <p:spTgt spid="483"/>
                                        </p:tgtEl>
                                        <p:attrNameLst>
                                          <p:attrName>style.visibility</p:attrName>
                                        </p:attrNameLst>
                                      </p:cBhvr>
                                      <p:to>
                                        <p:strVal val="visible"/>
                                      </p:to>
                                    </p:set>
                                    <p:anim calcmode="lin" valueType="num">
                                      <p:cBhvr>
                                        <p:cTn id="602" dur="6234" fill="hold"/>
                                        <p:tgtEl>
                                          <p:spTgt spid="483"/>
                                        </p:tgtEl>
                                        <p:attrNameLst>
                                          <p:attrName>ppt_w</p:attrName>
                                        </p:attrNameLst>
                                      </p:cBhvr>
                                      <p:tavLst>
                                        <p:tav tm="0">
                                          <p:val>
                                            <p:fltVal val="0"/>
                                          </p:val>
                                        </p:tav>
                                        <p:tav tm="100000">
                                          <p:val>
                                            <p:strVal val="#ppt_w"/>
                                          </p:val>
                                        </p:tav>
                                      </p:tavLst>
                                    </p:anim>
                                    <p:anim calcmode="lin" valueType="num">
                                      <p:cBhvr>
                                        <p:cTn id="603" dur="6234" fill="hold"/>
                                        <p:tgtEl>
                                          <p:spTgt spid="483"/>
                                        </p:tgtEl>
                                        <p:attrNameLst>
                                          <p:attrName>ppt_h</p:attrName>
                                        </p:attrNameLst>
                                      </p:cBhvr>
                                      <p:tavLst>
                                        <p:tav tm="0">
                                          <p:val>
                                            <p:fltVal val="0"/>
                                          </p:val>
                                        </p:tav>
                                        <p:tav tm="100000">
                                          <p:val>
                                            <p:strVal val="#ppt_h"/>
                                          </p:val>
                                        </p:tav>
                                      </p:tavLst>
                                    </p:anim>
                                    <p:animEffect transition="in" filter="fade">
                                      <p:cBhvr>
                                        <p:cTn id="604" dur="6234"/>
                                        <p:tgtEl>
                                          <p:spTgt spid="483"/>
                                        </p:tgtEl>
                                      </p:cBhvr>
                                    </p:animEffect>
                                    <p:anim calcmode="lin" valueType="num">
                                      <p:cBhvr>
                                        <p:cTn id="605" dur="6234" fill="hold"/>
                                        <p:tgtEl>
                                          <p:spTgt spid="483"/>
                                        </p:tgtEl>
                                        <p:attrNameLst>
                                          <p:attrName>ppt_x</p:attrName>
                                        </p:attrNameLst>
                                      </p:cBhvr>
                                      <p:tavLst>
                                        <p:tav tm="0">
                                          <p:val>
                                            <p:fltVal val="0.5"/>
                                          </p:val>
                                        </p:tav>
                                        <p:tav tm="100000">
                                          <p:val>
                                            <p:strVal val="#ppt_x"/>
                                          </p:val>
                                        </p:tav>
                                      </p:tavLst>
                                    </p:anim>
                                    <p:anim calcmode="lin" valueType="num">
                                      <p:cBhvr>
                                        <p:cTn id="606" dur="6234" fill="hold"/>
                                        <p:tgtEl>
                                          <p:spTgt spid="483"/>
                                        </p:tgtEl>
                                        <p:attrNameLst>
                                          <p:attrName>ppt_y</p:attrName>
                                        </p:attrNameLst>
                                      </p:cBhvr>
                                      <p:tavLst>
                                        <p:tav tm="0">
                                          <p:val>
                                            <p:fltVal val="0.5"/>
                                          </p:val>
                                        </p:tav>
                                        <p:tav tm="100000">
                                          <p:val>
                                            <p:strVal val="#ppt_y"/>
                                          </p:val>
                                        </p:tav>
                                      </p:tavLst>
                                    </p:anim>
                                  </p:childTnLst>
                                </p:cTn>
                              </p:par>
                              <p:par>
                                <p:cTn id="607" presetID="53" presetClass="entr" presetSubtype="528" repeatCount="indefinite" fill="hold" grpId="0" nodeType="withEffect">
                                  <p:stCondLst>
                                    <p:cond delay="1910"/>
                                  </p:stCondLst>
                                  <p:childTnLst>
                                    <p:set>
                                      <p:cBhvr>
                                        <p:cTn id="608" dur="1" fill="hold">
                                          <p:stCondLst>
                                            <p:cond delay="0"/>
                                          </p:stCondLst>
                                        </p:cTn>
                                        <p:tgtEl>
                                          <p:spTgt spid="502"/>
                                        </p:tgtEl>
                                        <p:attrNameLst>
                                          <p:attrName>style.visibility</p:attrName>
                                        </p:attrNameLst>
                                      </p:cBhvr>
                                      <p:to>
                                        <p:strVal val="visible"/>
                                      </p:to>
                                    </p:set>
                                    <p:anim calcmode="lin" valueType="num">
                                      <p:cBhvr>
                                        <p:cTn id="609" dur="7063" fill="hold"/>
                                        <p:tgtEl>
                                          <p:spTgt spid="502"/>
                                        </p:tgtEl>
                                        <p:attrNameLst>
                                          <p:attrName>ppt_w</p:attrName>
                                        </p:attrNameLst>
                                      </p:cBhvr>
                                      <p:tavLst>
                                        <p:tav tm="0">
                                          <p:val>
                                            <p:fltVal val="0"/>
                                          </p:val>
                                        </p:tav>
                                        <p:tav tm="100000">
                                          <p:val>
                                            <p:strVal val="#ppt_w"/>
                                          </p:val>
                                        </p:tav>
                                      </p:tavLst>
                                    </p:anim>
                                    <p:anim calcmode="lin" valueType="num">
                                      <p:cBhvr>
                                        <p:cTn id="610" dur="7063" fill="hold"/>
                                        <p:tgtEl>
                                          <p:spTgt spid="502"/>
                                        </p:tgtEl>
                                        <p:attrNameLst>
                                          <p:attrName>ppt_h</p:attrName>
                                        </p:attrNameLst>
                                      </p:cBhvr>
                                      <p:tavLst>
                                        <p:tav tm="0">
                                          <p:val>
                                            <p:fltVal val="0"/>
                                          </p:val>
                                        </p:tav>
                                        <p:tav tm="100000">
                                          <p:val>
                                            <p:strVal val="#ppt_h"/>
                                          </p:val>
                                        </p:tav>
                                      </p:tavLst>
                                    </p:anim>
                                    <p:animEffect transition="in" filter="fade">
                                      <p:cBhvr>
                                        <p:cTn id="611" dur="7063"/>
                                        <p:tgtEl>
                                          <p:spTgt spid="502"/>
                                        </p:tgtEl>
                                      </p:cBhvr>
                                    </p:animEffect>
                                    <p:anim calcmode="lin" valueType="num">
                                      <p:cBhvr>
                                        <p:cTn id="612" dur="7063" fill="hold"/>
                                        <p:tgtEl>
                                          <p:spTgt spid="502"/>
                                        </p:tgtEl>
                                        <p:attrNameLst>
                                          <p:attrName>ppt_x</p:attrName>
                                        </p:attrNameLst>
                                      </p:cBhvr>
                                      <p:tavLst>
                                        <p:tav tm="0">
                                          <p:val>
                                            <p:fltVal val="0.5"/>
                                          </p:val>
                                        </p:tav>
                                        <p:tav tm="100000">
                                          <p:val>
                                            <p:strVal val="#ppt_x"/>
                                          </p:val>
                                        </p:tav>
                                      </p:tavLst>
                                    </p:anim>
                                    <p:anim calcmode="lin" valueType="num">
                                      <p:cBhvr>
                                        <p:cTn id="613" dur="7063" fill="hold"/>
                                        <p:tgtEl>
                                          <p:spTgt spid="502"/>
                                        </p:tgtEl>
                                        <p:attrNameLst>
                                          <p:attrName>ppt_y</p:attrName>
                                        </p:attrNameLst>
                                      </p:cBhvr>
                                      <p:tavLst>
                                        <p:tav tm="0">
                                          <p:val>
                                            <p:fltVal val="0.5"/>
                                          </p:val>
                                        </p:tav>
                                        <p:tav tm="100000">
                                          <p:val>
                                            <p:strVal val="#ppt_y"/>
                                          </p:val>
                                        </p:tav>
                                      </p:tavLst>
                                    </p:anim>
                                  </p:childTnLst>
                                </p:cTn>
                              </p:par>
                              <p:par>
                                <p:cTn id="614" presetID="53" presetClass="entr" presetSubtype="528" repeatCount="indefinite" fill="hold" grpId="0" nodeType="withEffect">
                                  <p:stCondLst>
                                    <p:cond delay="633"/>
                                  </p:stCondLst>
                                  <p:childTnLst>
                                    <p:set>
                                      <p:cBhvr>
                                        <p:cTn id="615" dur="1" fill="hold">
                                          <p:stCondLst>
                                            <p:cond delay="0"/>
                                          </p:stCondLst>
                                        </p:cTn>
                                        <p:tgtEl>
                                          <p:spTgt spid="503"/>
                                        </p:tgtEl>
                                        <p:attrNameLst>
                                          <p:attrName>style.visibility</p:attrName>
                                        </p:attrNameLst>
                                      </p:cBhvr>
                                      <p:to>
                                        <p:strVal val="visible"/>
                                      </p:to>
                                    </p:set>
                                    <p:anim calcmode="lin" valueType="num">
                                      <p:cBhvr>
                                        <p:cTn id="616" dur="5494" fill="hold"/>
                                        <p:tgtEl>
                                          <p:spTgt spid="503"/>
                                        </p:tgtEl>
                                        <p:attrNameLst>
                                          <p:attrName>ppt_w</p:attrName>
                                        </p:attrNameLst>
                                      </p:cBhvr>
                                      <p:tavLst>
                                        <p:tav tm="0">
                                          <p:val>
                                            <p:fltVal val="0"/>
                                          </p:val>
                                        </p:tav>
                                        <p:tav tm="100000">
                                          <p:val>
                                            <p:strVal val="#ppt_w"/>
                                          </p:val>
                                        </p:tav>
                                      </p:tavLst>
                                    </p:anim>
                                    <p:anim calcmode="lin" valueType="num">
                                      <p:cBhvr>
                                        <p:cTn id="617" dur="5494" fill="hold"/>
                                        <p:tgtEl>
                                          <p:spTgt spid="503"/>
                                        </p:tgtEl>
                                        <p:attrNameLst>
                                          <p:attrName>ppt_h</p:attrName>
                                        </p:attrNameLst>
                                      </p:cBhvr>
                                      <p:tavLst>
                                        <p:tav tm="0">
                                          <p:val>
                                            <p:fltVal val="0"/>
                                          </p:val>
                                        </p:tav>
                                        <p:tav tm="100000">
                                          <p:val>
                                            <p:strVal val="#ppt_h"/>
                                          </p:val>
                                        </p:tav>
                                      </p:tavLst>
                                    </p:anim>
                                    <p:animEffect transition="in" filter="fade">
                                      <p:cBhvr>
                                        <p:cTn id="618" dur="5494"/>
                                        <p:tgtEl>
                                          <p:spTgt spid="503"/>
                                        </p:tgtEl>
                                      </p:cBhvr>
                                    </p:animEffect>
                                    <p:anim calcmode="lin" valueType="num">
                                      <p:cBhvr>
                                        <p:cTn id="619" dur="5494" fill="hold"/>
                                        <p:tgtEl>
                                          <p:spTgt spid="503"/>
                                        </p:tgtEl>
                                        <p:attrNameLst>
                                          <p:attrName>ppt_x</p:attrName>
                                        </p:attrNameLst>
                                      </p:cBhvr>
                                      <p:tavLst>
                                        <p:tav tm="0">
                                          <p:val>
                                            <p:fltVal val="0.5"/>
                                          </p:val>
                                        </p:tav>
                                        <p:tav tm="100000">
                                          <p:val>
                                            <p:strVal val="#ppt_x"/>
                                          </p:val>
                                        </p:tav>
                                      </p:tavLst>
                                    </p:anim>
                                    <p:anim calcmode="lin" valueType="num">
                                      <p:cBhvr>
                                        <p:cTn id="620" dur="5494" fill="hold"/>
                                        <p:tgtEl>
                                          <p:spTgt spid="503"/>
                                        </p:tgtEl>
                                        <p:attrNameLst>
                                          <p:attrName>ppt_y</p:attrName>
                                        </p:attrNameLst>
                                      </p:cBhvr>
                                      <p:tavLst>
                                        <p:tav tm="0">
                                          <p:val>
                                            <p:fltVal val="0.5"/>
                                          </p:val>
                                        </p:tav>
                                        <p:tav tm="100000">
                                          <p:val>
                                            <p:strVal val="#ppt_y"/>
                                          </p:val>
                                        </p:tav>
                                      </p:tavLst>
                                    </p:anim>
                                  </p:childTnLst>
                                </p:cTn>
                              </p:par>
                              <p:par>
                                <p:cTn id="621" presetID="53" presetClass="entr" presetSubtype="528" repeatCount="indefinite" fill="hold" grpId="0" nodeType="withEffect">
                                  <p:stCondLst>
                                    <p:cond delay="1769"/>
                                  </p:stCondLst>
                                  <p:childTnLst>
                                    <p:set>
                                      <p:cBhvr>
                                        <p:cTn id="622" dur="1" fill="hold">
                                          <p:stCondLst>
                                            <p:cond delay="0"/>
                                          </p:stCondLst>
                                        </p:cTn>
                                        <p:tgtEl>
                                          <p:spTgt spid="504"/>
                                        </p:tgtEl>
                                        <p:attrNameLst>
                                          <p:attrName>style.visibility</p:attrName>
                                        </p:attrNameLst>
                                      </p:cBhvr>
                                      <p:to>
                                        <p:strVal val="visible"/>
                                      </p:to>
                                    </p:set>
                                    <p:anim calcmode="lin" valueType="num">
                                      <p:cBhvr>
                                        <p:cTn id="623" dur="7135" fill="hold"/>
                                        <p:tgtEl>
                                          <p:spTgt spid="504"/>
                                        </p:tgtEl>
                                        <p:attrNameLst>
                                          <p:attrName>ppt_w</p:attrName>
                                        </p:attrNameLst>
                                      </p:cBhvr>
                                      <p:tavLst>
                                        <p:tav tm="0">
                                          <p:val>
                                            <p:fltVal val="0"/>
                                          </p:val>
                                        </p:tav>
                                        <p:tav tm="100000">
                                          <p:val>
                                            <p:strVal val="#ppt_w"/>
                                          </p:val>
                                        </p:tav>
                                      </p:tavLst>
                                    </p:anim>
                                    <p:anim calcmode="lin" valueType="num">
                                      <p:cBhvr>
                                        <p:cTn id="624" dur="7135" fill="hold"/>
                                        <p:tgtEl>
                                          <p:spTgt spid="504"/>
                                        </p:tgtEl>
                                        <p:attrNameLst>
                                          <p:attrName>ppt_h</p:attrName>
                                        </p:attrNameLst>
                                      </p:cBhvr>
                                      <p:tavLst>
                                        <p:tav tm="0">
                                          <p:val>
                                            <p:fltVal val="0"/>
                                          </p:val>
                                        </p:tav>
                                        <p:tav tm="100000">
                                          <p:val>
                                            <p:strVal val="#ppt_h"/>
                                          </p:val>
                                        </p:tav>
                                      </p:tavLst>
                                    </p:anim>
                                    <p:animEffect transition="in" filter="fade">
                                      <p:cBhvr>
                                        <p:cTn id="625" dur="7135"/>
                                        <p:tgtEl>
                                          <p:spTgt spid="504"/>
                                        </p:tgtEl>
                                      </p:cBhvr>
                                    </p:animEffect>
                                    <p:anim calcmode="lin" valueType="num">
                                      <p:cBhvr>
                                        <p:cTn id="626" dur="7135" fill="hold"/>
                                        <p:tgtEl>
                                          <p:spTgt spid="504"/>
                                        </p:tgtEl>
                                        <p:attrNameLst>
                                          <p:attrName>ppt_x</p:attrName>
                                        </p:attrNameLst>
                                      </p:cBhvr>
                                      <p:tavLst>
                                        <p:tav tm="0">
                                          <p:val>
                                            <p:fltVal val="0.5"/>
                                          </p:val>
                                        </p:tav>
                                        <p:tav tm="100000">
                                          <p:val>
                                            <p:strVal val="#ppt_x"/>
                                          </p:val>
                                        </p:tav>
                                      </p:tavLst>
                                    </p:anim>
                                    <p:anim calcmode="lin" valueType="num">
                                      <p:cBhvr>
                                        <p:cTn id="627" dur="7135" fill="hold"/>
                                        <p:tgtEl>
                                          <p:spTgt spid="504"/>
                                        </p:tgtEl>
                                        <p:attrNameLst>
                                          <p:attrName>ppt_y</p:attrName>
                                        </p:attrNameLst>
                                      </p:cBhvr>
                                      <p:tavLst>
                                        <p:tav tm="0">
                                          <p:val>
                                            <p:fltVal val="0.5"/>
                                          </p:val>
                                        </p:tav>
                                        <p:tav tm="100000">
                                          <p:val>
                                            <p:strVal val="#ppt_y"/>
                                          </p:val>
                                        </p:tav>
                                      </p:tavLst>
                                    </p:anim>
                                  </p:childTnLst>
                                </p:cTn>
                              </p:par>
                              <p:par>
                                <p:cTn id="628" presetID="53" presetClass="entr" presetSubtype="528" repeatCount="indefinite" fill="hold" grpId="0" nodeType="withEffect">
                                  <p:stCondLst>
                                    <p:cond delay="552"/>
                                  </p:stCondLst>
                                  <p:childTnLst>
                                    <p:set>
                                      <p:cBhvr>
                                        <p:cTn id="629" dur="1" fill="hold">
                                          <p:stCondLst>
                                            <p:cond delay="0"/>
                                          </p:stCondLst>
                                        </p:cTn>
                                        <p:tgtEl>
                                          <p:spTgt spid="505"/>
                                        </p:tgtEl>
                                        <p:attrNameLst>
                                          <p:attrName>style.visibility</p:attrName>
                                        </p:attrNameLst>
                                      </p:cBhvr>
                                      <p:to>
                                        <p:strVal val="visible"/>
                                      </p:to>
                                    </p:set>
                                    <p:anim calcmode="lin" valueType="num">
                                      <p:cBhvr>
                                        <p:cTn id="630" dur="7132" fill="hold"/>
                                        <p:tgtEl>
                                          <p:spTgt spid="505"/>
                                        </p:tgtEl>
                                        <p:attrNameLst>
                                          <p:attrName>ppt_w</p:attrName>
                                        </p:attrNameLst>
                                      </p:cBhvr>
                                      <p:tavLst>
                                        <p:tav tm="0">
                                          <p:val>
                                            <p:fltVal val="0"/>
                                          </p:val>
                                        </p:tav>
                                        <p:tav tm="100000">
                                          <p:val>
                                            <p:strVal val="#ppt_w"/>
                                          </p:val>
                                        </p:tav>
                                      </p:tavLst>
                                    </p:anim>
                                    <p:anim calcmode="lin" valueType="num">
                                      <p:cBhvr>
                                        <p:cTn id="631" dur="7132" fill="hold"/>
                                        <p:tgtEl>
                                          <p:spTgt spid="505"/>
                                        </p:tgtEl>
                                        <p:attrNameLst>
                                          <p:attrName>ppt_h</p:attrName>
                                        </p:attrNameLst>
                                      </p:cBhvr>
                                      <p:tavLst>
                                        <p:tav tm="0">
                                          <p:val>
                                            <p:fltVal val="0"/>
                                          </p:val>
                                        </p:tav>
                                        <p:tav tm="100000">
                                          <p:val>
                                            <p:strVal val="#ppt_h"/>
                                          </p:val>
                                        </p:tav>
                                      </p:tavLst>
                                    </p:anim>
                                    <p:animEffect transition="in" filter="fade">
                                      <p:cBhvr>
                                        <p:cTn id="632" dur="7132"/>
                                        <p:tgtEl>
                                          <p:spTgt spid="505"/>
                                        </p:tgtEl>
                                      </p:cBhvr>
                                    </p:animEffect>
                                    <p:anim calcmode="lin" valueType="num">
                                      <p:cBhvr>
                                        <p:cTn id="633" dur="7132" fill="hold"/>
                                        <p:tgtEl>
                                          <p:spTgt spid="505"/>
                                        </p:tgtEl>
                                        <p:attrNameLst>
                                          <p:attrName>ppt_x</p:attrName>
                                        </p:attrNameLst>
                                      </p:cBhvr>
                                      <p:tavLst>
                                        <p:tav tm="0">
                                          <p:val>
                                            <p:fltVal val="0.5"/>
                                          </p:val>
                                        </p:tav>
                                        <p:tav tm="100000">
                                          <p:val>
                                            <p:strVal val="#ppt_x"/>
                                          </p:val>
                                        </p:tav>
                                      </p:tavLst>
                                    </p:anim>
                                    <p:anim calcmode="lin" valueType="num">
                                      <p:cBhvr>
                                        <p:cTn id="634" dur="7132" fill="hold"/>
                                        <p:tgtEl>
                                          <p:spTgt spid="505"/>
                                        </p:tgtEl>
                                        <p:attrNameLst>
                                          <p:attrName>ppt_y</p:attrName>
                                        </p:attrNameLst>
                                      </p:cBhvr>
                                      <p:tavLst>
                                        <p:tav tm="0">
                                          <p:val>
                                            <p:fltVal val="0.5"/>
                                          </p:val>
                                        </p:tav>
                                        <p:tav tm="100000">
                                          <p:val>
                                            <p:strVal val="#ppt_y"/>
                                          </p:val>
                                        </p:tav>
                                      </p:tavLst>
                                    </p:anim>
                                  </p:childTnLst>
                                </p:cTn>
                              </p:par>
                              <p:par>
                                <p:cTn id="635" presetID="53" presetClass="entr" presetSubtype="528" repeatCount="indefinite" fill="hold" grpId="0" nodeType="withEffect">
                                  <p:stCondLst>
                                    <p:cond delay="1645"/>
                                  </p:stCondLst>
                                  <p:childTnLst>
                                    <p:set>
                                      <p:cBhvr>
                                        <p:cTn id="636" dur="1" fill="hold">
                                          <p:stCondLst>
                                            <p:cond delay="0"/>
                                          </p:stCondLst>
                                        </p:cTn>
                                        <p:tgtEl>
                                          <p:spTgt spid="529"/>
                                        </p:tgtEl>
                                        <p:attrNameLst>
                                          <p:attrName>style.visibility</p:attrName>
                                        </p:attrNameLst>
                                      </p:cBhvr>
                                      <p:to>
                                        <p:strVal val="visible"/>
                                      </p:to>
                                    </p:set>
                                    <p:anim calcmode="lin" valueType="num">
                                      <p:cBhvr>
                                        <p:cTn id="637" dur="5041" fill="hold"/>
                                        <p:tgtEl>
                                          <p:spTgt spid="529"/>
                                        </p:tgtEl>
                                        <p:attrNameLst>
                                          <p:attrName>ppt_w</p:attrName>
                                        </p:attrNameLst>
                                      </p:cBhvr>
                                      <p:tavLst>
                                        <p:tav tm="0">
                                          <p:val>
                                            <p:fltVal val="0"/>
                                          </p:val>
                                        </p:tav>
                                        <p:tav tm="100000">
                                          <p:val>
                                            <p:strVal val="#ppt_w"/>
                                          </p:val>
                                        </p:tav>
                                      </p:tavLst>
                                    </p:anim>
                                    <p:anim calcmode="lin" valueType="num">
                                      <p:cBhvr>
                                        <p:cTn id="638" dur="5041" fill="hold"/>
                                        <p:tgtEl>
                                          <p:spTgt spid="529"/>
                                        </p:tgtEl>
                                        <p:attrNameLst>
                                          <p:attrName>ppt_h</p:attrName>
                                        </p:attrNameLst>
                                      </p:cBhvr>
                                      <p:tavLst>
                                        <p:tav tm="0">
                                          <p:val>
                                            <p:fltVal val="0"/>
                                          </p:val>
                                        </p:tav>
                                        <p:tav tm="100000">
                                          <p:val>
                                            <p:strVal val="#ppt_h"/>
                                          </p:val>
                                        </p:tav>
                                      </p:tavLst>
                                    </p:anim>
                                    <p:animEffect transition="in" filter="fade">
                                      <p:cBhvr>
                                        <p:cTn id="639" dur="5041"/>
                                        <p:tgtEl>
                                          <p:spTgt spid="529"/>
                                        </p:tgtEl>
                                      </p:cBhvr>
                                    </p:animEffect>
                                    <p:anim calcmode="lin" valueType="num">
                                      <p:cBhvr>
                                        <p:cTn id="640" dur="5041" fill="hold"/>
                                        <p:tgtEl>
                                          <p:spTgt spid="529"/>
                                        </p:tgtEl>
                                        <p:attrNameLst>
                                          <p:attrName>ppt_x</p:attrName>
                                        </p:attrNameLst>
                                      </p:cBhvr>
                                      <p:tavLst>
                                        <p:tav tm="0">
                                          <p:val>
                                            <p:fltVal val="0.5"/>
                                          </p:val>
                                        </p:tav>
                                        <p:tav tm="100000">
                                          <p:val>
                                            <p:strVal val="#ppt_x"/>
                                          </p:val>
                                        </p:tav>
                                      </p:tavLst>
                                    </p:anim>
                                    <p:anim calcmode="lin" valueType="num">
                                      <p:cBhvr>
                                        <p:cTn id="641" dur="5041" fill="hold"/>
                                        <p:tgtEl>
                                          <p:spTgt spid="529"/>
                                        </p:tgtEl>
                                        <p:attrNameLst>
                                          <p:attrName>ppt_y</p:attrName>
                                        </p:attrNameLst>
                                      </p:cBhvr>
                                      <p:tavLst>
                                        <p:tav tm="0">
                                          <p:val>
                                            <p:fltVal val="0.5"/>
                                          </p:val>
                                        </p:tav>
                                        <p:tav tm="100000">
                                          <p:val>
                                            <p:strVal val="#ppt_y"/>
                                          </p:val>
                                        </p:tav>
                                      </p:tavLst>
                                    </p:anim>
                                  </p:childTnLst>
                                </p:cTn>
                              </p:par>
                              <p:par>
                                <p:cTn id="642" presetID="53" presetClass="entr" presetSubtype="528" repeatCount="indefinite" fill="hold" grpId="0" nodeType="withEffect">
                                  <p:stCondLst>
                                    <p:cond delay="1934"/>
                                  </p:stCondLst>
                                  <p:childTnLst>
                                    <p:set>
                                      <p:cBhvr>
                                        <p:cTn id="643" dur="1" fill="hold">
                                          <p:stCondLst>
                                            <p:cond delay="0"/>
                                          </p:stCondLst>
                                        </p:cTn>
                                        <p:tgtEl>
                                          <p:spTgt spid="531"/>
                                        </p:tgtEl>
                                        <p:attrNameLst>
                                          <p:attrName>style.visibility</p:attrName>
                                        </p:attrNameLst>
                                      </p:cBhvr>
                                      <p:to>
                                        <p:strVal val="visible"/>
                                      </p:to>
                                    </p:set>
                                    <p:anim calcmode="lin" valueType="num">
                                      <p:cBhvr>
                                        <p:cTn id="644" dur="6965" fill="hold"/>
                                        <p:tgtEl>
                                          <p:spTgt spid="531"/>
                                        </p:tgtEl>
                                        <p:attrNameLst>
                                          <p:attrName>ppt_w</p:attrName>
                                        </p:attrNameLst>
                                      </p:cBhvr>
                                      <p:tavLst>
                                        <p:tav tm="0">
                                          <p:val>
                                            <p:fltVal val="0"/>
                                          </p:val>
                                        </p:tav>
                                        <p:tav tm="100000">
                                          <p:val>
                                            <p:strVal val="#ppt_w"/>
                                          </p:val>
                                        </p:tav>
                                      </p:tavLst>
                                    </p:anim>
                                    <p:anim calcmode="lin" valueType="num">
                                      <p:cBhvr>
                                        <p:cTn id="645" dur="6965" fill="hold"/>
                                        <p:tgtEl>
                                          <p:spTgt spid="531"/>
                                        </p:tgtEl>
                                        <p:attrNameLst>
                                          <p:attrName>ppt_h</p:attrName>
                                        </p:attrNameLst>
                                      </p:cBhvr>
                                      <p:tavLst>
                                        <p:tav tm="0">
                                          <p:val>
                                            <p:fltVal val="0"/>
                                          </p:val>
                                        </p:tav>
                                        <p:tav tm="100000">
                                          <p:val>
                                            <p:strVal val="#ppt_h"/>
                                          </p:val>
                                        </p:tav>
                                      </p:tavLst>
                                    </p:anim>
                                    <p:animEffect transition="in" filter="fade">
                                      <p:cBhvr>
                                        <p:cTn id="646" dur="6965"/>
                                        <p:tgtEl>
                                          <p:spTgt spid="531"/>
                                        </p:tgtEl>
                                      </p:cBhvr>
                                    </p:animEffect>
                                    <p:anim calcmode="lin" valueType="num">
                                      <p:cBhvr>
                                        <p:cTn id="647" dur="6965" fill="hold"/>
                                        <p:tgtEl>
                                          <p:spTgt spid="531"/>
                                        </p:tgtEl>
                                        <p:attrNameLst>
                                          <p:attrName>ppt_x</p:attrName>
                                        </p:attrNameLst>
                                      </p:cBhvr>
                                      <p:tavLst>
                                        <p:tav tm="0">
                                          <p:val>
                                            <p:fltVal val="0.5"/>
                                          </p:val>
                                        </p:tav>
                                        <p:tav tm="100000">
                                          <p:val>
                                            <p:strVal val="#ppt_x"/>
                                          </p:val>
                                        </p:tav>
                                      </p:tavLst>
                                    </p:anim>
                                    <p:anim calcmode="lin" valueType="num">
                                      <p:cBhvr>
                                        <p:cTn id="648" dur="6965" fill="hold"/>
                                        <p:tgtEl>
                                          <p:spTgt spid="531"/>
                                        </p:tgtEl>
                                        <p:attrNameLst>
                                          <p:attrName>ppt_y</p:attrName>
                                        </p:attrNameLst>
                                      </p:cBhvr>
                                      <p:tavLst>
                                        <p:tav tm="0">
                                          <p:val>
                                            <p:fltVal val="0.5"/>
                                          </p:val>
                                        </p:tav>
                                        <p:tav tm="100000">
                                          <p:val>
                                            <p:strVal val="#ppt_y"/>
                                          </p:val>
                                        </p:tav>
                                      </p:tavLst>
                                    </p:anim>
                                  </p:childTnLst>
                                </p:cTn>
                              </p:par>
                              <p:par>
                                <p:cTn id="649" presetID="53" presetClass="entr" presetSubtype="528" repeatCount="indefinite" fill="hold" grpId="0" nodeType="withEffect">
                                  <p:stCondLst>
                                    <p:cond delay="775"/>
                                  </p:stCondLst>
                                  <p:childTnLst>
                                    <p:set>
                                      <p:cBhvr>
                                        <p:cTn id="650" dur="1" fill="hold">
                                          <p:stCondLst>
                                            <p:cond delay="0"/>
                                          </p:stCondLst>
                                        </p:cTn>
                                        <p:tgtEl>
                                          <p:spTgt spid="532"/>
                                        </p:tgtEl>
                                        <p:attrNameLst>
                                          <p:attrName>style.visibility</p:attrName>
                                        </p:attrNameLst>
                                      </p:cBhvr>
                                      <p:to>
                                        <p:strVal val="visible"/>
                                      </p:to>
                                    </p:set>
                                    <p:anim calcmode="lin" valueType="num">
                                      <p:cBhvr>
                                        <p:cTn id="651" dur="5313" fill="hold"/>
                                        <p:tgtEl>
                                          <p:spTgt spid="532"/>
                                        </p:tgtEl>
                                        <p:attrNameLst>
                                          <p:attrName>ppt_w</p:attrName>
                                        </p:attrNameLst>
                                      </p:cBhvr>
                                      <p:tavLst>
                                        <p:tav tm="0">
                                          <p:val>
                                            <p:fltVal val="0"/>
                                          </p:val>
                                        </p:tav>
                                        <p:tav tm="100000">
                                          <p:val>
                                            <p:strVal val="#ppt_w"/>
                                          </p:val>
                                        </p:tav>
                                      </p:tavLst>
                                    </p:anim>
                                    <p:anim calcmode="lin" valueType="num">
                                      <p:cBhvr>
                                        <p:cTn id="652" dur="5313" fill="hold"/>
                                        <p:tgtEl>
                                          <p:spTgt spid="532"/>
                                        </p:tgtEl>
                                        <p:attrNameLst>
                                          <p:attrName>ppt_h</p:attrName>
                                        </p:attrNameLst>
                                      </p:cBhvr>
                                      <p:tavLst>
                                        <p:tav tm="0">
                                          <p:val>
                                            <p:fltVal val="0"/>
                                          </p:val>
                                        </p:tav>
                                        <p:tav tm="100000">
                                          <p:val>
                                            <p:strVal val="#ppt_h"/>
                                          </p:val>
                                        </p:tav>
                                      </p:tavLst>
                                    </p:anim>
                                    <p:animEffect transition="in" filter="fade">
                                      <p:cBhvr>
                                        <p:cTn id="653" dur="5313"/>
                                        <p:tgtEl>
                                          <p:spTgt spid="532"/>
                                        </p:tgtEl>
                                      </p:cBhvr>
                                    </p:animEffect>
                                    <p:anim calcmode="lin" valueType="num">
                                      <p:cBhvr>
                                        <p:cTn id="654" dur="5313" fill="hold"/>
                                        <p:tgtEl>
                                          <p:spTgt spid="532"/>
                                        </p:tgtEl>
                                        <p:attrNameLst>
                                          <p:attrName>ppt_x</p:attrName>
                                        </p:attrNameLst>
                                      </p:cBhvr>
                                      <p:tavLst>
                                        <p:tav tm="0">
                                          <p:val>
                                            <p:fltVal val="0.5"/>
                                          </p:val>
                                        </p:tav>
                                        <p:tav tm="100000">
                                          <p:val>
                                            <p:strVal val="#ppt_x"/>
                                          </p:val>
                                        </p:tav>
                                      </p:tavLst>
                                    </p:anim>
                                    <p:anim calcmode="lin" valueType="num">
                                      <p:cBhvr>
                                        <p:cTn id="655" dur="5313" fill="hold"/>
                                        <p:tgtEl>
                                          <p:spTgt spid="532"/>
                                        </p:tgtEl>
                                        <p:attrNameLst>
                                          <p:attrName>ppt_y</p:attrName>
                                        </p:attrNameLst>
                                      </p:cBhvr>
                                      <p:tavLst>
                                        <p:tav tm="0">
                                          <p:val>
                                            <p:fltVal val="0.5"/>
                                          </p:val>
                                        </p:tav>
                                        <p:tav tm="100000">
                                          <p:val>
                                            <p:strVal val="#ppt_y"/>
                                          </p:val>
                                        </p:tav>
                                      </p:tavLst>
                                    </p:anim>
                                  </p:childTnLst>
                                </p:cTn>
                              </p:par>
                              <p:par>
                                <p:cTn id="656" presetID="53" presetClass="entr" presetSubtype="528" repeatCount="indefinite" fill="hold" grpId="0" nodeType="withEffect">
                                  <p:stCondLst>
                                    <p:cond delay="178"/>
                                  </p:stCondLst>
                                  <p:childTnLst>
                                    <p:set>
                                      <p:cBhvr>
                                        <p:cTn id="657" dur="1" fill="hold">
                                          <p:stCondLst>
                                            <p:cond delay="0"/>
                                          </p:stCondLst>
                                        </p:cTn>
                                        <p:tgtEl>
                                          <p:spTgt spid="533"/>
                                        </p:tgtEl>
                                        <p:attrNameLst>
                                          <p:attrName>style.visibility</p:attrName>
                                        </p:attrNameLst>
                                      </p:cBhvr>
                                      <p:to>
                                        <p:strVal val="visible"/>
                                      </p:to>
                                    </p:set>
                                    <p:anim calcmode="lin" valueType="num">
                                      <p:cBhvr>
                                        <p:cTn id="658" dur="5630" fill="hold"/>
                                        <p:tgtEl>
                                          <p:spTgt spid="533"/>
                                        </p:tgtEl>
                                        <p:attrNameLst>
                                          <p:attrName>ppt_w</p:attrName>
                                        </p:attrNameLst>
                                      </p:cBhvr>
                                      <p:tavLst>
                                        <p:tav tm="0">
                                          <p:val>
                                            <p:fltVal val="0"/>
                                          </p:val>
                                        </p:tav>
                                        <p:tav tm="100000">
                                          <p:val>
                                            <p:strVal val="#ppt_w"/>
                                          </p:val>
                                        </p:tav>
                                      </p:tavLst>
                                    </p:anim>
                                    <p:anim calcmode="lin" valueType="num">
                                      <p:cBhvr>
                                        <p:cTn id="659" dur="5630" fill="hold"/>
                                        <p:tgtEl>
                                          <p:spTgt spid="533"/>
                                        </p:tgtEl>
                                        <p:attrNameLst>
                                          <p:attrName>ppt_h</p:attrName>
                                        </p:attrNameLst>
                                      </p:cBhvr>
                                      <p:tavLst>
                                        <p:tav tm="0">
                                          <p:val>
                                            <p:fltVal val="0"/>
                                          </p:val>
                                        </p:tav>
                                        <p:tav tm="100000">
                                          <p:val>
                                            <p:strVal val="#ppt_h"/>
                                          </p:val>
                                        </p:tav>
                                      </p:tavLst>
                                    </p:anim>
                                    <p:animEffect transition="in" filter="fade">
                                      <p:cBhvr>
                                        <p:cTn id="660" dur="5630"/>
                                        <p:tgtEl>
                                          <p:spTgt spid="533"/>
                                        </p:tgtEl>
                                      </p:cBhvr>
                                    </p:animEffect>
                                    <p:anim calcmode="lin" valueType="num">
                                      <p:cBhvr>
                                        <p:cTn id="661" dur="5630" fill="hold"/>
                                        <p:tgtEl>
                                          <p:spTgt spid="533"/>
                                        </p:tgtEl>
                                        <p:attrNameLst>
                                          <p:attrName>ppt_x</p:attrName>
                                        </p:attrNameLst>
                                      </p:cBhvr>
                                      <p:tavLst>
                                        <p:tav tm="0">
                                          <p:val>
                                            <p:fltVal val="0.5"/>
                                          </p:val>
                                        </p:tav>
                                        <p:tav tm="100000">
                                          <p:val>
                                            <p:strVal val="#ppt_x"/>
                                          </p:val>
                                        </p:tav>
                                      </p:tavLst>
                                    </p:anim>
                                    <p:anim calcmode="lin" valueType="num">
                                      <p:cBhvr>
                                        <p:cTn id="662" dur="5630" fill="hold"/>
                                        <p:tgtEl>
                                          <p:spTgt spid="533"/>
                                        </p:tgtEl>
                                        <p:attrNameLst>
                                          <p:attrName>ppt_y</p:attrName>
                                        </p:attrNameLst>
                                      </p:cBhvr>
                                      <p:tavLst>
                                        <p:tav tm="0">
                                          <p:val>
                                            <p:fltVal val="0.5"/>
                                          </p:val>
                                        </p:tav>
                                        <p:tav tm="100000">
                                          <p:val>
                                            <p:strVal val="#ppt_y"/>
                                          </p:val>
                                        </p:tav>
                                      </p:tavLst>
                                    </p:anim>
                                  </p:childTnLst>
                                </p:cTn>
                              </p:par>
                              <p:par>
                                <p:cTn id="663" presetID="53" presetClass="entr" presetSubtype="528" repeatCount="indefinite" fill="hold" grpId="0" nodeType="withEffect">
                                  <p:stCondLst>
                                    <p:cond delay="1402"/>
                                  </p:stCondLst>
                                  <p:childTnLst>
                                    <p:set>
                                      <p:cBhvr>
                                        <p:cTn id="664" dur="1" fill="hold">
                                          <p:stCondLst>
                                            <p:cond delay="0"/>
                                          </p:stCondLst>
                                        </p:cTn>
                                        <p:tgtEl>
                                          <p:spTgt spid="534"/>
                                        </p:tgtEl>
                                        <p:attrNameLst>
                                          <p:attrName>style.visibility</p:attrName>
                                        </p:attrNameLst>
                                      </p:cBhvr>
                                      <p:to>
                                        <p:strVal val="visible"/>
                                      </p:to>
                                    </p:set>
                                    <p:anim calcmode="lin" valueType="num">
                                      <p:cBhvr>
                                        <p:cTn id="665" dur="5437" fill="hold"/>
                                        <p:tgtEl>
                                          <p:spTgt spid="534"/>
                                        </p:tgtEl>
                                        <p:attrNameLst>
                                          <p:attrName>ppt_w</p:attrName>
                                        </p:attrNameLst>
                                      </p:cBhvr>
                                      <p:tavLst>
                                        <p:tav tm="0">
                                          <p:val>
                                            <p:fltVal val="0"/>
                                          </p:val>
                                        </p:tav>
                                        <p:tav tm="100000">
                                          <p:val>
                                            <p:strVal val="#ppt_w"/>
                                          </p:val>
                                        </p:tav>
                                      </p:tavLst>
                                    </p:anim>
                                    <p:anim calcmode="lin" valueType="num">
                                      <p:cBhvr>
                                        <p:cTn id="666" dur="5437" fill="hold"/>
                                        <p:tgtEl>
                                          <p:spTgt spid="534"/>
                                        </p:tgtEl>
                                        <p:attrNameLst>
                                          <p:attrName>ppt_h</p:attrName>
                                        </p:attrNameLst>
                                      </p:cBhvr>
                                      <p:tavLst>
                                        <p:tav tm="0">
                                          <p:val>
                                            <p:fltVal val="0"/>
                                          </p:val>
                                        </p:tav>
                                        <p:tav tm="100000">
                                          <p:val>
                                            <p:strVal val="#ppt_h"/>
                                          </p:val>
                                        </p:tav>
                                      </p:tavLst>
                                    </p:anim>
                                    <p:animEffect transition="in" filter="fade">
                                      <p:cBhvr>
                                        <p:cTn id="667" dur="5437"/>
                                        <p:tgtEl>
                                          <p:spTgt spid="534"/>
                                        </p:tgtEl>
                                      </p:cBhvr>
                                    </p:animEffect>
                                    <p:anim calcmode="lin" valueType="num">
                                      <p:cBhvr>
                                        <p:cTn id="668" dur="5437" fill="hold"/>
                                        <p:tgtEl>
                                          <p:spTgt spid="534"/>
                                        </p:tgtEl>
                                        <p:attrNameLst>
                                          <p:attrName>ppt_x</p:attrName>
                                        </p:attrNameLst>
                                      </p:cBhvr>
                                      <p:tavLst>
                                        <p:tav tm="0">
                                          <p:val>
                                            <p:fltVal val="0.5"/>
                                          </p:val>
                                        </p:tav>
                                        <p:tav tm="100000">
                                          <p:val>
                                            <p:strVal val="#ppt_x"/>
                                          </p:val>
                                        </p:tav>
                                      </p:tavLst>
                                    </p:anim>
                                    <p:anim calcmode="lin" valueType="num">
                                      <p:cBhvr>
                                        <p:cTn id="669" dur="5437" fill="hold"/>
                                        <p:tgtEl>
                                          <p:spTgt spid="534"/>
                                        </p:tgtEl>
                                        <p:attrNameLst>
                                          <p:attrName>ppt_y</p:attrName>
                                        </p:attrNameLst>
                                      </p:cBhvr>
                                      <p:tavLst>
                                        <p:tav tm="0">
                                          <p:val>
                                            <p:fltVal val="0.5"/>
                                          </p:val>
                                        </p:tav>
                                        <p:tav tm="100000">
                                          <p:val>
                                            <p:strVal val="#ppt_y"/>
                                          </p:val>
                                        </p:tav>
                                      </p:tavLst>
                                    </p:anim>
                                  </p:childTnLst>
                                </p:cTn>
                              </p:par>
                              <p:par>
                                <p:cTn id="670" presetID="53" presetClass="entr" presetSubtype="528" repeatCount="indefinite" fill="hold" grpId="0" nodeType="withEffect">
                                  <p:stCondLst>
                                    <p:cond delay="441"/>
                                  </p:stCondLst>
                                  <p:childTnLst>
                                    <p:set>
                                      <p:cBhvr>
                                        <p:cTn id="671" dur="1" fill="hold">
                                          <p:stCondLst>
                                            <p:cond delay="0"/>
                                          </p:stCondLst>
                                        </p:cTn>
                                        <p:tgtEl>
                                          <p:spTgt spid="535"/>
                                        </p:tgtEl>
                                        <p:attrNameLst>
                                          <p:attrName>style.visibility</p:attrName>
                                        </p:attrNameLst>
                                      </p:cBhvr>
                                      <p:to>
                                        <p:strVal val="visible"/>
                                      </p:to>
                                    </p:set>
                                    <p:anim calcmode="lin" valueType="num">
                                      <p:cBhvr>
                                        <p:cTn id="672" dur="5660" fill="hold"/>
                                        <p:tgtEl>
                                          <p:spTgt spid="535"/>
                                        </p:tgtEl>
                                        <p:attrNameLst>
                                          <p:attrName>ppt_w</p:attrName>
                                        </p:attrNameLst>
                                      </p:cBhvr>
                                      <p:tavLst>
                                        <p:tav tm="0">
                                          <p:val>
                                            <p:fltVal val="0"/>
                                          </p:val>
                                        </p:tav>
                                        <p:tav tm="100000">
                                          <p:val>
                                            <p:strVal val="#ppt_w"/>
                                          </p:val>
                                        </p:tav>
                                      </p:tavLst>
                                    </p:anim>
                                    <p:anim calcmode="lin" valueType="num">
                                      <p:cBhvr>
                                        <p:cTn id="673" dur="5660" fill="hold"/>
                                        <p:tgtEl>
                                          <p:spTgt spid="535"/>
                                        </p:tgtEl>
                                        <p:attrNameLst>
                                          <p:attrName>ppt_h</p:attrName>
                                        </p:attrNameLst>
                                      </p:cBhvr>
                                      <p:tavLst>
                                        <p:tav tm="0">
                                          <p:val>
                                            <p:fltVal val="0"/>
                                          </p:val>
                                        </p:tav>
                                        <p:tav tm="100000">
                                          <p:val>
                                            <p:strVal val="#ppt_h"/>
                                          </p:val>
                                        </p:tav>
                                      </p:tavLst>
                                    </p:anim>
                                    <p:animEffect transition="in" filter="fade">
                                      <p:cBhvr>
                                        <p:cTn id="674" dur="5660"/>
                                        <p:tgtEl>
                                          <p:spTgt spid="535"/>
                                        </p:tgtEl>
                                      </p:cBhvr>
                                    </p:animEffect>
                                    <p:anim calcmode="lin" valueType="num">
                                      <p:cBhvr>
                                        <p:cTn id="675" dur="5660" fill="hold"/>
                                        <p:tgtEl>
                                          <p:spTgt spid="535"/>
                                        </p:tgtEl>
                                        <p:attrNameLst>
                                          <p:attrName>ppt_x</p:attrName>
                                        </p:attrNameLst>
                                      </p:cBhvr>
                                      <p:tavLst>
                                        <p:tav tm="0">
                                          <p:val>
                                            <p:fltVal val="0.5"/>
                                          </p:val>
                                        </p:tav>
                                        <p:tav tm="100000">
                                          <p:val>
                                            <p:strVal val="#ppt_x"/>
                                          </p:val>
                                        </p:tav>
                                      </p:tavLst>
                                    </p:anim>
                                    <p:anim calcmode="lin" valueType="num">
                                      <p:cBhvr>
                                        <p:cTn id="676" dur="5660" fill="hold"/>
                                        <p:tgtEl>
                                          <p:spTgt spid="535"/>
                                        </p:tgtEl>
                                        <p:attrNameLst>
                                          <p:attrName>ppt_y</p:attrName>
                                        </p:attrNameLst>
                                      </p:cBhvr>
                                      <p:tavLst>
                                        <p:tav tm="0">
                                          <p:val>
                                            <p:fltVal val="0.5"/>
                                          </p:val>
                                        </p:tav>
                                        <p:tav tm="100000">
                                          <p:val>
                                            <p:strVal val="#ppt_y"/>
                                          </p:val>
                                        </p:tav>
                                      </p:tavLst>
                                    </p:anim>
                                  </p:childTnLst>
                                </p:cTn>
                              </p:par>
                              <p:par>
                                <p:cTn id="677" presetID="53" presetClass="entr" presetSubtype="528" repeatCount="indefinite" fill="hold" grpId="0" nodeType="withEffect">
                                  <p:stCondLst>
                                    <p:cond delay="1747"/>
                                  </p:stCondLst>
                                  <p:childTnLst>
                                    <p:set>
                                      <p:cBhvr>
                                        <p:cTn id="678" dur="1" fill="hold">
                                          <p:stCondLst>
                                            <p:cond delay="0"/>
                                          </p:stCondLst>
                                        </p:cTn>
                                        <p:tgtEl>
                                          <p:spTgt spid="539"/>
                                        </p:tgtEl>
                                        <p:attrNameLst>
                                          <p:attrName>style.visibility</p:attrName>
                                        </p:attrNameLst>
                                      </p:cBhvr>
                                      <p:to>
                                        <p:strVal val="visible"/>
                                      </p:to>
                                    </p:set>
                                    <p:anim calcmode="lin" valueType="num">
                                      <p:cBhvr>
                                        <p:cTn id="679" dur="6723" fill="hold"/>
                                        <p:tgtEl>
                                          <p:spTgt spid="539"/>
                                        </p:tgtEl>
                                        <p:attrNameLst>
                                          <p:attrName>ppt_w</p:attrName>
                                        </p:attrNameLst>
                                      </p:cBhvr>
                                      <p:tavLst>
                                        <p:tav tm="0">
                                          <p:val>
                                            <p:fltVal val="0"/>
                                          </p:val>
                                        </p:tav>
                                        <p:tav tm="100000">
                                          <p:val>
                                            <p:strVal val="#ppt_w"/>
                                          </p:val>
                                        </p:tav>
                                      </p:tavLst>
                                    </p:anim>
                                    <p:anim calcmode="lin" valueType="num">
                                      <p:cBhvr>
                                        <p:cTn id="680" dur="6723" fill="hold"/>
                                        <p:tgtEl>
                                          <p:spTgt spid="539"/>
                                        </p:tgtEl>
                                        <p:attrNameLst>
                                          <p:attrName>ppt_h</p:attrName>
                                        </p:attrNameLst>
                                      </p:cBhvr>
                                      <p:tavLst>
                                        <p:tav tm="0">
                                          <p:val>
                                            <p:fltVal val="0"/>
                                          </p:val>
                                        </p:tav>
                                        <p:tav tm="100000">
                                          <p:val>
                                            <p:strVal val="#ppt_h"/>
                                          </p:val>
                                        </p:tav>
                                      </p:tavLst>
                                    </p:anim>
                                    <p:animEffect transition="in" filter="fade">
                                      <p:cBhvr>
                                        <p:cTn id="681" dur="6723"/>
                                        <p:tgtEl>
                                          <p:spTgt spid="539"/>
                                        </p:tgtEl>
                                      </p:cBhvr>
                                    </p:animEffect>
                                    <p:anim calcmode="lin" valueType="num">
                                      <p:cBhvr>
                                        <p:cTn id="682" dur="6723" fill="hold"/>
                                        <p:tgtEl>
                                          <p:spTgt spid="539"/>
                                        </p:tgtEl>
                                        <p:attrNameLst>
                                          <p:attrName>ppt_x</p:attrName>
                                        </p:attrNameLst>
                                      </p:cBhvr>
                                      <p:tavLst>
                                        <p:tav tm="0">
                                          <p:val>
                                            <p:fltVal val="0.5"/>
                                          </p:val>
                                        </p:tav>
                                        <p:tav tm="100000">
                                          <p:val>
                                            <p:strVal val="#ppt_x"/>
                                          </p:val>
                                        </p:tav>
                                      </p:tavLst>
                                    </p:anim>
                                    <p:anim calcmode="lin" valueType="num">
                                      <p:cBhvr>
                                        <p:cTn id="683" dur="6723" fill="hold"/>
                                        <p:tgtEl>
                                          <p:spTgt spid="539"/>
                                        </p:tgtEl>
                                        <p:attrNameLst>
                                          <p:attrName>ppt_y</p:attrName>
                                        </p:attrNameLst>
                                      </p:cBhvr>
                                      <p:tavLst>
                                        <p:tav tm="0">
                                          <p:val>
                                            <p:fltVal val="0.5"/>
                                          </p:val>
                                        </p:tav>
                                        <p:tav tm="100000">
                                          <p:val>
                                            <p:strVal val="#ppt_y"/>
                                          </p:val>
                                        </p:tav>
                                      </p:tavLst>
                                    </p:anim>
                                  </p:childTnLst>
                                </p:cTn>
                              </p:par>
                              <p:par>
                                <p:cTn id="684" presetID="53" presetClass="entr" presetSubtype="528" repeatCount="indefinite" fill="hold" grpId="0" nodeType="withEffect">
                                  <p:stCondLst>
                                    <p:cond delay="1402"/>
                                  </p:stCondLst>
                                  <p:childTnLst>
                                    <p:set>
                                      <p:cBhvr>
                                        <p:cTn id="685" dur="1" fill="hold">
                                          <p:stCondLst>
                                            <p:cond delay="0"/>
                                          </p:stCondLst>
                                        </p:cTn>
                                        <p:tgtEl>
                                          <p:spTgt spid="542"/>
                                        </p:tgtEl>
                                        <p:attrNameLst>
                                          <p:attrName>style.visibility</p:attrName>
                                        </p:attrNameLst>
                                      </p:cBhvr>
                                      <p:to>
                                        <p:strVal val="visible"/>
                                      </p:to>
                                    </p:set>
                                    <p:anim calcmode="lin" valueType="num">
                                      <p:cBhvr>
                                        <p:cTn id="686" dur="5888" fill="hold"/>
                                        <p:tgtEl>
                                          <p:spTgt spid="542"/>
                                        </p:tgtEl>
                                        <p:attrNameLst>
                                          <p:attrName>ppt_w</p:attrName>
                                        </p:attrNameLst>
                                      </p:cBhvr>
                                      <p:tavLst>
                                        <p:tav tm="0">
                                          <p:val>
                                            <p:fltVal val="0"/>
                                          </p:val>
                                        </p:tav>
                                        <p:tav tm="100000">
                                          <p:val>
                                            <p:strVal val="#ppt_w"/>
                                          </p:val>
                                        </p:tav>
                                      </p:tavLst>
                                    </p:anim>
                                    <p:anim calcmode="lin" valueType="num">
                                      <p:cBhvr>
                                        <p:cTn id="687" dur="5888" fill="hold"/>
                                        <p:tgtEl>
                                          <p:spTgt spid="542"/>
                                        </p:tgtEl>
                                        <p:attrNameLst>
                                          <p:attrName>ppt_h</p:attrName>
                                        </p:attrNameLst>
                                      </p:cBhvr>
                                      <p:tavLst>
                                        <p:tav tm="0">
                                          <p:val>
                                            <p:fltVal val="0"/>
                                          </p:val>
                                        </p:tav>
                                        <p:tav tm="100000">
                                          <p:val>
                                            <p:strVal val="#ppt_h"/>
                                          </p:val>
                                        </p:tav>
                                      </p:tavLst>
                                    </p:anim>
                                    <p:animEffect transition="in" filter="fade">
                                      <p:cBhvr>
                                        <p:cTn id="688" dur="5888"/>
                                        <p:tgtEl>
                                          <p:spTgt spid="542"/>
                                        </p:tgtEl>
                                      </p:cBhvr>
                                    </p:animEffect>
                                    <p:anim calcmode="lin" valueType="num">
                                      <p:cBhvr>
                                        <p:cTn id="689" dur="5888" fill="hold"/>
                                        <p:tgtEl>
                                          <p:spTgt spid="542"/>
                                        </p:tgtEl>
                                        <p:attrNameLst>
                                          <p:attrName>ppt_x</p:attrName>
                                        </p:attrNameLst>
                                      </p:cBhvr>
                                      <p:tavLst>
                                        <p:tav tm="0">
                                          <p:val>
                                            <p:fltVal val="0.5"/>
                                          </p:val>
                                        </p:tav>
                                        <p:tav tm="100000">
                                          <p:val>
                                            <p:strVal val="#ppt_x"/>
                                          </p:val>
                                        </p:tav>
                                      </p:tavLst>
                                    </p:anim>
                                    <p:anim calcmode="lin" valueType="num">
                                      <p:cBhvr>
                                        <p:cTn id="690" dur="5888" fill="hold"/>
                                        <p:tgtEl>
                                          <p:spTgt spid="542"/>
                                        </p:tgtEl>
                                        <p:attrNameLst>
                                          <p:attrName>ppt_y</p:attrName>
                                        </p:attrNameLst>
                                      </p:cBhvr>
                                      <p:tavLst>
                                        <p:tav tm="0">
                                          <p:val>
                                            <p:fltVal val="0.5"/>
                                          </p:val>
                                        </p:tav>
                                        <p:tav tm="100000">
                                          <p:val>
                                            <p:strVal val="#ppt_y"/>
                                          </p:val>
                                        </p:tav>
                                      </p:tavLst>
                                    </p:anim>
                                  </p:childTnLst>
                                </p:cTn>
                              </p:par>
                              <p:par>
                                <p:cTn id="691" presetID="53" presetClass="entr" presetSubtype="528" repeatCount="indefinite" fill="hold" grpId="0" nodeType="withEffect">
                                  <p:stCondLst>
                                    <p:cond delay="809"/>
                                  </p:stCondLst>
                                  <p:childTnLst>
                                    <p:set>
                                      <p:cBhvr>
                                        <p:cTn id="692" dur="1" fill="hold">
                                          <p:stCondLst>
                                            <p:cond delay="0"/>
                                          </p:stCondLst>
                                        </p:cTn>
                                        <p:tgtEl>
                                          <p:spTgt spid="543"/>
                                        </p:tgtEl>
                                        <p:attrNameLst>
                                          <p:attrName>style.visibility</p:attrName>
                                        </p:attrNameLst>
                                      </p:cBhvr>
                                      <p:to>
                                        <p:strVal val="visible"/>
                                      </p:to>
                                    </p:set>
                                    <p:anim calcmode="lin" valueType="num">
                                      <p:cBhvr>
                                        <p:cTn id="693" dur="5356" fill="hold"/>
                                        <p:tgtEl>
                                          <p:spTgt spid="543"/>
                                        </p:tgtEl>
                                        <p:attrNameLst>
                                          <p:attrName>ppt_w</p:attrName>
                                        </p:attrNameLst>
                                      </p:cBhvr>
                                      <p:tavLst>
                                        <p:tav tm="0">
                                          <p:val>
                                            <p:fltVal val="0"/>
                                          </p:val>
                                        </p:tav>
                                        <p:tav tm="100000">
                                          <p:val>
                                            <p:strVal val="#ppt_w"/>
                                          </p:val>
                                        </p:tav>
                                      </p:tavLst>
                                    </p:anim>
                                    <p:anim calcmode="lin" valueType="num">
                                      <p:cBhvr>
                                        <p:cTn id="694" dur="5356" fill="hold"/>
                                        <p:tgtEl>
                                          <p:spTgt spid="543"/>
                                        </p:tgtEl>
                                        <p:attrNameLst>
                                          <p:attrName>ppt_h</p:attrName>
                                        </p:attrNameLst>
                                      </p:cBhvr>
                                      <p:tavLst>
                                        <p:tav tm="0">
                                          <p:val>
                                            <p:fltVal val="0"/>
                                          </p:val>
                                        </p:tav>
                                        <p:tav tm="100000">
                                          <p:val>
                                            <p:strVal val="#ppt_h"/>
                                          </p:val>
                                        </p:tav>
                                      </p:tavLst>
                                    </p:anim>
                                    <p:animEffect transition="in" filter="fade">
                                      <p:cBhvr>
                                        <p:cTn id="695" dur="5356"/>
                                        <p:tgtEl>
                                          <p:spTgt spid="543"/>
                                        </p:tgtEl>
                                      </p:cBhvr>
                                    </p:animEffect>
                                    <p:anim calcmode="lin" valueType="num">
                                      <p:cBhvr>
                                        <p:cTn id="696" dur="5356" fill="hold"/>
                                        <p:tgtEl>
                                          <p:spTgt spid="543"/>
                                        </p:tgtEl>
                                        <p:attrNameLst>
                                          <p:attrName>ppt_x</p:attrName>
                                        </p:attrNameLst>
                                      </p:cBhvr>
                                      <p:tavLst>
                                        <p:tav tm="0">
                                          <p:val>
                                            <p:fltVal val="0.5"/>
                                          </p:val>
                                        </p:tav>
                                        <p:tav tm="100000">
                                          <p:val>
                                            <p:strVal val="#ppt_x"/>
                                          </p:val>
                                        </p:tav>
                                      </p:tavLst>
                                    </p:anim>
                                    <p:anim calcmode="lin" valueType="num">
                                      <p:cBhvr>
                                        <p:cTn id="697" dur="5356" fill="hold"/>
                                        <p:tgtEl>
                                          <p:spTgt spid="543"/>
                                        </p:tgtEl>
                                        <p:attrNameLst>
                                          <p:attrName>ppt_y</p:attrName>
                                        </p:attrNameLst>
                                      </p:cBhvr>
                                      <p:tavLst>
                                        <p:tav tm="0">
                                          <p:val>
                                            <p:fltVal val="0.5"/>
                                          </p:val>
                                        </p:tav>
                                        <p:tav tm="100000">
                                          <p:val>
                                            <p:strVal val="#ppt_y"/>
                                          </p:val>
                                        </p:tav>
                                      </p:tavLst>
                                    </p:anim>
                                  </p:childTnLst>
                                </p:cTn>
                              </p:par>
                              <p:par>
                                <p:cTn id="698" presetID="53" presetClass="entr" presetSubtype="528" repeatCount="indefinite" fill="hold" grpId="0" nodeType="withEffect">
                                  <p:stCondLst>
                                    <p:cond delay="351"/>
                                  </p:stCondLst>
                                  <p:childTnLst>
                                    <p:set>
                                      <p:cBhvr>
                                        <p:cTn id="699" dur="1" fill="hold">
                                          <p:stCondLst>
                                            <p:cond delay="0"/>
                                          </p:stCondLst>
                                        </p:cTn>
                                        <p:tgtEl>
                                          <p:spTgt spid="545"/>
                                        </p:tgtEl>
                                        <p:attrNameLst>
                                          <p:attrName>style.visibility</p:attrName>
                                        </p:attrNameLst>
                                      </p:cBhvr>
                                      <p:to>
                                        <p:strVal val="visible"/>
                                      </p:to>
                                    </p:set>
                                    <p:anim calcmode="lin" valueType="num">
                                      <p:cBhvr>
                                        <p:cTn id="700" dur="7274" fill="hold"/>
                                        <p:tgtEl>
                                          <p:spTgt spid="545"/>
                                        </p:tgtEl>
                                        <p:attrNameLst>
                                          <p:attrName>ppt_w</p:attrName>
                                        </p:attrNameLst>
                                      </p:cBhvr>
                                      <p:tavLst>
                                        <p:tav tm="0">
                                          <p:val>
                                            <p:fltVal val="0"/>
                                          </p:val>
                                        </p:tav>
                                        <p:tav tm="100000">
                                          <p:val>
                                            <p:strVal val="#ppt_w"/>
                                          </p:val>
                                        </p:tav>
                                      </p:tavLst>
                                    </p:anim>
                                    <p:anim calcmode="lin" valueType="num">
                                      <p:cBhvr>
                                        <p:cTn id="701" dur="7274" fill="hold"/>
                                        <p:tgtEl>
                                          <p:spTgt spid="545"/>
                                        </p:tgtEl>
                                        <p:attrNameLst>
                                          <p:attrName>ppt_h</p:attrName>
                                        </p:attrNameLst>
                                      </p:cBhvr>
                                      <p:tavLst>
                                        <p:tav tm="0">
                                          <p:val>
                                            <p:fltVal val="0"/>
                                          </p:val>
                                        </p:tav>
                                        <p:tav tm="100000">
                                          <p:val>
                                            <p:strVal val="#ppt_h"/>
                                          </p:val>
                                        </p:tav>
                                      </p:tavLst>
                                    </p:anim>
                                    <p:animEffect transition="in" filter="fade">
                                      <p:cBhvr>
                                        <p:cTn id="702" dur="7274"/>
                                        <p:tgtEl>
                                          <p:spTgt spid="545"/>
                                        </p:tgtEl>
                                      </p:cBhvr>
                                    </p:animEffect>
                                    <p:anim calcmode="lin" valueType="num">
                                      <p:cBhvr>
                                        <p:cTn id="703" dur="7274" fill="hold"/>
                                        <p:tgtEl>
                                          <p:spTgt spid="545"/>
                                        </p:tgtEl>
                                        <p:attrNameLst>
                                          <p:attrName>ppt_x</p:attrName>
                                        </p:attrNameLst>
                                      </p:cBhvr>
                                      <p:tavLst>
                                        <p:tav tm="0">
                                          <p:val>
                                            <p:fltVal val="0.5"/>
                                          </p:val>
                                        </p:tav>
                                        <p:tav tm="100000">
                                          <p:val>
                                            <p:strVal val="#ppt_x"/>
                                          </p:val>
                                        </p:tav>
                                      </p:tavLst>
                                    </p:anim>
                                    <p:anim calcmode="lin" valueType="num">
                                      <p:cBhvr>
                                        <p:cTn id="704" dur="7274" fill="hold"/>
                                        <p:tgtEl>
                                          <p:spTgt spid="545"/>
                                        </p:tgtEl>
                                        <p:attrNameLst>
                                          <p:attrName>ppt_y</p:attrName>
                                        </p:attrNameLst>
                                      </p:cBhvr>
                                      <p:tavLst>
                                        <p:tav tm="0">
                                          <p:val>
                                            <p:fltVal val="0.5"/>
                                          </p:val>
                                        </p:tav>
                                        <p:tav tm="100000">
                                          <p:val>
                                            <p:strVal val="#ppt_y"/>
                                          </p:val>
                                        </p:tav>
                                      </p:tavLst>
                                    </p:anim>
                                  </p:childTnLst>
                                </p:cTn>
                              </p:par>
                              <p:par>
                                <p:cTn id="705" presetID="53" presetClass="entr" presetSubtype="528" repeatCount="indefinite" fill="hold" grpId="0" nodeType="withEffect">
                                  <p:stCondLst>
                                    <p:cond delay="1594"/>
                                  </p:stCondLst>
                                  <p:childTnLst>
                                    <p:set>
                                      <p:cBhvr>
                                        <p:cTn id="706" dur="1" fill="hold">
                                          <p:stCondLst>
                                            <p:cond delay="0"/>
                                          </p:stCondLst>
                                        </p:cTn>
                                        <p:tgtEl>
                                          <p:spTgt spid="560"/>
                                        </p:tgtEl>
                                        <p:attrNameLst>
                                          <p:attrName>style.visibility</p:attrName>
                                        </p:attrNameLst>
                                      </p:cBhvr>
                                      <p:to>
                                        <p:strVal val="visible"/>
                                      </p:to>
                                    </p:set>
                                    <p:anim calcmode="lin" valueType="num">
                                      <p:cBhvr>
                                        <p:cTn id="707" dur="5069" fill="hold"/>
                                        <p:tgtEl>
                                          <p:spTgt spid="560"/>
                                        </p:tgtEl>
                                        <p:attrNameLst>
                                          <p:attrName>ppt_w</p:attrName>
                                        </p:attrNameLst>
                                      </p:cBhvr>
                                      <p:tavLst>
                                        <p:tav tm="0">
                                          <p:val>
                                            <p:fltVal val="0"/>
                                          </p:val>
                                        </p:tav>
                                        <p:tav tm="100000">
                                          <p:val>
                                            <p:strVal val="#ppt_w"/>
                                          </p:val>
                                        </p:tav>
                                      </p:tavLst>
                                    </p:anim>
                                    <p:anim calcmode="lin" valueType="num">
                                      <p:cBhvr>
                                        <p:cTn id="708" dur="5069" fill="hold"/>
                                        <p:tgtEl>
                                          <p:spTgt spid="560"/>
                                        </p:tgtEl>
                                        <p:attrNameLst>
                                          <p:attrName>ppt_h</p:attrName>
                                        </p:attrNameLst>
                                      </p:cBhvr>
                                      <p:tavLst>
                                        <p:tav tm="0">
                                          <p:val>
                                            <p:fltVal val="0"/>
                                          </p:val>
                                        </p:tav>
                                        <p:tav tm="100000">
                                          <p:val>
                                            <p:strVal val="#ppt_h"/>
                                          </p:val>
                                        </p:tav>
                                      </p:tavLst>
                                    </p:anim>
                                    <p:animEffect transition="in" filter="fade">
                                      <p:cBhvr>
                                        <p:cTn id="709" dur="5069"/>
                                        <p:tgtEl>
                                          <p:spTgt spid="560"/>
                                        </p:tgtEl>
                                      </p:cBhvr>
                                    </p:animEffect>
                                    <p:anim calcmode="lin" valueType="num">
                                      <p:cBhvr>
                                        <p:cTn id="710" dur="5069" fill="hold"/>
                                        <p:tgtEl>
                                          <p:spTgt spid="560"/>
                                        </p:tgtEl>
                                        <p:attrNameLst>
                                          <p:attrName>ppt_x</p:attrName>
                                        </p:attrNameLst>
                                      </p:cBhvr>
                                      <p:tavLst>
                                        <p:tav tm="0">
                                          <p:val>
                                            <p:fltVal val="0.5"/>
                                          </p:val>
                                        </p:tav>
                                        <p:tav tm="100000">
                                          <p:val>
                                            <p:strVal val="#ppt_x"/>
                                          </p:val>
                                        </p:tav>
                                      </p:tavLst>
                                    </p:anim>
                                    <p:anim calcmode="lin" valueType="num">
                                      <p:cBhvr>
                                        <p:cTn id="711" dur="5069" fill="hold"/>
                                        <p:tgtEl>
                                          <p:spTgt spid="560"/>
                                        </p:tgtEl>
                                        <p:attrNameLst>
                                          <p:attrName>ppt_y</p:attrName>
                                        </p:attrNameLst>
                                      </p:cBhvr>
                                      <p:tavLst>
                                        <p:tav tm="0">
                                          <p:val>
                                            <p:fltVal val="0.5"/>
                                          </p:val>
                                        </p:tav>
                                        <p:tav tm="100000">
                                          <p:val>
                                            <p:strVal val="#ppt_y"/>
                                          </p:val>
                                        </p:tav>
                                      </p:tavLst>
                                    </p:anim>
                                  </p:childTnLst>
                                </p:cTn>
                              </p:par>
                              <p:par>
                                <p:cTn id="712" presetID="53" presetClass="entr" presetSubtype="528" repeatCount="indefinite" fill="hold" grpId="0" nodeType="withEffect">
                                  <p:stCondLst>
                                    <p:cond delay="380"/>
                                  </p:stCondLst>
                                  <p:childTnLst>
                                    <p:set>
                                      <p:cBhvr>
                                        <p:cTn id="713" dur="1" fill="hold">
                                          <p:stCondLst>
                                            <p:cond delay="0"/>
                                          </p:stCondLst>
                                        </p:cTn>
                                        <p:tgtEl>
                                          <p:spTgt spid="561"/>
                                        </p:tgtEl>
                                        <p:attrNameLst>
                                          <p:attrName>style.visibility</p:attrName>
                                        </p:attrNameLst>
                                      </p:cBhvr>
                                      <p:to>
                                        <p:strVal val="visible"/>
                                      </p:to>
                                    </p:set>
                                    <p:anim calcmode="lin" valueType="num">
                                      <p:cBhvr>
                                        <p:cTn id="714" dur="5443" fill="hold"/>
                                        <p:tgtEl>
                                          <p:spTgt spid="561"/>
                                        </p:tgtEl>
                                        <p:attrNameLst>
                                          <p:attrName>ppt_w</p:attrName>
                                        </p:attrNameLst>
                                      </p:cBhvr>
                                      <p:tavLst>
                                        <p:tav tm="0">
                                          <p:val>
                                            <p:fltVal val="0"/>
                                          </p:val>
                                        </p:tav>
                                        <p:tav tm="100000">
                                          <p:val>
                                            <p:strVal val="#ppt_w"/>
                                          </p:val>
                                        </p:tav>
                                      </p:tavLst>
                                    </p:anim>
                                    <p:anim calcmode="lin" valueType="num">
                                      <p:cBhvr>
                                        <p:cTn id="715" dur="5443" fill="hold"/>
                                        <p:tgtEl>
                                          <p:spTgt spid="561"/>
                                        </p:tgtEl>
                                        <p:attrNameLst>
                                          <p:attrName>ppt_h</p:attrName>
                                        </p:attrNameLst>
                                      </p:cBhvr>
                                      <p:tavLst>
                                        <p:tav tm="0">
                                          <p:val>
                                            <p:fltVal val="0"/>
                                          </p:val>
                                        </p:tav>
                                        <p:tav tm="100000">
                                          <p:val>
                                            <p:strVal val="#ppt_h"/>
                                          </p:val>
                                        </p:tav>
                                      </p:tavLst>
                                    </p:anim>
                                    <p:animEffect transition="in" filter="fade">
                                      <p:cBhvr>
                                        <p:cTn id="716" dur="5443"/>
                                        <p:tgtEl>
                                          <p:spTgt spid="561"/>
                                        </p:tgtEl>
                                      </p:cBhvr>
                                    </p:animEffect>
                                    <p:anim calcmode="lin" valueType="num">
                                      <p:cBhvr>
                                        <p:cTn id="717" dur="5443" fill="hold"/>
                                        <p:tgtEl>
                                          <p:spTgt spid="561"/>
                                        </p:tgtEl>
                                        <p:attrNameLst>
                                          <p:attrName>ppt_x</p:attrName>
                                        </p:attrNameLst>
                                      </p:cBhvr>
                                      <p:tavLst>
                                        <p:tav tm="0">
                                          <p:val>
                                            <p:fltVal val="0.5"/>
                                          </p:val>
                                        </p:tav>
                                        <p:tav tm="100000">
                                          <p:val>
                                            <p:strVal val="#ppt_x"/>
                                          </p:val>
                                        </p:tav>
                                      </p:tavLst>
                                    </p:anim>
                                    <p:anim calcmode="lin" valueType="num">
                                      <p:cBhvr>
                                        <p:cTn id="718" dur="5443" fill="hold"/>
                                        <p:tgtEl>
                                          <p:spTgt spid="561"/>
                                        </p:tgtEl>
                                        <p:attrNameLst>
                                          <p:attrName>ppt_y</p:attrName>
                                        </p:attrNameLst>
                                      </p:cBhvr>
                                      <p:tavLst>
                                        <p:tav tm="0">
                                          <p:val>
                                            <p:fltVal val="0.5"/>
                                          </p:val>
                                        </p:tav>
                                        <p:tav tm="100000">
                                          <p:val>
                                            <p:strVal val="#ppt_y"/>
                                          </p:val>
                                        </p:tav>
                                      </p:tavLst>
                                    </p:anim>
                                  </p:childTnLst>
                                </p:cTn>
                              </p:par>
                              <p:par>
                                <p:cTn id="719" presetID="53" presetClass="entr" presetSubtype="528" repeatCount="indefinite" fill="hold" grpId="0" nodeType="withEffect">
                                  <p:stCondLst>
                                    <p:cond delay="1243"/>
                                  </p:stCondLst>
                                  <p:childTnLst>
                                    <p:set>
                                      <p:cBhvr>
                                        <p:cTn id="720" dur="1" fill="hold">
                                          <p:stCondLst>
                                            <p:cond delay="0"/>
                                          </p:stCondLst>
                                        </p:cTn>
                                        <p:tgtEl>
                                          <p:spTgt spid="562"/>
                                        </p:tgtEl>
                                        <p:attrNameLst>
                                          <p:attrName>style.visibility</p:attrName>
                                        </p:attrNameLst>
                                      </p:cBhvr>
                                      <p:to>
                                        <p:strVal val="visible"/>
                                      </p:to>
                                    </p:set>
                                    <p:anim calcmode="lin" valueType="num">
                                      <p:cBhvr>
                                        <p:cTn id="721" dur="6959" fill="hold"/>
                                        <p:tgtEl>
                                          <p:spTgt spid="562"/>
                                        </p:tgtEl>
                                        <p:attrNameLst>
                                          <p:attrName>ppt_w</p:attrName>
                                        </p:attrNameLst>
                                      </p:cBhvr>
                                      <p:tavLst>
                                        <p:tav tm="0">
                                          <p:val>
                                            <p:fltVal val="0"/>
                                          </p:val>
                                        </p:tav>
                                        <p:tav tm="100000">
                                          <p:val>
                                            <p:strVal val="#ppt_w"/>
                                          </p:val>
                                        </p:tav>
                                      </p:tavLst>
                                    </p:anim>
                                    <p:anim calcmode="lin" valueType="num">
                                      <p:cBhvr>
                                        <p:cTn id="722" dur="6959" fill="hold"/>
                                        <p:tgtEl>
                                          <p:spTgt spid="562"/>
                                        </p:tgtEl>
                                        <p:attrNameLst>
                                          <p:attrName>ppt_h</p:attrName>
                                        </p:attrNameLst>
                                      </p:cBhvr>
                                      <p:tavLst>
                                        <p:tav tm="0">
                                          <p:val>
                                            <p:fltVal val="0"/>
                                          </p:val>
                                        </p:tav>
                                        <p:tav tm="100000">
                                          <p:val>
                                            <p:strVal val="#ppt_h"/>
                                          </p:val>
                                        </p:tav>
                                      </p:tavLst>
                                    </p:anim>
                                    <p:animEffect transition="in" filter="fade">
                                      <p:cBhvr>
                                        <p:cTn id="723" dur="6959"/>
                                        <p:tgtEl>
                                          <p:spTgt spid="562"/>
                                        </p:tgtEl>
                                      </p:cBhvr>
                                    </p:animEffect>
                                    <p:anim calcmode="lin" valueType="num">
                                      <p:cBhvr>
                                        <p:cTn id="724" dur="6959" fill="hold"/>
                                        <p:tgtEl>
                                          <p:spTgt spid="562"/>
                                        </p:tgtEl>
                                        <p:attrNameLst>
                                          <p:attrName>ppt_x</p:attrName>
                                        </p:attrNameLst>
                                      </p:cBhvr>
                                      <p:tavLst>
                                        <p:tav tm="0">
                                          <p:val>
                                            <p:fltVal val="0.5"/>
                                          </p:val>
                                        </p:tav>
                                        <p:tav tm="100000">
                                          <p:val>
                                            <p:strVal val="#ppt_x"/>
                                          </p:val>
                                        </p:tav>
                                      </p:tavLst>
                                    </p:anim>
                                    <p:anim calcmode="lin" valueType="num">
                                      <p:cBhvr>
                                        <p:cTn id="725" dur="6959" fill="hold"/>
                                        <p:tgtEl>
                                          <p:spTgt spid="562"/>
                                        </p:tgtEl>
                                        <p:attrNameLst>
                                          <p:attrName>ppt_y</p:attrName>
                                        </p:attrNameLst>
                                      </p:cBhvr>
                                      <p:tavLst>
                                        <p:tav tm="0">
                                          <p:val>
                                            <p:fltVal val="0.5"/>
                                          </p:val>
                                        </p:tav>
                                        <p:tav tm="100000">
                                          <p:val>
                                            <p:strVal val="#ppt_y"/>
                                          </p:val>
                                        </p:tav>
                                      </p:tavLst>
                                    </p:anim>
                                  </p:childTnLst>
                                </p:cTn>
                              </p:par>
                              <p:par>
                                <p:cTn id="726" presetID="53" presetClass="entr" presetSubtype="528" repeatCount="indefinite" fill="hold" grpId="0" nodeType="withEffect">
                                  <p:stCondLst>
                                    <p:cond delay="1388"/>
                                  </p:stCondLst>
                                  <p:childTnLst>
                                    <p:set>
                                      <p:cBhvr>
                                        <p:cTn id="727" dur="1" fill="hold">
                                          <p:stCondLst>
                                            <p:cond delay="0"/>
                                          </p:stCondLst>
                                        </p:cTn>
                                        <p:tgtEl>
                                          <p:spTgt spid="568"/>
                                        </p:tgtEl>
                                        <p:attrNameLst>
                                          <p:attrName>style.visibility</p:attrName>
                                        </p:attrNameLst>
                                      </p:cBhvr>
                                      <p:to>
                                        <p:strVal val="visible"/>
                                      </p:to>
                                    </p:set>
                                    <p:anim calcmode="lin" valueType="num">
                                      <p:cBhvr>
                                        <p:cTn id="728" dur="5861" fill="hold"/>
                                        <p:tgtEl>
                                          <p:spTgt spid="568"/>
                                        </p:tgtEl>
                                        <p:attrNameLst>
                                          <p:attrName>ppt_w</p:attrName>
                                        </p:attrNameLst>
                                      </p:cBhvr>
                                      <p:tavLst>
                                        <p:tav tm="0">
                                          <p:val>
                                            <p:fltVal val="0"/>
                                          </p:val>
                                        </p:tav>
                                        <p:tav tm="100000">
                                          <p:val>
                                            <p:strVal val="#ppt_w"/>
                                          </p:val>
                                        </p:tav>
                                      </p:tavLst>
                                    </p:anim>
                                    <p:anim calcmode="lin" valueType="num">
                                      <p:cBhvr>
                                        <p:cTn id="729" dur="5861" fill="hold"/>
                                        <p:tgtEl>
                                          <p:spTgt spid="568"/>
                                        </p:tgtEl>
                                        <p:attrNameLst>
                                          <p:attrName>ppt_h</p:attrName>
                                        </p:attrNameLst>
                                      </p:cBhvr>
                                      <p:tavLst>
                                        <p:tav tm="0">
                                          <p:val>
                                            <p:fltVal val="0"/>
                                          </p:val>
                                        </p:tav>
                                        <p:tav tm="100000">
                                          <p:val>
                                            <p:strVal val="#ppt_h"/>
                                          </p:val>
                                        </p:tav>
                                      </p:tavLst>
                                    </p:anim>
                                    <p:animEffect transition="in" filter="fade">
                                      <p:cBhvr>
                                        <p:cTn id="730" dur="5861"/>
                                        <p:tgtEl>
                                          <p:spTgt spid="568"/>
                                        </p:tgtEl>
                                      </p:cBhvr>
                                    </p:animEffect>
                                    <p:anim calcmode="lin" valueType="num">
                                      <p:cBhvr>
                                        <p:cTn id="731" dur="5861" fill="hold"/>
                                        <p:tgtEl>
                                          <p:spTgt spid="568"/>
                                        </p:tgtEl>
                                        <p:attrNameLst>
                                          <p:attrName>ppt_x</p:attrName>
                                        </p:attrNameLst>
                                      </p:cBhvr>
                                      <p:tavLst>
                                        <p:tav tm="0">
                                          <p:val>
                                            <p:fltVal val="0.5"/>
                                          </p:val>
                                        </p:tav>
                                        <p:tav tm="100000">
                                          <p:val>
                                            <p:strVal val="#ppt_x"/>
                                          </p:val>
                                        </p:tav>
                                      </p:tavLst>
                                    </p:anim>
                                    <p:anim calcmode="lin" valueType="num">
                                      <p:cBhvr>
                                        <p:cTn id="732" dur="5861" fill="hold"/>
                                        <p:tgtEl>
                                          <p:spTgt spid="568"/>
                                        </p:tgtEl>
                                        <p:attrNameLst>
                                          <p:attrName>ppt_y</p:attrName>
                                        </p:attrNameLst>
                                      </p:cBhvr>
                                      <p:tavLst>
                                        <p:tav tm="0">
                                          <p:val>
                                            <p:fltVal val="0.5"/>
                                          </p:val>
                                        </p:tav>
                                        <p:tav tm="100000">
                                          <p:val>
                                            <p:strVal val="#ppt_y"/>
                                          </p:val>
                                        </p:tav>
                                      </p:tavLst>
                                    </p:anim>
                                  </p:childTnLst>
                                </p:cTn>
                              </p:par>
                              <p:par>
                                <p:cTn id="733" presetID="53" presetClass="entr" presetSubtype="528" repeatCount="indefinite" fill="hold" grpId="0" nodeType="withEffect">
                                  <p:stCondLst>
                                    <p:cond delay="278"/>
                                  </p:stCondLst>
                                  <p:childTnLst>
                                    <p:set>
                                      <p:cBhvr>
                                        <p:cTn id="734" dur="1" fill="hold">
                                          <p:stCondLst>
                                            <p:cond delay="0"/>
                                          </p:stCondLst>
                                        </p:cTn>
                                        <p:tgtEl>
                                          <p:spTgt spid="570"/>
                                        </p:tgtEl>
                                        <p:attrNameLst>
                                          <p:attrName>style.visibility</p:attrName>
                                        </p:attrNameLst>
                                      </p:cBhvr>
                                      <p:to>
                                        <p:strVal val="visible"/>
                                      </p:to>
                                    </p:set>
                                    <p:anim calcmode="lin" valueType="num">
                                      <p:cBhvr>
                                        <p:cTn id="735" dur="5961" fill="hold"/>
                                        <p:tgtEl>
                                          <p:spTgt spid="570"/>
                                        </p:tgtEl>
                                        <p:attrNameLst>
                                          <p:attrName>ppt_w</p:attrName>
                                        </p:attrNameLst>
                                      </p:cBhvr>
                                      <p:tavLst>
                                        <p:tav tm="0">
                                          <p:val>
                                            <p:fltVal val="0"/>
                                          </p:val>
                                        </p:tav>
                                        <p:tav tm="100000">
                                          <p:val>
                                            <p:strVal val="#ppt_w"/>
                                          </p:val>
                                        </p:tav>
                                      </p:tavLst>
                                    </p:anim>
                                    <p:anim calcmode="lin" valueType="num">
                                      <p:cBhvr>
                                        <p:cTn id="736" dur="5961" fill="hold"/>
                                        <p:tgtEl>
                                          <p:spTgt spid="570"/>
                                        </p:tgtEl>
                                        <p:attrNameLst>
                                          <p:attrName>ppt_h</p:attrName>
                                        </p:attrNameLst>
                                      </p:cBhvr>
                                      <p:tavLst>
                                        <p:tav tm="0">
                                          <p:val>
                                            <p:fltVal val="0"/>
                                          </p:val>
                                        </p:tav>
                                        <p:tav tm="100000">
                                          <p:val>
                                            <p:strVal val="#ppt_h"/>
                                          </p:val>
                                        </p:tav>
                                      </p:tavLst>
                                    </p:anim>
                                    <p:animEffect transition="in" filter="fade">
                                      <p:cBhvr>
                                        <p:cTn id="737" dur="5961"/>
                                        <p:tgtEl>
                                          <p:spTgt spid="570"/>
                                        </p:tgtEl>
                                      </p:cBhvr>
                                    </p:animEffect>
                                    <p:anim calcmode="lin" valueType="num">
                                      <p:cBhvr>
                                        <p:cTn id="738" dur="5961" fill="hold"/>
                                        <p:tgtEl>
                                          <p:spTgt spid="570"/>
                                        </p:tgtEl>
                                        <p:attrNameLst>
                                          <p:attrName>ppt_x</p:attrName>
                                        </p:attrNameLst>
                                      </p:cBhvr>
                                      <p:tavLst>
                                        <p:tav tm="0">
                                          <p:val>
                                            <p:fltVal val="0.5"/>
                                          </p:val>
                                        </p:tav>
                                        <p:tav tm="100000">
                                          <p:val>
                                            <p:strVal val="#ppt_x"/>
                                          </p:val>
                                        </p:tav>
                                      </p:tavLst>
                                    </p:anim>
                                    <p:anim calcmode="lin" valueType="num">
                                      <p:cBhvr>
                                        <p:cTn id="739" dur="5961" fill="hold"/>
                                        <p:tgtEl>
                                          <p:spTgt spid="570"/>
                                        </p:tgtEl>
                                        <p:attrNameLst>
                                          <p:attrName>ppt_y</p:attrName>
                                        </p:attrNameLst>
                                      </p:cBhvr>
                                      <p:tavLst>
                                        <p:tav tm="0">
                                          <p:val>
                                            <p:fltVal val="0.5"/>
                                          </p:val>
                                        </p:tav>
                                        <p:tav tm="100000">
                                          <p:val>
                                            <p:strVal val="#ppt_y"/>
                                          </p:val>
                                        </p:tav>
                                      </p:tavLst>
                                    </p:anim>
                                  </p:childTnLst>
                                </p:cTn>
                              </p:par>
                              <p:par>
                                <p:cTn id="740" presetID="53" presetClass="entr" presetSubtype="528" repeatCount="indefinite" fill="hold" grpId="0" nodeType="withEffect">
                                  <p:stCondLst>
                                    <p:cond delay="954"/>
                                  </p:stCondLst>
                                  <p:childTnLst>
                                    <p:set>
                                      <p:cBhvr>
                                        <p:cTn id="741" dur="1" fill="hold">
                                          <p:stCondLst>
                                            <p:cond delay="0"/>
                                          </p:stCondLst>
                                        </p:cTn>
                                        <p:tgtEl>
                                          <p:spTgt spid="571"/>
                                        </p:tgtEl>
                                        <p:attrNameLst>
                                          <p:attrName>style.visibility</p:attrName>
                                        </p:attrNameLst>
                                      </p:cBhvr>
                                      <p:to>
                                        <p:strVal val="visible"/>
                                      </p:to>
                                    </p:set>
                                    <p:anim calcmode="lin" valueType="num">
                                      <p:cBhvr>
                                        <p:cTn id="742" dur="5261" fill="hold"/>
                                        <p:tgtEl>
                                          <p:spTgt spid="571"/>
                                        </p:tgtEl>
                                        <p:attrNameLst>
                                          <p:attrName>ppt_w</p:attrName>
                                        </p:attrNameLst>
                                      </p:cBhvr>
                                      <p:tavLst>
                                        <p:tav tm="0">
                                          <p:val>
                                            <p:fltVal val="0"/>
                                          </p:val>
                                        </p:tav>
                                        <p:tav tm="100000">
                                          <p:val>
                                            <p:strVal val="#ppt_w"/>
                                          </p:val>
                                        </p:tav>
                                      </p:tavLst>
                                    </p:anim>
                                    <p:anim calcmode="lin" valueType="num">
                                      <p:cBhvr>
                                        <p:cTn id="743" dur="5261" fill="hold"/>
                                        <p:tgtEl>
                                          <p:spTgt spid="571"/>
                                        </p:tgtEl>
                                        <p:attrNameLst>
                                          <p:attrName>ppt_h</p:attrName>
                                        </p:attrNameLst>
                                      </p:cBhvr>
                                      <p:tavLst>
                                        <p:tav tm="0">
                                          <p:val>
                                            <p:fltVal val="0"/>
                                          </p:val>
                                        </p:tav>
                                        <p:tav tm="100000">
                                          <p:val>
                                            <p:strVal val="#ppt_h"/>
                                          </p:val>
                                        </p:tav>
                                      </p:tavLst>
                                    </p:anim>
                                    <p:animEffect transition="in" filter="fade">
                                      <p:cBhvr>
                                        <p:cTn id="744" dur="5261"/>
                                        <p:tgtEl>
                                          <p:spTgt spid="571"/>
                                        </p:tgtEl>
                                      </p:cBhvr>
                                    </p:animEffect>
                                    <p:anim calcmode="lin" valueType="num">
                                      <p:cBhvr>
                                        <p:cTn id="745" dur="5261" fill="hold"/>
                                        <p:tgtEl>
                                          <p:spTgt spid="571"/>
                                        </p:tgtEl>
                                        <p:attrNameLst>
                                          <p:attrName>ppt_x</p:attrName>
                                        </p:attrNameLst>
                                      </p:cBhvr>
                                      <p:tavLst>
                                        <p:tav tm="0">
                                          <p:val>
                                            <p:fltVal val="0.5"/>
                                          </p:val>
                                        </p:tav>
                                        <p:tav tm="100000">
                                          <p:val>
                                            <p:strVal val="#ppt_x"/>
                                          </p:val>
                                        </p:tav>
                                      </p:tavLst>
                                    </p:anim>
                                    <p:anim calcmode="lin" valueType="num">
                                      <p:cBhvr>
                                        <p:cTn id="746" dur="5261" fill="hold"/>
                                        <p:tgtEl>
                                          <p:spTgt spid="571"/>
                                        </p:tgtEl>
                                        <p:attrNameLst>
                                          <p:attrName>ppt_y</p:attrName>
                                        </p:attrNameLst>
                                      </p:cBhvr>
                                      <p:tavLst>
                                        <p:tav tm="0">
                                          <p:val>
                                            <p:fltVal val="0.5"/>
                                          </p:val>
                                        </p:tav>
                                        <p:tav tm="100000">
                                          <p:val>
                                            <p:strVal val="#ppt_y"/>
                                          </p:val>
                                        </p:tav>
                                      </p:tavLst>
                                    </p:anim>
                                  </p:childTnLst>
                                </p:cTn>
                              </p:par>
                              <p:par>
                                <p:cTn id="747" presetID="53" presetClass="entr" presetSubtype="528" repeatCount="indefinite" fill="hold" grpId="0" nodeType="withEffect">
                                  <p:stCondLst>
                                    <p:cond delay="494"/>
                                  </p:stCondLst>
                                  <p:childTnLst>
                                    <p:set>
                                      <p:cBhvr>
                                        <p:cTn id="748" dur="1" fill="hold">
                                          <p:stCondLst>
                                            <p:cond delay="0"/>
                                          </p:stCondLst>
                                        </p:cTn>
                                        <p:tgtEl>
                                          <p:spTgt spid="572"/>
                                        </p:tgtEl>
                                        <p:attrNameLst>
                                          <p:attrName>style.visibility</p:attrName>
                                        </p:attrNameLst>
                                      </p:cBhvr>
                                      <p:to>
                                        <p:strVal val="visible"/>
                                      </p:to>
                                    </p:set>
                                    <p:anim calcmode="lin" valueType="num">
                                      <p:cBhvr>
                                        <p:cTn id="749" dur="6404" fill="hold"/>
                                        <p:tgtEl>
                                          <p:spTgt spid="572"/>
                                        </p:tgtEl>
                                        <p:attrNameLst>
                                          <p:attrName>ppt_w</p:attrName>
                                        </p:attrNameLst>
                                      </p:cBhvr>
                                      <p:tavLst>
                                        <p:tav tm="0">
                                          <p:val>
                                            <p:fltVal val="0"/>
                                          </p:val>
                                        </p:tav>
                                        <p:tav tm="100000">
                                          <p:val>
                                            <p:strVal val="#ppt_w"/>
                                          </p:val>
                                        </p:tav>
                                      </p:tavLst>
                                    </p:anim>
                                    <p:anim calcmode="lin" valueType="num">
                                      <p:cBhvr>
                                        <p:cTn id="750" dur="6404" fill="hold"/>
                                        <p:tgtEl>
                                          <p:spTgt spid="572"/>
                                        </p:tgtEl>
                                        <p:attrNameLst>
                                          <p:attrName>ppt_h</p:attrName>
                                        </p:attrNameLst>
                                      </p:cBhvr>
                                      <p:tavLst>
                                        <p:tav tm="0">
                                          <p:val>
                                            <p:fltVal val="0"/>
                                          </p:val>
                                        </p:tav>
                                        <p:tav tm="100000">
                                          <p:val>
                                            <p:strVal val="#ppt_h"/>
                                          </p:val>
                                        </p:tav>
                                      </p:tavLst>
                                    </p:anim>
                                    <p:animEffect transition="in" filter="fade">
                                      <p:cBhvr>
                                        <p:cTn id="751" dur="6404"/>
                                        <p:tgtEl>
                                          <p:spTgt spid="572"/>
                                        </p:tgtEl>
                                      </p:cBhvr>
                                    </p:animEffect>
                                    <p:anim calcmode="lin" valueType="num">
                                      <p:cBhvr>
                                        <p:cTn id="752" dur="6404" fill="hold"/>
                                        <p:tgtEl>
                                          <p:spTgt spid="572"/>
                                        </p:tgtEl>
                                        <p:attrNameLst>
                                          <p:attrName>ppt_x</p:attrName>
                                        </p:attrNameLst>
                                      </p:cBhvr>
                                      <p:tavLst>
                                        <p:tav tm="0">
                                          <p:val>
                                            <p:fltVal val="0.5"/>
                                          </p:val>
                                        </p:tav>
                                        <p:tav tm="100000">
                                          <p:val>
                                            <p:strVal val="#ppt_x"/>
                                          </p:val>
                                        </p:tav>
                                      </p:tavLst>
                                    </p:anim>
                                    <p:anim calcmode="lin" valueType="num">
                                      <p:cBhvr>
                                        <p:cTn id="753" dur="6404" fill="hold"/>
                                        <p:tgtEl>
                                          <p:spTgt spid="572"/>
                                        </p:tgtEl>
                                        <p:attrNameLst>
                                          <p:attrName>ppt_y</p:attrName>
                                        </p:attrNameLst>
                                      </p:cBhvr>
                                      <p:tavLst>
                                        <p:tav tm="0">
                                          <p:val>
                                            <p:fltVal val="0.5"/>
                                          </p:val>
                                        </p:tav>
                                        <p:tav tm="100000">
                                          <p:val>
                                            <p:strVal val="#ppt_y"/>
                                          </p:val>
                                        </p:tav>
                                      </p:tavLst>
                                    </p:anim>
                                  </p:childTnLst>
                                </p:cTn>
                              </p:par>
                              <p:par>
                                <p:cTn id="754" presetID="53" presetClass="entr" presetSubtype="528" repeatCount="indefinite" fill="hold" grpId="0" nodeType="withEffect">
                                  <p:stCondLst>
                                    <p:cond delay="1901"/>
                                  </p:stCondLst>
                                  <p:childTnLst>
                                    <p:set>
                                      <p:cBhvr>
                                        <p:cTn id="755" dur="1" fill="hold">
                                          <p:stCondLst>
                                            <p:cond delay="0"/>
                                          </p:stCondLst>
                                        </p:cTn>
                                        <p:tgtEl>
                                          <p:spTgt spid="573"/>
                                        </p:tgtEl>
                                        <p:attrNameLst>
                                          <p:attrName>style.visibility</p:attrName>
                                        </p:attrNameLst>
                                      </p:cBhvr>
                                      <p:to>
                                        <p:strVal val="visible"/>
                                      </p:to>
                                    </p:set>
                                    <p:anim calcmode="lin" valueType="num">
                                      <p:cBhvr>
                                        <p:cTn id="756" dur="6419" fill="hold"/>
                                        <p:tgtEl>
                                          <p:spTgt spid="573"/>
                                        </p:tgtEl>
                                        <p:attrNameLst>
                                          <p:attrName>ppt_w</p:attrName>
                                        </p:attrNameLst>
                                      </p:cBhvr>
                                      <p:tavLst>
                                        <p:tav tm="0">
                                          <p:val>
                                            <p:fltVal val="0"/>
                                          </p:val>
                                        </p:tav>
                                        <p:tav tm="100000">
                                          <p:val>
                                            <p:strVal val="#ppt_w"/>
                                          </p:val>
                                        </p:tav>
                                      </p:tavLst>
                                    </p:anim>
                                    <p:anim calcmode="lin" valueType="num">
                                      <p:cBhvr>
                                        <p:cTn id="757" dur="6419" fill="hold"/>
                                        <p:tgtEl>
                                          <p:spTgt spid="573"/>
                                        </p:tgtEl>
                                        <p:attrNameLst>
                                          <p:attrName>ppt_h</p:attrName>
                                        </p:attrNameLst>
                                      </p:cBhvr>
                                      <p:tavLst>
                                        <p:tav tm="0">
                                          <p:val>
                                            <p:fltVal val="0"/>
                                          </p:val>
                                        </p:tav>
                                        <p:tav tm="100000">
                                          <p:val>
                                            <p:strVal val="#ppt_h"/>
                                          </p:val>
                                        </p:tav>
                                      </p:tavLst>
                                    </p:anim>
                                    <p:animEffect transition="in" filter="fade">
                                      <p:cBhvr>
                                        <p:cTn id="758" dur="6419"/>
                                        <p:tgtEl>
                                          <p:spTgt spid="573"/>
                                        </p:tgtEl>
                                      </p:cBhvr>
                                    </p:animEffect>
                                    <p:anim calcmode="lin" valueType="num">
                                      <p:cBhvr>
                                        <p:cTn id="759" dur="6419" fill="hold"/>
                                        <p:tgtEl>
                                          <p:spTgt spid="573"/>
                                        </p:tgtEl>
                                        <p:attrNameLst>
                                          <p:attrName>ppt_x</p:attrName>
                                        </p:attrNameLst>
                                      </p:cBhvr>
                                      <p:tavLst>
                                        <p:tav tm="0">
                                          <p:val>
                                            <p:fltVal val="0.5"/>
                                          </p:val>
                                        </p:tav>
                                        <p:tav tm="100000">
                                          <p:val>
                                            <p:strVal val="#ppt_x"/>
                                          </p:val>
                                        </p:tav>
                                      </p:tavLst>
                                    </p:anim>
                                    <p:anim calcmode="lin" valueType="num">
                                      <p:cBhvr>
                                        <p:cTn id="760" dur="6419" fill="hold"/>
                                        <p:tgtEl>
                                          <p:spTgt spid="573"/>
                                        </p:tgtEl>
                                        <p:attrNameLst>
                                          <p:attrName>ppt_y</p:attrName>
                                        </p:attrNameLst>
                                      </p:cBhvr>
                                      <p:tavLst>
                                        <p:tav tm="0">
                                          <p:val>
                                            <p:fltVal val="0.5"/>
                                          </p:val>
                                        </p:tav>
                                        <p:tav tm="100000">
                                          <p:val>
                                            <p:strVal val="#ppt_y"/>
                                          </p:val>
                                        </p:tav>
                                      </p:tavLst>
                                    </p:anim>
                                  </p:childTnLst>
                                </p:cTn>
                              </p:par>
                              <p:par>
                                <p:cTn id="761" presetID="53" presetClass="entr" presetSubtype="528" repeatCount="indefinite" fill="hold" grpId="0" nodeType="withEffect">
                                  <p:stCondLst>
                                    <p:cond delay="367"/>
                                  </p:stCondLst>
                                  <p:childTnLst>
                                    <p:set>
                                      <p:cBhvr>
                                        <p:cTn id="762" dur="1" fill="hold">
                                          <p:stCondLst>
                                            <p:cond delay="0"/>
                                          </p:stCondLst>
                                        </p:cTn>
                                        <p:tgtEl>
                                          <p:spTgt spid="587"/>
                                        </p:tgtEl>
                                        <p:attrNameLst>
                                          <p:attrName>style.visibility</p:attrName>
                                        </p:attrNameLst>
                                      </p:cBhvr>
                                      <p:to>
                                        <p:strVal val="visible"/>
                                      </p:to>
                                    </p:set>
                                    <p:anim calcmode="lin" valueType="num">
                                      <p:cBhvr>
                                        <p:cTn id="763" dur="7266" fill="hold"/>
                                        <p:tgtEl>
                                          <p:spTgt spid="587"/>
                                        </p:tgtEl>
                                        <p:attrNameLst>
                                          <p:attrName>ppt_w</p:attrName>
                                        </p:attrNameLst>
                                      </p:cBhvr>
                                      <p:tavLst>
                                        <p:tav tm="0">
                                          <p:val>
                                            <p:fltVal val="0"/>
                                          </p:val>
                                        </p:tav>
                                        <p:tav tm="100000">
                                          <p:val>
                                            <p:strVal val="#ppt_w"/>
                                          </p:val>
                                        </p:tav>
                                      </p:tavLst>
                                    </p:anim>
                                    <p:anim calcmode="lin" valueType="num">
                                      <p:cBhvr>
                                        <p:cTn id="764" dur="7266" fill="hold"/>
                                        <p:tgtEl>
                                          <p:spTgt spid="587"/>
                                        </p:tgtEl>
                                        <p:attrNameLst>
                                          <p:attrName>ppt_h</p:attrName>
                                        </p:attrNameLst>
                                      </p:cBhvr>
                                      <p:tavLst>
                                        <p:tav tm="0">
                                          <p:val>
                                            <p:fltVal val="0"/>
                                          </p:val>
                                        </p:tav>
                                        <p:tav tm="100000">
                                          <p:val>
                                            <p:strVal val="#ppt_h"/>
                                          </p:val>
                                        </p:tav>
                                      </p:tavLst>
                                    </p:anim>
                                    <p:animEffect transition="in" filter="fade">
                                      <p:cBhvr>
                                        <p:cTn id="765" dur="7266"/>
                                        <p:tgtEl>
                                          <p:spTgt spid="587"/>
                                        </p:tgtEl>
                                      </p:cBhvr>
                                    </p:animEffect>
                                    <p:anim calcmode="lin" valueType="num">
                                      <p:cBhvr>
                                        <p:cTn id="766" dur="7266" fill="hold"/>
                                        <p:tgtEl>
                                          <p:spTgt spid="587"/>
                                        </p:tgtEl>
                                        <p:attrNameLst>
                                          <p:attrName>ppt_x</p:attrName>
                                        </p:attrNameLst>
                                      </p:cBhvr>
                                      <p:tavLst>
                                        <p:tav tm="0">
                                          <p:val>
                                            <p:fltVal val="0.5"/>
                                          </p:val>
                                        </p:tav>
                                        <p:tav tm="100000">
                                          <p:val>
                                            <p:strVal val="#ppt_x"/>
                                          </p:val>
                                        </p:tav>
                                      </p:tavLst>
                                    </p:anim>
                                    <p:anim calcmode="lin" valueType="num">
                                      <p:cBhvr>
                                        <p:cTn id="767" dur="7266" fill="hold"/>
                                        <p:tgtEl>
                                          <p:spTgt spid="587"/>
                                        </p:tgtEl>
                                        <p:attrNameLst>
                                          <p:attrName>ppt_y</p:attrName>
                                        </p:attrNameLst>
                                      </p:cBhvr>
                                      <p:tavLst>
                                        <p:tav tm="0">
                                          <p:val>
                                            <p:fltVal val="0.5"/>
                                          </p:val>
                                        </p:tav>
                                        <p:tav tm="100000">
                                          <p:val>
                                            <p:strVal val="#ppt_y"/>
                                          </p:val>
                                        </p:tav>
                                      </p:tavLst>
                                    </p:anim>
                                  </p:childTnLst>
                                </p:cTn>
                              </p:par>
                              <p:par>
                                <p:cTn id="768" presetID="53" presetClass="entr" presetSubtype="528" repeatCount="indefinite" fill="hold" grpId="0" nodeType="withEffect">
                                  <p:stCondLst>
                                    <p:cond delay="961"/>
                                  </p:stCondLst>
                                  <p:childTnLst>
                                    <p:set>
                                      <p:cBhvr>
                                        <p:cTn id="769" dur="1" fill="hold">
                                          <p:stCondLst>
                                            <p:cond delay="0"/>
                                          </p:stCondLst>
                                        </p:cTn>
                                        <p:tgtEl>
                                          <p:spTgt spid="590"/>
                                        </p:tgtEl>
                                        <p:attrNameLst>
                                          <p:attrName>style.visibility</p:attrName>
                                        </p:attrNameLst>
                                      </p:cBhvr>
                                      <p:to>
                                        <p:strVal val="visible"/>
                                      </p:to>
                                    </p:set>
                                    <p:anim calcmode="lin" valueType="num">
                                      <p:cBhvr>
                                        <p:cTn id="770" dur="6578" fill="hold"/>
                                        <p:tgtEl>
                                          <p:spTgt spid="590"/>
                                        </p:tgtEl>
                                        <p:attrNameLst>
                                          <p:attrName>ppt_w</p:attrName>
                                        </p:attrNameLst>
                                      </p:cBhvr>
                                      <p:tavLst>
                                        <p:tav tm="0">
                                          <p:val>
                                            <p:fltVal val="0"/>
                                          </p:val>
                                        </p:tav>
                                        <p:tav tm="100000">
                                          <p:val>
                                            <p:strVal val="#ppt_w"/>
                                          </p:val>
                                        </p:tav>
                                      </p:tavLst>
                                    </p:anim>
                                    <p:anim calcmode="lin" valueType="num">
                                      <p:cBhvr>
                                        <p:cTn id="771" dur="6578" fill="hold"/>
                                        <p:tgtEl>
                                          <p:spTgt spid="590"/>
                                        </p:tgtEl>
                                        <p:attrNameLst>
                                          <p:attrName>ppt_h</p:attrName>
                                        </p:attrNameLst>
                                      </p:cBhvr>
                                      <p:tavLst>
                                        <p:tav tm="0">
                                          <p:val>
                                            <p:fltVal val="0"/>
                                          </p:val>
                                        </p:tav>
                                        <p:tav tm="100000">
                                          <p:val>
                                            <p:strVal val="#ppt_h"/>
                                          </p:val>
                                        </p:tav>
                                      </p:tavLst>
                                    </p:anim>
                                    <p:animEffect transition="in" filter="fade">
                                      <p:cBhvr>
                                        <p:cTn id="772" dur="6578"/>
                                        <p:tgtEl>
                                          <p:spTgt spid="590"/>
                                        </p:tgtEl>
                                      </p:cBhvr>
                                    </p:animEffect>
                                    <p:anim calcmode="lin" valueType="num">
                                      <p:cBhvr>
                                        <p:cTn id="773" dur="6578" fill="hold"/>
                                        <p:tgtEl>
                                          <p:spTgt spid="590"/>
                                        </p:tgtEl>
                                        <p:attrNameLst>
                                          <p:attrName>ppt_x</p:attrName>
                                        </p:attrNameLst>
                                      </p:cBhvr>
                                      <p:tavLst>
                                        <p:tav tm="0">
                                          <p:val>
                                            <p:fltVal val="0.5"/>
                                          </p:val>
                                        </p:tav>
                                        <p:tav tm="100000">
                                          <p:val>
                                            <p:strVal val="#ppt_x"/>
                                          </p:val>
                                        </p:tav>
                                      </p:tavLst>
                                    </p:anim>
                                    <p:anim calcmode="lin" valueType="num">
                                      <p:cBhvr>
                                        <p:cTn id="774" dur="6578" fill="hold"/>
                                        <p:tgtEl>
                                          <p:spTgt spid="590"/>
                                        </p:tgtEl>
                                        <p:attrNameLst>
                                          <p:attrName>ppt_y</p:attrName>
                                        </p:attrNameLst>
                                      </p:cBhvr>
                                      <p:tavLst>
                                        <p:tav tm="0">
                                          <p:val>
                                            <p:fltVal val="0.5"/>
                                          </p:val>
                                        </p:tav>
                                        <p:tav tm="100000">
                                          <p:val>
                                            <p:strVal val="#ppt_y"/>
                                          </p:val>
                                        </p:tav>
                                      </p:tavLst>
                                    </p:anim>
                                  </p:childTnLst>
                                </p:cTn>
                              </p:par>
                              <p:par>
                                <p:cTn id="775" presetID="53" presetClass="entr" presetSubtype="528" repeatCount="indefinite" fill="hold" grpId="0" nodeType="withEffect">
                                  <p:stCondLst>
                                    <p:cond delay="640"/>
                                  </p:stCondLst>
                                  <p:childTnLst>
                                    <p:set>
                                      <p:cBhvr>
                                        <p:cTn id="776" dur="1" fill="hold">
                                          <p:stCondLst>
                                            <p:cond delay="0"/>
                                          </p:stCondLst>
                                        </p:cTn>
                                        <p:tgtEl>
                                          <p:spTgt spid="591"/>
                                        </p:tgtEl>
                                        <p:attrNameLst>
                                          <p:attrName>style.visibility</p:attrName>
                                        </p:attrNameLst>
                                      </p:cBhvr>
                                      <p:to>
                                        <p:strVal val="visible"/>
                                      </p:to>
                                    </p:set>
                                    <p:anim calcmode="lin" valueType="num">
                                      <p:cBhvr>
                                        <p:cTn id="777" dur="5112" fill="hold"/>
                                        <p:tgtEl>
                                          <p:spTgt spid="591"/>
                                        </p:tgtEl>
                                        <p:attrNameLst>
                                          <p:attrName>ppt_w</p:attrName>
                                        </p:attrNameLst>
                                      </p:cBhvr>
                                      <p:tavLst>
                                        <p:tav tm="0">
                                          <p:val>
                                            <p:fltVal val="0"/>
                                          </p:val>
                                        </p:tav>
                                        <p:tav tm="100000">
                                          <p:val>
                                            <p:strVal val="#ppt_w"/>
                                          </p:val>
                                        </p:tav>
                                      </p:tavLst>
                                    </p:anim>
                                    <p:anim calcmode="lin" valueType="num">
                                      <p:cBhvr>
                                        <p:cTn id="778" dur="5112" fill="hold"/>
                                        <p:tgtEl>
                                          <p:spTgt spid="591"/>
                                        </p:tgtEl>
                                        <p:attrNameLst>
                                          <p:attrName>ppt_h</p:attrName>
                                        </p:attrNameLst>
                                      </p:cBhvr>
                                      <p:tavLst>
                                        <p:tav tm="0">
                                          <p:val>
                                            <p:fltVal val="0"/>
                                          </p:val>
                                        </p:tav>
                                        <p:tav tm="100000">
                                          <p:val>
                                            <p:strVal val="#ppt_h"/>
                                          </p:val>
                                        </p:tav>
                                      </p:tavLst>
                                    </p:anim>
                                    <p:animEffect transition="in" filter="fade">
                                      <p:cBhvr>
                                        <p:cTn id="779" dur="5112"/>
                                        <p:tgtEl>
                                          <p:spTgt spid="591"/>
                                        </p:tgtEl>
                                      </p:cBhvr>
                                    </p:animEffect>
                                    <p:anim calcmode="lin" valueType="num">
                                      <p:cBhvr>
                                        <p:cTn id="780" dur="5112" fill="hold"/>
                                        <p:tgtEl>
                                          <p:spTgt spid="591"/>
                                        </p:tgtEl>
                                        <p:attrNameLst>
                                          <p:attrName>ppt_x</p:attrName>
                                        </p:attrNameLst>
                                      </p:cBhvr>
                                      <p:tavLst>
                                        <p:tav tm="0">
                                          <p:val>
                                            <p:fltVal val="0.5"/>
                                          </p:val>
                                        </p:tav>
                                        <p:tav tm="100000">
                                          <p:val>
                                            <p:strVal val="#ppt_x"/>
                                          </p:val>
                                        </p:tav>
                                      </p:tavLst>
                                    </p:anim>
                                    <p:anim calcmode="lin" valueType="num">
                                      <p:cBhvr>
                                        <p:cTn id="781" dur="5112" fill="hold"/>
                                        <p:tgtEl>
                                          <p:spTgt spid="591"/>
                                        </p:tgtEl>
                                        <p:attrNameLst>
                                          <p:attrName>ppt_y</p:attrName>
                                        </p:attrNameLst>
                                      </p:cBhvr>
                                      <p:tavLst>
                                        <p:tav tm="0">
                                          <p:val>
                                            <p:fltVal val="0.5"/>
                                          </p:val>
                                        </p:tav>
                                        <p:tav tm="100000">
                                          <p:val>
                                            <p:strVal val="#ppt_y"/>
                                          </p:val>
                                        </p:tav>
                                      </p:tavLst>
                                    </p:anim>
                                  </p:childTnLst>
                                </p:cTn>
                              </p:par>
                              <p:par>
                                <p:cTn id="782" presetID="53" presetClass="entr" presetSubtype="528" repeatCount="indefinite" fill="hold" grpId="0" nodeType="withEffect">
                                  <p:stCondLst>
                                    <p:cond delay="1664"/>
                                  </p:stCondLst>
                                  <p:childTnLst>
                                    <p:set>
                                      <p:cBhvr>
                                        <p:cTn id="783" dur="1" fill="hold">
                                          <p:stCondLst>
                                            <p:cond delay="0"/>
                                          </p:stCondLst>
                                        </p:cTn>
                                        <p:tgtEl>
                                          <p:spTgt spid="592"/>
                                        </p:tgtEl>
                                        <p:attrNameLst>
                                          <p:attrName>style.visibility</p:attrName>
                                        </p:attrNameLst>
                                      </p:cBhvr>
                                      <p:to>
                                        <p:strVal val="visible"/>
                                      </p:to>
                                    </p:set>
                                    <p:anim calcmode="lin" valueType="num">
                                      <p:cBhvr>
                                        <p:cTn id="784" dur="5239" fill="hold"/>
                                        <p:tgtEl>
                                          <p:spTgt spid="592"/>
                                        </p:tgtEl>
                                        <p:attrNameLst>
                                          <p:attrName>ppt_w</p:attrName>
                                        </p:attrNameLst>
                                      </p:cBhvr>
                                      <p:tavLst>
                                        <p:tav tm="0">
                                          <p:val>
                                            <p:fltVal val="0"/>
                                          </p:val>
                                        </p:tav>
                                        <p:tav tm="100000">
                                          <p:val>
                                            <p:strVal val="#ppt_w"/>
                                          </p:val>
                                        </p:tav>
                                      </p:tavLst>
                                    </p:anim>
                                    <p:anim calcmode="lin" valueType="num">
                                      <p:cBhvr>
                                        <p:cTn id="785" dur="5239" fill="hold"/>
                                        <p:tgtEl>
                                          <p:spTgt spid="592"/>
                                        </p:tgtEl>
                                        <p:attrNameLst>
                                          <p:attrName>ppt_h</p:attrName>
                                        </p:attrNameLst>
                                      </p:cBhvr>
                                      <p:tavLst>
                                        <p:tav tm="0">
                                          <p:val>
                                            <p:fltVal val="0"/>
                                          </p:val>
                                        </p:tav>
                                        <p:tav tm="100000">
                                          <p:val>
                                            <p:strVal val="#ppt_h"/>
                                          </p:val>
                                        </p:tav>
                                      </p:tavLst>
                                    </p:anim>
                                    <p:animEffect transition="in" filter="fade">
                                      <p:cBhvr>
                                        <p:cTn id="786" dur="5239"/>
                                        <p:tgtEl>
                                          <p:spTgt spid="592"/>
                                        </p:tgtEl>
                                      </p:cBhvr>
                                    </p:animEffect>
                                    <p:anim calcmode="lin" valueType="num">
                                      <p:cBhvr>
                                        <p:cTn id="787" dur="5239" fill="hold"/>
                                        <p:tgtEl>
                                          <p:spTgt spid="592"/>
                                        </p:tgtEl>
                                        <p:attrNameLst>
                                          <p:attrName>ppt_x</p:attrName>
                                        </p:attrNameLst>
                                      </p:cBhvr>
                                      <p:tavLst>
                                        <p:tav tm="0">
                                          <p:val>
                                            <p:fltVal val="0.5"/>
                                          </p:val>
                                        </p:tav>
                                        <p:tav tm="100000">
                                          <p:val>
                                            <p:strVal val="#ppt_x"/>
                                          </p:val>
                                        </p:tav>
                                      </p:tavLst>
                                    </p:anim>
                                    <p:anim calcmode="lin" valueType="num">
                                      <p:cBhvr>
                                        <p:cTn id="788" dur="5239" fill="hold"/>
                                        <p:tgtEl>
                                          <p:spTgt spid="592"/>
                                        </p:tgtEl>
                                        <p:attrNameLst>
                                          <p:attrName>ppt_y</p:attrName>
                                        </p:attrNameLst>
                                      </p:cBhvr>
                                      <p:tavLst>
                                        <p:tav tm="0">
                                          <p:val>
                                            <p:fltVal val="0.5"/>
                                          </p:val>
                                        </p:tav>
                                        <p:tav tm="100000">
                                          <p:val>
                                            <p:strVal val="#ppt_y"/>
                                          </p:val>
                                        </p:tav>
                                      </p:tavLst>
                                    </p:anim>
                                  </p:childTnLst>
                                </p:cTn>
                              </p:par>
                              <p:par>
                                <p:cTn id="789" presetID="53" presetClass="entr" presetSubtype="528" repeatCount="indefinite" fill="hold" grpId="0" nodeType="withEffect">
                                  <p:stCondLst>
                                    <p:cond delay="385"/>
                                  </p:stCondLst>
                                  <p:childTnLst>
                                    <p:set>
                                      <p:cBhvr>
                                        <p:cTn id="790" dur="1" fill="hold">
                                          <p:stCondLst>
                                            <p:cond delay="0"/>
                                          </p:stCondLst>
                                        </p:cTn>
                                        <p:tgtEl>
                                          <p:spTgt spid="596"/>
                                        </p:tgtEl>
                                        <p:attrNameLst>
                                          <p:attrName>style.visibility</p:attrName>
                                        </p:attrNameLst>
                                      </p:cBhvr>
                                      <p:to>
                                        <p:strVal val="visible"/>
                                      </p:to>
                                    </p:set>
                                    <p:anim calcmode="lin" valueType="num">
                                      <p:cBhvr>
                                        <p:cTn id="791" dur="5535" fill="hold"/>
                                        <p:tgtEl>
                                          <p:spTgt spid="596"/>
                                        </p:tgtEl>
                                        <p:attrNameLst>
                                          <p:attrName>ppt_w</p:attrName>
                                        </p:attrNameLst>
                                      </p:cBhvr>
                                      <p:tavLst>
                                        <p:tav tm="0">
                                          <p:val>
                                            <p:fltVal val="0"/>
                                          </p:val>
                                        </p:tav>
                                        <p:tav tm="100000">
                                          <p:val>
                                            <p:strVal val="#ppt_w"/>
                                          </p:val>
                                        </p:tav>
                                      </p:tavLst>
                                    </p:anim>
                                    <p:anim calcmode="lin" valueType="num">
                                      <p:cBhvr>
                                        <p:cTn id="792" dur="5535" fill="hold"/>
                                        <p:tgtEl>
                                          <p:spTgt spid="596"/>
                                        </p:tgtEl>
                                        <p:attrNameLst>
                                          <p:attrName>ppt_h</p:attrName>
                                        </p:attrNameLst>
                                      </p:cBhvr>
                                      <p:tavLst>
                                        <p:tav tm="0">
                                          <p:val>
                                            <p:fltVal val="0"/>
                                          </p:val>
                                        </p:tav>
                                        <p:tav tm="100000">
                                          <p:val>
                                            <p:strVal val="#ppt_h"/>
                                          </p:val>
                                        </p:tav>
                                      </p:tavLst>
                                    </p:anim>
                                    <p:animEffect transition="in" filter="fade">
                                      <p:cBhvr>
                                        <p:cTn id="793" dur="5535"/>
                                        <p:tgtEl>
                                          <p:spTgt spid="596"/>
                                        </p:tgtEl>
                                      </p:cBhvr>
                                    </p:animEffect>
                                    <p:anim calcmode="lin" valueType="num">
                                      <p:cBhvr>
                                        <p:cTn id="794" dur="5535" fill="hold"/>
                                        <p:tgtEl>
                                          <p:spTgt spid="596"/>
                                        </p:tgtEl>
                                        <p:attrNameLst>
                                          <p:attrName>ppt_x</p:attrName>
                                        </p:attrNameLst>
                                      </p:cBhvr>
                                      <p:tavLst>
                                        <p:tav tm="0">
                                          <p:val>
                                            <p:fltVal val="0.5"/>
                                          </p:val>
                                        </p:tav>
                                        <p:tav tm="100000">
                                          <p:val>
                                            <p:strVal val="#ppt_x"/>
                                          </p:val>
                                        </p:tav>
                                      </p:tavLst>
                                    </p:anim>
                                    <p:anim calcmode="lin" valueType="num">
                                      <p:cBhvr>
                                        <p:cTn id="795" dur="5535" fill="hold"/>
                                        <p:tgtEl>
                                          <p:spTgt spid="596"/>
                                        </p:tgtEl>
                                        <p:attrNameLst>
                                          <p:attrName>ppt_y</p:attrName>
                                        </p:attrNameLst>
                                      </p:cBhvr>
                                      <p:tavLst>
                                        <p:tav tm="0">
                                          <p:val>
                                            <p:fltVal val="0.5"/>
                                          </p:val>
                                        </p:tav>
                                        <p:tav tm="100000">
                                          <p:val>
                                            <p:strVal val="#ppt_y"/>
                                          </p:val>
                                        </p:tav>
                                      </p:tavLst>
                                    </p:anim>
                                  </p:childTnLst>
                                </p:cTn>
                              </p:par>
                              <p:par>
                                <p:cTn id="796" presetID="53" presetClass="entr" presetSubtype="528" repeatCount="indefinite" fill="hold" grpId="0" nodeType="withEffect">
                                  <p:stCondLst>
                                    <p:cond delay="430"/>
                                  </p:stCondLst>
                                  <p:childTnLst>
                                    <p:set>
                                      <p:cBhvr>
                                        <p:cTn id="797" dur="1" fill="hold">
                                          <p:stCondLst>
                                            <p:cond delay="0"/>
                                          </p:stCondLst>
                                        </p:cTn>
                                        <p:tgtEl>
                                          <p:spTgt spid="597"/>
                                        </p:tgtEl>
                                        <p:attrNameLst>
                                          <p:attrName>style.visibility</p:attrName>
                                        </p:attrNameLst>
                                      </p:cBhvr>
                                      <p:to>
                                        <p:strVal val="visible"/>
                                      </p:to>
                                    </p:set>
                                    <p:anim calcmode="lin" valueType="num">
                                      <p:cBhvr>
                                        <p:cTn id="798" dur="5003" fill="hold"/>
                                        <p:tgtEl>
                                          <p:spTgt spid="597"/>
                                        </p:tgtEl>
                                        <p:attrNameLst>
                                          <p:attrName>ppt_w</p:attrName>
                                        </p:attrNameLst>
                                      </p:cBhvr>
                                      <p:tavLst>
                                        <p:tav tm="0">
                                          <p:val>
                                            <p:fltVal val="0"/>
                                          </p:val>
                                        </p:tav>
                                        <p:tav tm="100000">
                                          <p:val>
                                            <p:strVal val="#ppt_w"/>
                                          </p:val>
                                        </p:tav>
                                      </p:tavLst>
                                    </p:anim>
                                    <p:anim calcmode="lin" valueType="num">
                                      <p:cBhvr>
                                        <p:cTn id="799" dur="5003" fill="hold"/>
                                        <p:tgtEl>
                                          <p:spTgt spid="597"/>
                                        </p:tgtEl>
                                        <p:attrNameLst>
                                          <p:attrName>ppt_h</p:attrName>
                                        </p:attrNameLst>
                                      </p:cBhvr>
                                      <p:tavLst>
                                        <p:tav tm="0">
                                          <p:val>
                                            <p:fltVal val="0"/>
                                          </p:val>
                                        </p:tav>
                                        <p:tav tm="100000">
                                          <p:val>
                                            <p:strVal val="#ppt_h"/>
                                          </p:val>
                                        </p:tav>
                                      </p:tavLst>
                                    </p:anim>
                                    <p:animEffect transition="in" filter="fade">
                                      <p:cBhvr>
                                        <p:cTn id="800" dur="5003"/>
                                        <p:tgtEl>
                                          <p:spTgt spid="597"/>
                                        </p:tgtEl>
                                      </p:cBhvr>
                                    </p:animEffect>
                                    <p:anim calcmode="lin" valueType="num">
                                      <p:cBhvr>
                                        <p:cTn id="801" dur="5003" fill="hold"/>
                                        <p:tgtEl>
                                          <p:spTgt spid="597"/>
                                        </p:tgtEl>
                                        <p:attrNameLst>
                                          <p:attrName>ppt_x</p:attrName>
                                        </p:attrNameLst>
                                      </p:cBhvr>
                                      <p:tavLst>
                                        <p:tav tm="0">
                                          <p:val>
                                            <p:fltVal val="0.5"/>
                                          </p:val>
                                        </p:tav>
                                        <p:tav tm="100000">
                                          <p:val>
                                            <p:strVal val="#ppt_x"/>
                                          </p:val>
                                        </p:tav>
                                      </p:tavLst>
                                    </p:anim>
                                    <p:anim calcmode="lin" valueType="num">
                                      <p:cBhvr>
                                        <p:cTn id="802" dur="5003" fill="hold"/>
                                        <p:tgtEl>
                                          <p:spTgt spid="597"/>
                                        </p:tgtEl>
                                        <p:attrNameLst>
                                          <p:attrName>ppt_y</p:attrName>
                                        </p:attrNameLst>
                                      </p:cBhvr>
                                      <p:tavLst>
                                        <p:tav tm="0">
                                          <p:val>
                                            <p:fltVal val="0.5"/>
                                          </p:val>
                                        </p:tav>
                                        <p:tav tm="100000">
                                          <p:val>
                                            <p:strVal val="#ppt_y"/>
                                          </p:val>
                                        </p:tav>
                                      </p:tavLst>
                                    </p:anim>
                                  </p:childTnLst>
                                </p:cTn>
                              </p:par>
                              <p:par>
                                <p:cTn id="803" presetID="53" presetClass="entr" presetSubtype="528" repeatCount="indefinite" fill="hold" grpId="0" nodeType="withEffect">
                                  <p:stCondLst>
                                    <p:cond delay="1048"/>
                                  </p:stCondLst>
                                  <p:childTnLst>
                                    <p:set>
                                      <p:cBhvr>
                                        <p:cTn id="804" dur="1" fill="hold">
                                          <p:stCondLst>
                                            <p:cond delay="0"/>
                                          </p:stCondLst>
                                        </p:cTn>
                                        <p:tgtEl>
                                          <p:spTgt spid="598"/>
                                        </p:tgtEl>
                                        <p:attrNameLst>
                                          <p:attrName>style.visibility</p:attrName>
                                        </p:attrNameLst>
                                      </p:cBhvr>
                                      <p:to>
                                        <p:strVal val="visible"/>
                                      </p:to>
                                    </p:set>
                                    <p:anim calcmode="lin" valueType="num">
                                      <p:cBhvr>
                                        <p:cTn id="805" dur="5033" fill="hold"/>
                                        <p:tgtEl>
                                          <p:spTgt spid="598"/>
                                        </p:tgtEl>
                                        <p:attrNameLst>
                                          <p:attrName>ppt_w</p:attrName>
                                        </p:attrNameLst>
                                      </p:cBhvr>
                                      <p:tavLst>
                                        <p:tav tm="0">
                                          <p:val>
                                            <p:fltVal val="0"/>
                                          </p:val>
                                        </p:tav>
                                        <p:tav tm="100000">
                                          <p:val>
                                            <p:strVal val="#ppt_w"/>
                                          </p:val>
                                        </p:tav>
                                      </p:tavLst>
                                    </p:anim>
                                    <p:anim calcmode="lin" valueType="num">
                                      <p:cBhvr>
                                        <p:cTn id="806" dur="5033" fill="hold"/>
                                        <p:tgtEl>
                                          <p:spTgt spid="598"/>
                                        </p:tgtEl>
                                        <p:attrNameLst>
                                          <p:attrName>ppt_h</p:attrName>
                                        </p:attrNameLst>
                                      </p:cBhvr>
                                      <p:tavLst>
                                        <p:tav tm="0">
                                          <p:val>
                                            <p:fltVal val="0"/>
                                          </p:val>
                                        </p:tav>
                                        <p:tav tm="100000">
                                          <p:val>
                                            <p:strVal val="#ppt_h"/>
                                          </p:val>
                                        </p:tav>
                                      </p:tavLst>
                                    </p:anim>
                                    <p:animEffect transition="in" filter="fade">
                                      <p:cBhvr>
                                        <p:cTn id="807" dur="5033"/>
                                        <p:tgtEl>
                                          <p:spTgt spid="598"/>
                                        </p:tgtEl>
                                      </p:cBhvr>
                                    </p:animEffect>
                                    <p:anim calcmode="lin" valueType="num">
                                      <p:cBhvr>
                                        <p:cTn id="808" dur="5033" fill="hold"/>
                                        <p:tgtEl>
                                          <p:spTgt spid="598"/>
                                        </p:tgtEl>
                                        <p:attrNameLst>
                                          <p:attrName>ppt_x</p:attrName>
                                        </p:attrNameLst>
                                      </p:cBhvr>
                                      <p:tavLst>
                                        <p:tav tm="0">
                                          <p:val>
                                            <p:fltVal val="0.5"/>
                                          </p:val>
                                        </p:tav>
                                        <p:tav tm="100000">
                                          <p:val>
                                            <p:strVal val="#ppt_x"/>
                                          </p:val>
                                        </p:tav>
                                      </p:tavLst>
                                    </p:anim>
                                    <p:anim calcmode="lin" valueType="num">
                                      <p:cBhvr>
                                        <p:cTn id="809" dur="5033" fill="hold"/>
                                        <p:tgtEl>
                                          <p:spTgt spid="598"/>
                                        </p:tgtEl>
                                        <p:attrNameLst>
                                          <p:attrName>ppt_y</p:attrName>
                                        </p:attrNameLst>
                                      </p:cBhvr>
                                      <p:tavLst>
                                        <p:tav tm="0">
                                          <p:val>
                                            <p:fltVal val="0.5"/>
                                          </p:val>
                                        </p:tav>
                                        <p:tav tm="100000">
                                          <p:val>
                                            <p:strVal val="#ppt_y"/>
                                          </p:val>
                                        </p:tav>
                                      </p:tavLst>
                                    </p:anim>
                                  </p:childTnLst>
                                </p:cTn>
                              </p:par>
                              <p:par>
                                <p:cTn id="810" presetID="53" presetClass="entr" presetSubtype="528" repeatCount="indefinite" fill="hold" grpId="0" nodeType="withEffect">
                                  <p:stCondLst>
                                    <p:cond delay="1359"/>
                                  </p:stCondLst>
                                  <p:childTnLst>
                                    <p:set>
                                      <p:cBhvr>
                                        <p:cTn id="811" dur="1" fill="hold">
                                          <p:stCondLst>
                                            <p:cond delay="0"/>
                                          </p:stCondLst>
                                        </p:cTn>
                                        <p:tgtEl>
                                          <p:spTgt spid="599"/>
                                        </p:tgtEl>
                                        <p:attrNameLst>
                                          <p:attrName>style.visibility</p:attrName>
                                        </p:attrNameLst>
                                      </p:cBhvr>
                                      <p:to>
                                        <p:strVal val="visible"/>
                                      </p:to>
                                    </p:set>
                                    <p:anim calcmode="lin" valueType="num">
                                      <p:cBhvr>
                                        <p:cTn id="812" dur="6787" fill="hold"/>
                                        <p:tgtEl>
                                          <p:spTgt spid="599"/>
                                        </p:tgtEl>
                                        <p:attrNameLst>
                                          <p:attrName>ppt_w</p:attrName>
                                        </p:attrNameLst>
                                      </p:cBhvr>
                                      <p:tavLst>
                                        <p:tav tm="0">
                                          <p:val>
                                            <p:fltVal val="0"/>
                                          </p:val>
                                        </p:tav>
                                        <p:tav tm="100000">
                                          <p:val>
                                            <p:strVal val="#ppt_w"/>
                                          </p:val>
                                        </p:tav>
                                      </p:tavLst>
                                    </p:anim>
                                    <p:anim calcmode="lin" valueType="num">
                                      <p:cBhvr>
                                        <p:cTn id="813" dur="6787" fill="hold"/>
                                        <p:tgtEl>
                                          <p:spTgt spid="599"/>
                                        </p:tgtEl>
                                        <p:attrNameLst>
                                          <p:attrName>ppt_h</p:attrName>
                                        </p:attrNameLst>
                                      </p:cBhvr>
                                      <p:tavLst>
                                        <p:tav tm="0">
                                          <p:val>
                                            <p:fltVal val="0"/>
                                          </p:val>
                                        </p:tav>
                                        <p:tav tm="100000">
                                          <p:val>
                                            <p:strVal val="#ppt_h"/>
                                          </p:val>
                                        </p:tav>
                                      </p:tavLst>
                                    </p:anim>
                                    <p:animEffect transition="in" filter="fade">
                                      <p:cBhvr>
                                        <p:cTn id="814" dur="6787"/>
                                        <p:tgtEl>
                                          <p:spTgt spid="599"/>
                                        </p:tgtEl>
                                      </p:cBhvr>
                                    </p:animEffect>
                                    <p:anim calcmode="lin" valueType="num">
                                      <p:cBhvr>
                                        <p:cTn id="815" dur="6787" fill="hold"/>
                                        <p:tgtEl>
                                          <p:spTgt spid="599"/>
                                        </p:tgtEl>
                                        <p:attrNameLst>
                                          <p:attrName>ppt_x</p:attrName>
                                        </p:attrNameLst>
                                      </p:cBhvr>
                                      <p:tavLst>
                                        <p:tav tm="0">
                                          <p:val>
                                            <p:fltVal val="0.5"/>
                                          </p:val>
                                        </p:tav>
                                        <p:tav tm="100000">
                                          <p:val>
                                            <p:strVal val="#ppt_x"/>
                                          </p:val>
                                        </p:tav>
                                      </p:tavLst>
                                    </p:anim>
                                    <p:anim calcmode="lin" valueType="num">
                                      <p:cBhvr>
                                        <p:cTn id="816" dur="6787" fill="hold"/>
                                        <p:tgtEl>
                                          <p:spTgt spid="599"/>
                                        </p:tgtEl>
                                        <p:attrNameLst>
                                          <p:attrName>ppt_y</p:attrName>
                                        </p:attrNameLst>
                                      </p:cBhvr>
                                      <p:tavLst>
                                        <p:tav tm="0">
                                          <p:val>
                                            <p:fltVal val="0.5"/>
                                          </p:val>
                                        </p:tav>
                                        <p:tav tm="100000">
                                          <p:val>
                                            <p:strVal val="#ppt_y"/>
                                          </p:val>
                                        </p:tav>
                                      </p:tavLst>
                                    </p:anim>
                                  </p:childTnLst>
                                </p:cTn>
                              </p:par>
                              <p:par>
                                <p:cTn id="817" presetID="23" presetClass="entr" presetSubtype="528" fill="hold" nodeType="withEffect">
                                  <p:stCondLst>
                                    <p:cond delay="0"/>
                                  </p:stCondLst>
                                  <p:childTnLst>
                                    <p:set>
                                      <p:cBhvr>
                                        <p:cTn id="818" dur="3000" fill="hold">
                                          <p:stCondLst>
                                            <p:cond delay="0"/>
                                          </p:stCondLst>
                                        </p:cTn>
                                        <p:tgtEl>
                                          <p:spTgt spid="11"/>
                                        </p:tgtEl>
                                        <p:attrNameLst>
                                          <p:attrName>style.visibility</p:attrName>
                                        </p:attrNameLst>
                                      </p:cBhvr>
                                      <p:to>
                                        <p:strVal val="visible"/>
                                      </p:to>
                                    </p:set>
                                    <p:anim calcmode="lin" valueType="num">
                                      <p:cBhvr>
                                        <p:cTn id="819" dur="3000" fill="hold"/>
                                        <p:tgtEl>
                                          <p:spTgt spid="11"/>
                                        </p:tgtEl>
                                        <p:attrNameLst>
                                          <p:attrName>ppt_w</p:attrName>
                                        </p:attrNameLst>
                                      </p:cBhvr>
                                      <p:tavLst>
                                        <p:tav tm="0">
                                          <p:val>
                                            <p:fltVal val="0"/>
                                          </p:val>
                                        </p:tav>
                                        <p:tav tm="100000">
                                          <p:val>
                                            <p:strVal val="#ppt_w"/>
                                          </p:val>
                                        </p:tav>
                                      </p:tavLst>
                                    </p:anim>
                                    <p:anim calcmode="lin" valueType="num">
                                      <p:cBhvr>
                                        <p:cTn id="820" dur="3000" fill="hold"/>
                                        <p:tgtEl>
                                          <p:spTgt spid="11"/>
                                        </p:tgtEl>
                                        <p:attrNameLst>
                                          <p:attrName>ppt_h</p:attrName>
                                        </p:attrNameLst>
                                      </p:cBhvr>
                                      <p:tavLst>
                                        <p:tav tm="0">
                                          <p:val>
                                            <p:fltVal val="0"/>
                                          </p:val>
                                        </p:tav>
                                        <p:tav tm="100000">
                                          <p:val>
                                            <p:strVal val="#ppt_h"/>
                                          </p:val>
                                        </p:tav>
                                      </p:tavLst>
                                    </p:anim>
                                    <p:anim calcmode="lin" valueType="num">
                                      <p:cBhvr>
                                        <p:cTn id="821" dur="3000" fill="hold"/>
                                        <p:tgtEl>
                                          <p:spTgt spid="11"/>
                                        </p:tgtEl>
                                        <p:attrNameLst>
                                          <p:attrName>ppt_x</p:attrName>
                                        </p:attrNameLst>
                                      </p:cBhvr>
                                      <p:tavLst>
                                        <p:tav tm="0">
                                          <p:val>
                                            <p:fltVal val="0.5"/>
                                          </p:val>
                                        </p:tav>
                                        <p:tav tm="100000">
                                          <p:val>
                                            <p:strVal val="#ppt_x"/>
                                          </p:val>
                                        </p:tav>
                                      </p:tavLst>
                                    </p:anim>
                                    <p:anim calcmode="lin" valueType="num">
                                      <p:cBhvr>
                                        <p:cTn id="822" dur="3000" fill="hold"/>
                                        <p:tgtEl>
                                          <p:spTgt spid="11"/>
                                        </p:tgtEl>
                                        <p:attrNameLst>
                                          <p:attrName>ppt_y</p:attrName>
                                        </p:attrNameLst>
                                      </p:cBhvr>
                                      <p:tavLst>
                                        <p:tav tm="0">
                                          <p:val>
                                            <p:fltVal val="0.5"/>
                                          </p:val>
                                        </p:tav>
                                        <p:tav tm="100000">
                                          <p:val>
                                            <p:strVal val="#ppt_y"/>
                                          </p:val>
                                        </p:tav>
                                      </p:tavLst>
                                    </p:anim>
                                  </p:childTnLst>
                                </p:cTn>
                              </p:par>
                              <p:par>
                                <p:cTn id="823" presetID="64" presetClass="path" presetSubtype="0" accel="50000" decel="50000" fill="hold" nodeType="withEffect">
                                  <p:stCondLst>
                                    <p:cond delay="0"/>
                                  </p:stCondLst>
                                  <p:childTnLst>
                                    <p:animMotion origin="layout" path="M 0.000625 0.0564815 L -0.000833333 -0.258611 " pathEditMode="relative" rAng="0" ptsTypes="">
                                      <p:cBhvr>
                                        <p:cTn id="824" dur="5000" fill="hold"/>
                                        <p:tgtEl>
                                          <p:spTgt spid="1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5" grpId="0" bldLvl="0" animBg="1"/>
      <p:bldP spid="36" grpId="0" bldLvl="0" animBg="1"/>
      <p:bldP spid="37" grpId="0" bldLvl="0" animBg="1"/>
      <p:bldP spid="78" grpId="0" bldLvl="0" animBg="1"/>
      <p:bldP spid="97" grpId="0" bldLvl="0" animBg="1"/>
      <p:bldP spid="98" grpId="0" bldLvl="0" animBg="1"/>
      <p:bldP spid="109" grpId="0" bldLvl="0" animBg="1"/>
      <p:bldP spid="134" grpId="0" bldLvl="0" animBg="1"/>
      <p:bldP spid="135" grpId="0" bldLvl="0" animBg="1"/>
      <p:bldP spid="136" grpId="0" bldLvl="0" animBg="1"/>
      <p:bldP spid="137" grpId="0" bldLvl="0" animBg="1"/>
      <p:bldP spid="139" grpId="0" bldLvl="0" animBg="1"/>
      <p:bldP spid="140" grpId="0" bldLvl="0" animBg="1"/>
      <p:bldP spid="141" grpId="0" bldLvl="0" animBg="1"/>
      <p:bldP spid="142" grpId="0" bldLvl="0" animBg="1"/>
      <p:bldP spid="154" grpId="0" bldLvl="0" animBg="1"/>
      <p:bldP spid="155" grpId="0" bldLvl="0" animBg="1"/>
      <p:bldP spid="156" grpId="0" bldLvl="0" animBg="1"/>
      <p:bldP spid="226" grpId="0" bldLvl="0" animBg="1"/>
      <p:bldP spid="237" grpId="0" bldLvl="0" animBg="1"/>
      <p:bldP spid="238" grpId="0" bldLvl="0" animBg="1"/>
      <p:bldP spid="239" grpId="0" bldLvl="0" animBg="1"/>
      <p:bldP spid="240" grpId="0" bldLvl="0" animBg="1"/>
      <p:bldP spid="242" grpId="0" bldLvl="0" animBg="1"/>
      <p:bldP spid="243" grpId="0" bldLvl="0" animBg="1"/>
      <p:bldP spid="244" grpId="0" bldLvl="0" animBg="1"/>
      <p:bldP spid="245" grpId="0" bldLvl="0" animBg="1"/>
      <p:bldP spid="246" grpId="0" bldLvl="0" animBg="1"/>
      <p:bldP spid="247" grpId="0" bldLvl="0" animBg="1"/>
      <p:bldP spid="248" grpId="0" bldLvl="0" animBg="1"/>
      <p:bldP spid="252" grpId="0" bldLvl="0" animBg="1"/>
      <p:bldP spid="257" grpId="0" bldLvl="0" animBg="1"/>
      <p:bldP spid="262" grpId="0" bldLvl="0" animBg="1"/>
      <p:bldP spid="265" grpId="0" bldLvl="0" animBg="1"/>
      <p:bldP spid="266" grpId="0" bldLvl="0" animBg="1"/>
      <p:bldP spid="267" grpId="0" bldLvl="0" animBg="1"/>
      <p:bldP spid="268" grpId="0" bldLvl="0" animBg="1"/>
      <p:bldP spid="269" grpId="0" bldLvl="0" animBg="1"/>
      <p:bldP spid="384" grpId="0" bldLvl="0" animBg="1"/>
      <p:bldP spid="388" grpId="0" bldLvl="0" animBg="1"/>
      <p:bldP spid="392" grpId="0" bldLvl="0" animBg="1"/>
      <p:bldP spid="397" grpId="0" bldLvl="0" animBg="1"/>
      <p:bldP spid="402" grpId="0" bldLvl="0" animBg="1"/>
      <p:bldP spid="403" grpId="0" bldLvl="0" animBg="1"/>
      <p:bldP spid="404" grpId="0" bldLvl="0" animBg="1"/>
      <p:bldP spid="405" grpId="0" bldLvl="0" animBg="1"/>
      <p:bldP spid="406" grpId="0" bldLvl="0" animBg="1"/>
      <p:bldP spid="408" grpId="0" bldLvl="0" animBg="1"/>
      <p:bldP spid="409" grpId="0" bldLvl="0" animBg="1"/>
      <p:bldP spid="412" grpId="0" bldLvl="0" animBg="1"/>
      <p:bldP spid="413" grpId="0" bldLvl="0" animBg="1"/>
      <p:bldP spid="415" grpId="0" bldLvl="0" animBg="1"/>
      <p:bldP spid="416" grpId="0" bldLvl="0" animBg="1"/>
      <p:bldP spid="417" grpId="0" bldLvl="0" animBg="1"/>
      <p:bldP spid="418" grpId="0" bldLvl="0" animBg="1"/>
      <p:bldP spid="423" grpId="0" bldLvl="0" animBg="1"/>
      <p:bldP spid="426" grpId="0" bldLvl="0" animBg="1"/>
      <p:bldP spid="427" grpId="0" bldLvl="0" animBg="1"/>
      <p:bldP spid="428" grpId="0" bldLvl="0" animBg="1"/>
      <p:bldP spid="429" grpId="0" bldLvl="0" animBg="1"/>
      <p:bldP spid="430" grpId="0" bldLvl="0" animBg="1"/>
      <p:bldP spid="431" grpId="0" bldLvl="0" animBg="1"/>
      <p:bldP spid="432" grpId="0" bldLvl="0" animBg="1"/>
      <p:bldP spid="433" grpId="0" bldLvl="0" animBg="1"/>
      <p:bldP spid="434" grpId="0" bldLvl="0" animBg="1"/>
      <p:bldP spid="435" grpId="0" bldLvl="0" animBg="1"/>
      <p:bldP spid="436" grpId="0" bldLvl="0" animBg="1"/>
      <p:bldP spid="437" grpId="0" bldLvl="0" animBg="1"/>
      <p:bldP spid="438" grpId="0" bldLvl="0" animBg="1"/>
      <p:bldP spid="439" grpId="0" bldLvl="0" animBg="1"/>
      <p:bldP spid="440" grpId="0" bldLvl="0" animBg="1"/>
      <p:bldP spid="441" grpId="0" bldLvl="0" animBg="1"/>
      <p:bldP spid="457" grpId="0" bldLvl="0" animBg="1"/>
      <p:bldP spid="463" grpId="0" bldLvl="0" animBg="1"/>
      <p:bldP spid="465" grpId="0" bldLvl="0" animBg="1"/>
      <p:bldP spid="466" grpId="0" bldLvl="0" animBg="1"/>
      <p:bldP spid="468" grpId="0" bldLvl="0" animBg="1"/>
      <p:bldP spid="469" grpId="0" bldLvl="0" animBg="1"/>
      <p:bldP spid="470" grpId="0" bldLvl="0" animBg="1"/>
      <p:bldP spid="472" grpId="0" bldLvl="0" animBg="1"/>
      <p:bldP spid="473" grpId="0" bldLvl="0" animBg="1"/>
      <p:bldP spid="474" grpId="0" bldLvl="0" animBg="1"/>
      <p:bldP spid="481" grpId="0" bldLvl="0" animBg="1"/>
      <p:bldP spid="482" grpId="0" bldLvl="0" animBg="1"/>
      <p:bldP spid="483" grpId="0" bldLvl="0" animBg="1"/>
      <p:bldP spid="502" grpId="0" bldLvl="0" animBg="1"/>
      <p:bldP spid="503" grpId="0" bldLvl="0" animBg="1"/>
      <p:bldP spid="504" grpId="0" bldLvl="0" animBg="1"/>
      <p:bldP spid="505" grpId="0" bldLvl="0" animBg="1"/>
      <p:bldP spid="529" grpId="0" bldLvl="0" animBg="1"/>
      <p:bldP spid="531" grpId="0" bldLvl="0" animBg="1"/>
      <p:bldP spid="532" grpId="0" bldLvl="0" animBg="1"/>
      <p:bldP spid="533" grpId="0" bldLvl="0" animBg="1"/>
      <p:bldP spid="534" grpId="0" bldLvl="0" animBg="1"/>
      <p:bldP spid="535" grpId="0" bldLvl="0" animBg="1"/>
      <p:bldP spid="539" grpId="0" bldLvl="0" animBg="1"/>
      <p:bldP spid="542" grpId="0" bldLvl="0" animBg="1"/>
      <p:bldP spid="543" grpId="0" bldLvl="0" animBg="1"/>
      <p:bldP spid="545" grpId="0" bldLvl="0" animBg="1"/>
      <p:bldP spid="560" grpId="0" bldLvl="0" animBg="1"/>
      <p:bldP spid="561" grpId="0" bldLvl="0" animBg="1"/>
      <p:bldP spid="562" grpId="0" bldLvl="0" animBg="1"/>
      <p:bldP spid="568" grpId="0" bldLvl="0" animBg="1"/>
      <p:bldP spid="570" grpId="0" bldLvl="0" animBg="1"/>
      <p:bldP spid="571" grpId="0" bldLvl="0" animBg="1"/>
      <p:bldP spid="572" grpId="0" bldLvl="0" animBg="1"/>
      <p:bldP spid="573" grpId="0" bldLvl="0" animBg="1"/>
      <p:bldP spid="587" grpId="0" bldLvl="0" animBg="1"/>
      <p:bldP spid="590" grpId="0" bldLvl="0" animBg="1"/>
      <p:bldP spid="591" grpId="0" bldLvl="0" animBg="1"/>
      <p:bldP spid="592" grpId="0" bldLvl="0" animBg="1"/>
      <p:bldP spid="596" grpId="0" bldLvl="0" animBg="1"/>
      <p:bldP spid="597" grpId="0" bldLvl="0" animBg="1"/>
      <p:bldP spid="598" grpId="0" bldLvl="0" animBg="1"/>
      <p:bldP spid="599"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descr="1"/>
          <p:cNvPicPr>
            <a:picLocks noChangeAspect="1"/>
          </p:cNvPicPr>
          <p:nvPr/>
        </p:nvPicPr>
        <p:blipFill>
          <a:blip r:embed="rId4"/>
          <a:stretch>
            <a:fillRect/>
          </a:stretch>
        </p:blipFill>
        <p:spPr>
          <a:xfrm>
            <a:off x="10718800" y="0"/>
            <a:ext cx="1459230" cy="1459230"/>
          </a:xfrm>
          <a:prstGeom prst="rect">
            <a:avLst/>
          </a:prstGeom>
        </p:spPr>
      </p:pic>
      <p:sp>
        <p:nvSpPr>
          <p:cNvPr id="2" name="文本框 7"/>
          <p:cNvSpPr txBox="1"/>
          <p:nvPr/>
        </p:nvSpPr>
        <p:spPr>
          <a:xfrm>
            <a:off x="165735" y="213995"/>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热身</a:t>
            </a:r>
          </a:p>
        </p:txBody>
      </p:sp>
      <p:sp>
        <p:nvSpPr>
          <p:cNvPr id="3" name="文本框 7"/>
          <p:cNvSpPr txBox="1"/>
          <p:nvPr/>
        </p:nvSpPr>
        <p:spPr>
          <a:xfrm>
            <a:off x="237490" y="702310"/>
            <a:ext cx="1177290"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rPr>
              <a:t>Warm-up</a:t>
            </a:r>
          </a:p>
        </p:txBody>
      </p:sp>
      <p:grpSp>
        <p:nvGrpSpPr>
          <p:cNvPr id="12" name="组合 11"/>
          <p:cNvGrpSpPr/>
          <p:nvPr/>
        </p:nvGrpSpPr>
        <p:grpSpPr>
          <a:xfrm>
            <a:off x="506095" y="1261110"/>
            <a:ext cx="11263630" cy="649605"/>
            <a:chOff x="-3197" y="3732"/>
            <a:chExt cx="17738" cy="1201"/>
          </a:xfrm>
        </p:grpSpPr>
        <p:sp>
          <p:nvSpPr>
            <p:cNvPr id="13" name="文本框 12"/>
            <p:cNvSpPr txBox="1"/>
            <p:nvPr/>
          </p:nvSpPr>
          <p:spPr>
            <a:xfrm>
              <a:off x="-3197" y="3994"/>
              <a:ext cx="17649" cy="765"/>
            </a:xfrm>
            <a:prstGeom prst="rect">
              <a:avLst/>
            </a:prstGeom>
            <a:noFill/>
          </p:spPr>
          <p:txBody>
            <a:bodyPr wrap="square" rtlCol="0" anchor="t">
              <a:spAutoFit/>
            </a:bodyPr>
            <a:lstStyle/>
            <a:p>
              <a:pPr marL="0" marR="0" lvl="0" indent="0" algn="ctr" defTabSz="914400" rtl="0" eaLnBrk="1" fontAlgn="auto" latinLnBrk="0" hangingPunct="1">
                <a:lnSpc>
                  <a:spcPts val="252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B8975A"/>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你知道哪些交通工具？</a:t>
              </a:r>
              <a:endParaRPr kumimoji="0" lang="en-US" altLang="zh-CN" sz="2800" b="0" i="0" u="none" strike="noStrike" kern="1200" cap="none" spc="0" normalizeH="0" baseline="0" noProof="0" dirty="0">
                <a:ln>
                  <a:noFill/>
                </a:ln>
                <a:solidFill>
                  <a:srgbClr val="FFFFFF">
                    <a:lumMod val="65000"/>
                  </a:srgbClr>
                </a:solidFill>
                <a:effectLst/>
                <a:uLnTx/>
                <a:uFillTx/>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1" name="圆角矩形 20"/>
            <p:cNvSpPr/>
            <p:nvPr/>
          </p:nvSpPr>
          <p:spPr>
            <a:xfrm>
              <a:off x="-3197" y="3732"/>
              <a:ext cx="17738" cy="1201"/>
            </a:xfrm>
            <a:prstGeom prst="roundRect">
              <a:avLst/>
            </a:prstGeom>
            <a:noFill/>
            <a:ln w="19050">
              <a:solidFill>
                <a:srgbClr val="B8975A"/>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grpSp>
      <p:grpSp>
        <p:nvGrpSpPr>
          <p:cNvPr id="11" name="组合 10"/>
          <p:cNvGrpSpPr/>
          <p:nvPr/>
        </p:nvGrpSpPr>
        <p:grpSpPr>
          <a:xfrm>
            <a:off x="7674610" y="2628388"/>
            <a:ext cx="1833880" cy="1826772"/>
            <a:chOff x="13880" y="625"/>
            <a:chExt cx="5311" cy="5159"/>
          </a:xfrm>
        </p:grpSpPr>
        <p:pic>
          <p:nvPicPr>
            <p:cNvPr id="9" name="图片 8" descr="5a28ba769827e0.9835474515126186146232"/>
            <p:cNvPicPr>
              <a:picLocks noChangeAspect="1"/>
            </p:cNvPicPr>
            <p:nvPr/>
          </p:nvPicPr>
          <p:blipFill>
            <a:blip r:embed="rId5"/>
            <a:srcRect l="23338" t="17467" r="18680" b="20221"/>
            <a:stretch>
              <a:fillRect/>
            </a:stretch>
          </p:blipFill>
          <p:spPr>
            <a:xfrm>
              <a:off x="13880" y="625"/>
              <a:ext cx="5311" cy="5159"/>
            </a:xfrm>
            <a:prstGeom prst="ellipse">
              <a:avLst/>
            </a:prstGeom>
          </p:spPr>
        </p:pic>
        <p:sp>
          <p:nvSpPr>
            <p:cNvPr id="10" name="文本框 9"/>
            <p:cNvSpPr txBox="1"/>
            <p:nvPr/>
          </p:nvSpPr>
          <p:spPr>
            <a:xfrm>
              <a:off x="14169" y="2165"/>
              <a:ext cx="4642" cy="23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地铁</a:t>
              </a:r>
            </a:p>
          </p:txBody>
        </p:sp>
      </p:grpSp>
      <p:grpSp>
        <p:nvGrpSpPr>
          <p:cNvPr id="5" name="组合 4"/>
          <p:cNvGrpSpPr/>
          <p:nvPr/>
        </p:nvGrpSpPr>
        <p:grpSpPr>
          <a:xfrm>
            <a:off x="5131009" y="1979295"/>
            <a:ext cx="2058757" cy="1974215"/>
            <a:chOff x="13476" y="314"/>
            <a:chExt cx="5961" cy="5576"/>
          </a:xfrm>
        </p:grpSpPr>
        <p:pic>
          <p:nvPicPr>
            <p:cNvPr id="6" name="图片 5" descr="5a28ba769827e0.9835474515126186146232"/>
            <p:cNvPicPr>
              <a:picLocks noChangeAspect="1"/>
            </p:cNvPicPr>
            <p:nvPr/>
          </p:nvPicPr>
          <p:blipFill>
            <a:blip r:embed="rId5"/>
            <a:srcRect l="20593" t="13705" r="19080" b="18956"/>
            <a:stretch>
              <a:fillRect/>
            </a:stretch>
          </p:blipFill>
          <p:spPr>
            <a:xfrm>
              <a:off x="13628" y="314"/>
              <a:ext cx="5525" cy="5576"/>
            </a:xfrm>
            <a:prstGeom prst="ellipse">
              <a:avLst/>
            </a:prstGeom>
          </p:spPr>
        </p:pic>
        <p:sp>
          <p:nvSpPr>
            <p:cNvPr id="14" name="文本框 13"/>
            <p:cNvSpPr txBox="1"/>
            <p:nvPr/>
          </p:nvSpPr>
          <p:spPr>
            <a:xfrm>
              <a:off x="13476" y="2147"/>
              <a:ext cx="5961" cy="23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公交车</a:t>
              </a:r>
            </a:p>
          </p:txBody>
        </p:sp>
      </p:grpSp>
      <p:grpSp>
        <p:nvGrpSpPr>
          <p:cNvPr id="15" name="组合 14"/>
          <p:cNvGrpSpPr/>
          <p:nvPr/>
        </p:nvGrpSpPr>
        <p:grpSpPr>
          <a:xfrm>
            <a:off x="3303270" y="5023647"/>
            <a:ext cx="1827875" cy="1864198"/>
            <a:chOff x="13843" y="612"/>
            <a:chExt cx="5291" cy="5264"/>
          </a:xfrm>
        </p:grpSpPr>
        <p:pic>
          <p:nvPicPr>
            <p:cNvPr id="16" name="图片 15" descr="5a28ba769827e0.9835474515126186146232"/>
            <p:cNvPicPr>
              <a:picLocks noChangeAspect="1"/>
            </p:cNvPicPr>
            <p:nvPr/>
          </p:nvPicPr>
          <p:blipFill>
            <a:blip r:embed="rId5"/>
            <a:srcRect l="22938" t="17307" r="19303" b="19116"/>
            <a:stretch>
              <a:fillRect/>
            </a:stretch>
          </p:blipFill>
          <p:spPr>
            <a:xfrm>
              <a:off x="13843" y="612"/>
              <a:ext cx="5290" cy="5264"/>
            </a:xfrm>
            <a:prstGeom prst="rect">
              <a:avLst/>
            </a:prstGeom>
          </p:spPr>
        </p:pic>
        <p:sp>
          <p:nvSpPr>
            <p:cNvPr id="17" name="文本框 16"/>
            <p:cNvSpPr txBox="1"/>
            <p:nvPr/>
          </p:nvSpPr>
          <p:spPr>
            <a:xfrm>
              <a:off x="14055" y="2072"/>
              <a:ext cx="5079" cy="1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摩托车</a:t>
              </a:r>
            </a:p>
          </p:txBody>
        </p:sp>
      </p:grpSp>
      <p:grpSp>
        <p:nvGrpSpPr>
          <p:cNvPr id="8" name="组合 7"/>
          <p:cNvGrpSpPr/>
          <p:nvPr/>
        </p:nvGrpSpPr>
        <p:grpSpPr>
          <a:xfrm>
            <a:off x="299795" y="2148873"/>
            <a:ext cx="1897940" cy="1989422"/>
            <a:chOff x="13748" y="340"/>
            <a:chExt cx="5495" cy="5618"/>
          </a:xfrm>
        </p:grpSpPr>
        <p:pic>
          <p:nvPicPr>
            <p:cNvPr id="18" name="图片 17" descr="5a28ba769827e0.9835474515126186146232"/>
            <p:cNvPicPr>
              <a:picLocks noChangeAspect="1"/>
            </p:cNvPicPr>
            <p:nvPr/>
          </p:nvPicPr>
          <p:blipFill>
            <a:blip r:embed="rId5"/>
            <a:srcRect l="22745" t="14009" r="18101" b="18140"/>
            <a:stretch>
              <a:fillRect/>
            </a:stretch>
          </p:blipFill>
          <p:spPr>
            <a:xfrm>
              <a:off x="13825" y="340"/>
              <a:ext cx="5418" cy="5618"/>
            </a:xfrm>
            <a:prstGeom prst="ellipse">
              <a:avLst/>
            </a:prstGeom>
          </p:spPr>
        </p:pic>
        <p:sp>
          <p:nvSpPr>
            <p:cNvPr id="19" name="文本框 18"/>
            <p:cNvSpPr txBox="1"/>
            <p:nvPr/>
          </p:nvSpPr>
          <p:spPr>
            <a:xfrm>
              <a:off x="13748" y="1977"/>
              <a:ext cx="5493" cy="217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自行车</a:t>
              </a:r>
            </a:p>
          </p:txBody>
        </p:sp>
      </p:grpSp>
      <p:grpSp>
        <p:nvGrpSpPr>
          <p:cNvPr id="20" name="组合 19"/>
          <p:cNvGrpSpPr/>
          <p:nvPr/>
        </p:nvGrpSpPr>
        <p:grpSpPr>
          <a:xfrm>
            <a:off x="8314055" y="4889082"/>
            <a:ext cx="1826895" cy="1864143"/>
            <a:chOff x="13843" y="612"/>
            <a:chExt cx="5290" cy="5264"/>
          </a:xfrm>
        </p:grpSpPr>
        <p:pic>
          <p:nvPicPr>
            <p:cNvPr id="22" name="图片 21" descr="5a28ba769827e0.9835474515126186146232"/>
            <p:cNvPicPr>
              <a:picLocks noChangeAspect="1"/>
            </p:cNvPicPr>
            <p:nvPr/>
          </p:nvPicPr>
          <p:blipFill>
            <a:blip r:embed="rId5"/>
            <a:srcRect l="22938" t="17307" r="19303" b="19116"/>
            <a:stretch>
              <a:fillRect/>
            </a:stretch>
          </p:blipFill>
          <p:spPr>
            <a:xfrm>
              <a:off x="13843" y="612"/>
              <a:ext cx="5290" cy="5264"/>
            </a:xfrm>
            <a:prstGeom prst="rect">
              <a:avLst/>
            </a:prstGeom>
          </p:spPr>
        </p:pic>
        <p:sp>
          <p:nvSpPr>
            <p:cNvPr id="23" name="文本框 22"/>
            <p:cNvSpPr txBox="1"/>
            <p:nvPr/>
          </p:nvSpPr>
          <p:spPr>
            <a:xfrm>
              <a:off x="13843" y="1933"/>
              <a:ext cx="5286" cy="23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轮船</a:t>
              </a:r>
            </a:p>
          </p:txBody>
        </p:sp>
      </p:grpSp>
      <p:grpSp>
        <p:nvGrpSpPr>
          <p:cNvPr id="24" name="组合 23"/>
          <p:cNvGrpSpPr/>
          <p:nvPr/>
        </p:nvGrpSpPr>
        <p:grpSpPr>
          <a:xfrm>
            <a:off x="2642251" y="2246630"/>
            <a:ext cx="1938006" cy="1989455"/>
            <a:chOff x="13689" y="340"/>
            <a:chExt cx="5611" cy="5618"/>
          </a:xfrm>
        </p:grpSpPr>
        <p:pic>
          <p:nvPicPr>
            <p:cNvPr id="25" name="图片 24" descr="5a28ba769827e0.9835474515126186146232"/>
            <p:cNvPicPr>
              <a:picLocks noChangeAspect="1"/>
            </p:cNvPicPr>
            <p:nvPr/>
          </p:nvPicPr>
          <p:blipFill>
            <a:blip r:embed="rId5"/>
            <a:srcRect l="22745" t="14009" r="18101" b="18140"/>
            <a:stretch>
              <a:fillRect/>
            </a:stretch>
          </p:blipFill>
          <p:spPr>
            <a:xfrm>
              <a:off x="13825" y="340"/>
              <a:ext cx="5418" cy="5618"/>
            </a:xfrm>
            <a:prstGeom prst="ellipse">
              <a:avLst/>
            </a:prstGeom>
          </p:spPr>
        </p:pic>
        <p:sp>
          <p:nvSpPr>
            <p:cNvPr id="26" name="文本框 25"/>
            <p:cNvSpPr txBox="1"/>
            <p:nvPr/>
          </p:nvSpPr>
          <p:spPr>
            <a:xfrm>
              <a:off x="13689" y="2110"/>
              <a:ext cx="5611" cy="217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私家车</a:t>
              </a:r>
            </a:p>
          </p:txBody>
        </p:sp>
      </p:grpSp>
      <p:grpSp>
        <p:nvGrpSpPr>
          <p:cNvPr id="28" name="组合 27"/>
          <p:cNvGrpSpPr/>
          <p:nvPr/>
        </p:nvGrpSpPr>
        <p:grpSpPr>
          <a:xfrm>
            <a:off x="934795" y="4309143"/>
            <a:ext cx="1897940" cy="1989422"/>
            <a:chOff x="13748" y="340"/>
            <a:chExt cx="5495" cy="5618"/>
          </a:xfrm>
        </p:grpSpPr>
        <p:pic>
          <p:nvPicPr>
            <p:cNvPr id="29" name="图片 28" descr="5a28ba769827e0.9835474515126186146232"/>
            <p:cNvPicPr>
              <a:picLocks noChangeAspect="1"/>
            </p:cNvPicPr>
            <p:nvPr/>
          </p:nvPicPr>
          <p:blipFill>
            <a:blip r:embed="rId5"/>
            <a:srcRect l="22745" t="14009" r="18101" b="18140"/>
            <a:stretch>
              <a:fillRect/>
            </a:stretch>
          </p:blipFill>
          <p:spPr>
            <a:xfrm>
              <a:off x="13825" y="340"/>
              <a:ext cx="5418" cy="5618"/>
            </a:xfrm>
            <a:prstGeom prst="ellipse">
              <a:avLst/>
            </a:prstGeom>
          </p:spPr>
        </p:pic>
        <p:sp>
          <p:nvSpPr>
            <p:cNvPr id="30" name="文本框 29"/>
            <p:cNvSpPr txBox="1"/>
            <p:nvPr/>
          </p:nvSpPr>
          <p:spPr>
            <a:xfrm>
              <a:off x="13748" y="1977"/>
              <a:ext cx="5493" cy="23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火车</a:t>
              </a:r>
            </a:p>
          </p:txBody>
        </p:sp>
      </p:grpSp>
      <p:grpSp>
        <p:nvGrpSpPr>
          <p:cNvPr id="35" name="组合 34"/>
          <p:cNvGrpSpPr/>
          <p:nvPr/>
        </p:nvGrpSpPr>
        <p:grpSpPr>
          <a:xfrm>
            <a:off x="5624404" y="4269740"/>
            <a:ext cx="2058757" cy="1974215"/>
            <a:chOff x="13476" y="314"/>
            <a:chExt cx="5961" cy="5576"/>
          </a:xfrm>
        </p:grpSpPr>
        <p:pic>
          <p:nvPicPr>
            <p:cNvPr id="36" name="图片 35" descr="5a28ba769827e0.9835474515126186146232"/>
            <p:cNvPicPr>
              <a:picLocks noChangeAspect="1"/>
            </p:cNvPicPr>
            <p:nvPr/>
          </p:nvPicPr>
          <p:blipFill>
            <a:blip r:embed="rId5"/>
            <a:srcRect l="20593" t="13705" r="19080" b="18956"/>
            <a:stretch>
              <a:fillRect/>
            </a:stretch>
          </p:blipFill>
          <p:spPr>
            <a:xfrm>
              <a:off x="13628" y="314"/>
              <a:ext cx="5525" cy="5576"/>
            </a:xfrm>
            <a:prstGeom prst="ellipse">
              <a:avLst/>
            </a:prstGeom>
          </p:spPr>
        </p:pic>
        <p:sp>
          <p:nvSpPr>
            <p:cNvPr id="37" name="文本框 36"/>
            <p:cNvSpPr txBox="1"/>
            <p:nvPr/>
          </p:nvSpPr>
          <p:spPr>
            <a:xfrm>
              <a:off x="13476" y="2147"/>
              <a:ext cx="5961" cy="23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出租车</a:t>
              </a:r>
            </a:p>
          </p:txBody>
        </p:sp>
      </p:grpSp>
      <p:grpSp>
        <p:nvGrpSpPr>
          <p:cNvPr id="38" name="组合 37"/>
          <p:cNvGrpSpPr/>
          <p:nvPr/>
        </p:nvGrpSpPr>
        <p:grpSpPr>
          <a:xfrm>
            <a:off x="10175536" y="3198081"/>
            <a:ext cx="1833880" cy="1826772"/>
            <a:chOff x="13880" y="625"/>
            <a:chExt cx="5311" cy="5159"/>
          </a:xfrm>
        </p:grpSpPr>
        <p:pic>
          <p:nvPicPr>
            <p:cNvPr id="39" name="图片 38" descr="5a28ba769827e0.9835474515126186146232"/>
            <p:cNvPicPr>
              <a:picLocks noChangeAspect="1"/>
            </p:cNvPicPr>
            <p:nvPr/>
          </p:nvPicPr>
          <p:blipFill>
            <a:blip r:embed="rId5"/>
            <a:srcRect l="23338" t="17467" r="18680" b="20221"/>
            <a:stretch>
              <a:fillRect/>
            </a:stretch>
          </p:blipFill>
          <p:spPr>
            <a:xfrm>
              <a:off x="13880" y="625"/>
              <a:ext cx="5311" cy="5159"/>
            </a:xfrm>
            <a:prstGeom prst="ellipse">
              <a:avLst/>
            </a:prstGeom>
          </p:spPr>
        </p:pic>
        <p:sp>
          <p:nvSpPr>
            <p:cNvPr id="40" name="文本框 39"/>
            <p:cNvSpPr txBox="1"/>
            <p:nvPr/>
          </p:nvSpPr>
          <p:spPr>
            <a:xfrm>
              <a:off x="14169" y="2165"/>
              <a:ext cx="4642" cy="23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mn-cs"/>
                </a:rPr>
                <a:t>飞机</a:t>
              </a:r>
            </a:p>
          </p:txBody>
        </p:sp>
      </p:grpSp>
    </p:spTree>
    <p:custDataLst>
      <p:tags r:id="rId1"/>
    </p:custDataLst>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000"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Effect transition="in" filter="fade">
                                      <p:cBhvr>
                                        <p:cTn id="9" dur="1000"/>
                                        <p:tgtEl>
                                          <p:spTgt spid="11"/>
                                        </p:tgtEl>
                                      </p:cBhvr>
                                    </p:animEffect>
                                  </p:childTnLst>
                                </p:cTn>
                              </p:par>
                              <p:par>
                                <p:cTn id="10" presetID="53" presetClass="entr" presetSubtype="16" fill="hold" nodeType="withEffect">
                                  <p:stCondLst>
                                    <p:cond delay="200"/>
                                  </p:stCondLst>
                                  <p:childTnLst>
                                    <p:set>
                                      <p:cBhvr>
                                        <p:cTn id="11" dur="1000"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Effect transition="in" filter="fade">
                                      <p:cBhvr>
                                        <p:cTn id="14" dur="1000"/>
                                        <p:tgtEl>
                                          <p:spTgt spid="5"/>
                                        </p:tgtEl>
                                      </p:cBhvr>
                                    </p:animEffect>
                                  </p:childTnLst>
                                </p:cTn>
                              </p:par>
                              <p:par>
                                <p:cTn id="15" presetID="53" presetClass="entr" presetSubtype="16" fill="hold" nodeType="withEffect">
                                  <p:stCondLst>
                                    <p:cond delay="400"/>
                                  </p:stCondLst>
                                  <p:childTnLst>
                                    <p:set>
                                      <p:cBhvr>
                                        <p:cTn id="16" dur="1000" fill="hold">
                                          <p:stCondLst>
                                            <p:cond delay="0"/>
                                          </p:stCondLst>
                                        </p:cTn>
                                        <p:tgtEl>
                                          <p:spTgt spid="15"/>
                                        </p:tgtEl>
                                        <p:attrNameLst>
                                          <p:attrName>style.visibility</p:attrName>
                                        </p:attrNameLst>
                                      </p:cBhvr>
                                      <p:to>
                                        <p:strVal val="visible"/>
                                      </p:to>
                                    </p:set>
                                    <p:anim calcmode="lin" valueType="num">
                                      <p:cBhvr>
                                        <p:cTn id="17" dur="1000" fill="hold"/>
                                        <p:tgtEl>
                                          <p:spTgt spid="15"/>
                                        </p:tgtEl>
                                        <p:attrNameLst>
                                          <p:attrName>ppt_w</p:attrName>
                                        </p:attrNameLst>
                                      </p:cBhvr>
                                      <p:tavLst>
                                        <p:tav tm="0">
                                          <p:val>
                                            <p:fltVal val="0"/>
                                          </p:val>
                                        </p:tav>
                                        <p:tav tm="100000">
                                          <p:val>
                                            <p:strVal val="#ppt_w"/>
                                          </p:val>
                                        </p:tav>
                                      </p:tavLst>
                                    </p:anim>
                                    <p:anim calcmode="lin" valueType="num">
                                      <p:cBhvr>
                                        <p:cTn id="18" dur="1000" fill="hold"/>
                                        <p:tgtEl>
                                          <p:spTgt spid="15"/>
                                        </p:tgtEl>
                                        <p:attrNameLst>
                                          <p:attrName>ppt_h</p:attrName>
                                        </p:attrNameLst>
                                      </p:cBhvr>
                                      <p:tavLst>
                                        <p:tav tm="0">
                                          <p:val>
                                            <p:fltVal val="0"/>
                                          </p:val>
                                        </p:tav>
                                        <p:tav tm="100000">
                                          <p:val>
                                            <p:strVal val="#ppt_h"/>
                                          </p:val>
                                        </p:tav>
                                      </p:tavLst>
                                    </p:anim>
                                    <p:animEffect transition="in" filter="fade">
                                      <p:cBhvr>
                                        <p:cTn id="19" dur="1000"/>
                                        <p:tgtEl>
                                          <p:spTgt spid="15"/>
                                        </p:tgtEl>
                                      </p:cBhvr>
                                    </p:animEffect>
                                  </p:childTnLst>
                                </p:cTn>
                              </p:par>
                              <p:par>
                                <p:cTn id="20" presetID="53" presetClass="entr" presetSubtype="16" fill="hold" nodeType="withEffect">
                                  <p:stCondLst>
                                    <p:cond delay="1000"/>
                                  </p:stCondLst>
                                  <p:childTnLst>
                                    <p:set>
                                      <p:cBhvr>
                                        <p:cTn id="21" dur="1000" fill="hold">
                                          <p:stCondLst>
                                            <p:cond delay="0"/>
                                          </p:stCondLst>
                                        </p:cTn>
                                        <p:tgtEl>
                                          <p:spTgt spid="8"/>
                                        </p:tgtEl>
                                        <p:attrNameLst>
                                          <p:attrName>style.visibility</p:attrName>
                                        </p:attrNameLst>
                                      </p:cBhvr>
                                      <p:to>
                                        <p:strVal val="visible"/>
                                      </p:to>
                                    </p:set>
                                    <p:anim calcmode="lin" valueType="num">
                                      <p:cBhvr>
                                        <p:cTn id="22" dur="1000" fill="hold"/>
                                        <p:tgtEl>
                                          <p:spTgt spid="8"/>
                                        </p:tgtEl>
                                        <p:attrNameLst>
                                          <p:attrName>ppt_w</p:attrName>
                                        </p:attrNameLst>
                                      </p:cBhvr>
                                      <p:tavLst>
                                        <p:tav tm="0">
                                          <p:val>
                                            <p:fltVal val="0"/>
                                          </p:val>
                                        </p:tav>
                                        <p:tav tm="100000">
                                          <p:val>
                                            <p:strVal val="#ppt_w"/>
                                          </p:val>
                                        </p:tav>
                                      </p:tavLst>
                                    </p:anim>
                                    <p:anim calcmode="lin" valueType="num">
                                      <p:cBhvr>
                                        <p:cTn id="23" dur="1000" fill="hold"/>
                                        <p:tgtEl>
                                          <p:spTgt spid="8"/>
                                        </p:tgtEl>
                                        <p:attrNameLst>
                                          <p:attrName>ppt_h</p:attrName>
                                        </p:attrNameLst>
                                      </p:cBhvr>
                                      <p:tavLst>
                                        <p:tav tm="0">
                                          <p:val>
                                            <p:fltVal val="0"/>
                                          </p:val>
                                        </p:tav>
                                        <p:tav tm="100000">
                                          <p:val>
                                            <p:strVal val="#ppt_h"/>
                                          </p:val>
                                        </p:tav>
                                      </p:tavLst>
                                    </p:anim>
                                    <p:animEffect transition="in" filter="fade">
                                      <p:cBhvr>
                                        <p:cTn id="24" dur="1000"/>
                                        <p:tgtEl>
                                          <p:spTgt spid="8"/>
                                        </p:tgtEl>
                                      </p:cBhvr>
                                    </p:animEffect>
                                  </p:childTnLst>
                                </p:cTn>
                              </p:par>
                              <p:par>
                                <p:cTn id="25" presetID="53" presetClass="entr" presetSubtype="16" fill="hold" nodeType="withEffect">
                                  <p:stCondLst>
                                    <p:cond delay="1200"/>
                                  </p:stCondLst>
                                  <p:childTnLst>
                                    <p:set>
                                      <p:cBhvr>
                                        <p:cTn id="26" dur="1000" fill="hold">
                                          <p:stCondLst>
                                            <p:cond delay="0"/>
                                          </p:stCondLst>
                                        </p:cTn>
                                        <p:tgtEl>
                                          <p:spTgt spid="20"/>
                                        </p:tgtEl>
                                        <p:attrNameLst>
                                          <p:attrName>style.visibility</p:attrName>
                                        </p:attrNameLst>
                                      </p:cBhvr>
                                      <p:to>
                                        <p:strVal val="visible"/>
                                      </p:to>
                                    </p:set>
                                    <p:anim calcmode="lin" valueType="num">
                                      <p:cBhvr>
                                        <p:cTn id="27" dur="1000" fill="hold"/>
                                        <p:tgtEl>
                                          <p:spTgt spid="20"/>
                                        </p:tgtEl>
                                        <p:attrNameLst>
                                          <p:attrName>ppt_w</p:attrName>
                                        </p:attrNameLst>
                                      </p:cBhvr>
                                      <p:tavLst>
                                        <p:tav tm="0">
                                          <p:val>
                                            <p:fltVal val="0"/>
                                          </p:val>
                                        </p:tav>
                                        <p:tav tm="100000">
                                          <p:val>
                                            <p:strVal val="#ppt_w"/>
                                          </p:val>
                                        </p:tav>
                                      </p:tavLst>
                                    </p:anim>
                                    <p:anim calcmode="lin" valueType="num">
                                      <p:cBhvr>
                                        <p:cTn id="28" dur="1000" fill="hold"/>
                                        <p:tgtEl>
                                          <p:spTgt spid="20"/>
                                        </p:tgtEl>
                                        <p:attrNameLst>
                                          <p:attrName>ppt_h</p:attrName>
                                        </p:attrNameLst>
                                      </p:cBhvr>
                                      <p:tavLst>
                                        <p:tav tm="0">
                                          <p:val>
                                            <p:fltVal val="0"/>
                                          </p:val>
                                        </p:tav>
                                        <p:tav tm="100000">
                                          <p:val>
                                            <p:strVal val="#ppt_h"/>
                                          </p:val>
                                        </p:tav>
                                      </p:tavLst>
                                    </p:anim>
                                    <p:animEffect transition="in" filter="fade">
                                      <p:cBhvr>
                                        <p:cTn id="29" dur="1000"/>
                                        <p:tgtEl>
                                          <p:spTgt spid="20"/>
                                        </p:tgtEl>
                                      </p:cBhvr>
                                    </p:animEffect>
                                  </p:childTnLst>
                                </p:cTn>
                              </p:par>
                              <p:par>
                                <p:cTn id="30" presetID="53" presetClass="entr" presetSubtype="16" fill="hold" nodeType="withEffect">
                                  <p:stCondLst>
                                    <p:cond delay="1300"/>
                                  </p:stCondLst>
                                  <p:childTnLst>
                                    <p:set>
                                      <p:cBhvr>
                                        <p:cTn id="31" dur="1000" fill="hold">
                                          <p:stCondLst>
                                            <p:cond delay="0"/>
                                          </p:stCondLst>
                                        </p:cTn>
                                        <p:tgtEl>
                                          <p:spTgt spid="24"/>
                                        </p:tgtEl>
                                        <p:attrNameLst>
                                          <p:attrName>style.visibility</p:attrName>
                                        </p:attrNameLst>
                                      </p:cBhvr>
                                      <p:to>
                                        <p:strVal val="visible"/>
                                      </p:to>
                                    </p:set>
                                    <p:anim calcmode="lin" valueType="num">
                                      <p:cBhvr>
                                        <p:cTn id="32" dur="1000" fill="hold"/>
                                        <p:tgtEl>
                                          <p:spTgt spid="24"/>
                                        </p:tgtEl>
                                        <p:attrNameLst>
                                          <p:attrName>ppt_w</p:attrName>
                                        </p:attrNameLst>
                                      </p:cBhvr>
                                      <p:tavLst>
                                        <p:tav tm="0">
                                          <p:val>
                                            <p:fltVal val="0"/>
                                          </p:val>
                                        </p:tav>
                                        <p:tav tm="100000">
                                          <p:val>
                                            <p:strVal val="#ppt_w"/>
                                          </p:val>
                                        </p:tav>
                                      </p:tavLst>
                                    </p:anim>
                                    <p:anim calcmode="lin" valueType="num">
                                      <p:cBhvr>
                                        <p:cTn id="33" dur="1000" fill="hold"/>
                                        <p:tgtEl>
                                          <p:spTgt spid="24"/>
                                        </p:tgtEl>
                                        <p:attrNameLst>
                                          <p:attrName>ppt_h</p:attrName>
                                        </p:attrNameLst>
                                      </p:cBhvr>
                                      <p:tavLst>
                                        <p:tav tm="0">
                                          <p:val>
                                            <p:fltVal val="0"/>
                                          </p:val>
                                        </p:tav>
                                        <p:tav tm="100000">
                                          <p:val>
                                            <p:strVal val="#ppt_h"/>
                                          </p:val>
                                        </p:tav>
                                      </p:tavLst>
                                    </p:anim>
                                    <p:animEffect transition="in" filter="fade">
                                      <p:cBhvr>
                                        <p:cTn id="34" dur="1000"/>
                                        <p:tgtEl>
                                          <p:spTgt spid="24"/>
                                        </p:tgtEl>
                                      </p:cBhvr>
                                    </p:animEffect>
                                  </p:childTnLst>
                                </p:cTn>
                              </p:par>
                              <p:par>
                                <p:cTn id="35" presetID="53" presetClass="entr" presetSubtype="16" fill="hold" nodeType="withEffect">
                                  <p:stCondLst>
                                    <p:cond delay="1000"/>
                                  </p:stCondLst>
                                  <p:childTnLst>
                                    <p:set>
                                      <p:cBhvr>
                                        <p:cTn id="36" dur="1000" fill="hold">
                                          <p:stCondLst>
                                            <p:cond delay="0"/>
                                          </p:stCondLst>
                                        </p:cTn>
                                        <p:tgtEl>
                                          <p:spTgt spid="28"/>
                                        </p:tgtEl>
                                        <p:attrNameLst>
                                          <p:attrName>style.visibility</p:attrName>
                                        </p:attrNameLst>
                                      </p:cBhvr>
                                      <p:to>
                                        <p:strVal val="visible"/>
                                      </p:to>
                                    </p:set>
                                    <p:anim calcmode="lin" valueType="num">
                                      <p:cBhvr>
                                        <p:cTn id="37" dur="1000" fill="hold"/>
                                        <p:tgtEl>
                                          <p:spTgt spid="28"/>
                                        </p:tgtEl>
                                        <p:attrNameLst>
                                          <p:attrName>ppt_w</p:attrName>
                                        </p:attrNameLst>
                                      </p:cBhvr>
                                      <p:tavLst>
                                        <p:tav tm="0">
                                          <p:val>
                                            <p:fltVal val="0"/>
                                          </p:val>
                                        </p:tav>
                                        <p:tav tm="100000">
                                          <p:val>
                                            <p:strVal val="#ppt_w"/>
                                          </p:val>
                                        </p:tav>
                                      </p:tavLst>
                                    </p:anim>
                                    <p:anim calcmode="lin" valueType="num">
                                      <p:cBhvr>
                                        <p:cTn id="38" dur="1000" fill="hold"/>
                                        <p:tgtEl>
                                          <p:spTgt spid="28"/>
                                        </p:tgtEl>
                                        <p:attrNameLst>
                                          <p:attrName>ppt_h</p:attrName>
                                        </p:attrNameLst>
                                      </p:cBhvr>
                                      <p:tavLst>
                                        <p:tav tm="0">
                                          <p:val>
                                            <p:fltVal val="0"/>
                                          </p:val>
                                        </p:tav>
                                        <p:tav tm="100000">
                                          <p:val>
                                            <p:strVal val="#ppt_h"/>
                                          </p:val>
                                        </p:tav>
                                      </p:tavLst>
                                    </p:anim>
                                    <p:animEffect transition="in" filter="fade">
                                      <p:cBhvr>
                                        <p:cTn id="39" dur="1000"/>
                                        <p:tgtEl>
                                          <p:spTgt spid="28"/>
                                        </p:tgtEl>
                                      </p:cBhvr>
                                    </p:animEffect>
                                  </p:childTnLst>
                                </p:cTn>
                              </p:par>
                              <p:par>
                                <p:cTn id="40" presetID="53" presetClass="entr" presetSubtype="16" fill="hold" nodeType="withEffect">
                                  <p:stCondLst>
                                    <p:cond delay="200"/>
                                  </p:stCondLst>
                                  <p:childTnLst>
                                    <p:set>
                                      <p:cBhvr>
                                        <p:cTn id="41" dur="1000" fill="hold">
                                          <p:stCondLst>
                                            <p:cond delay="0"/>
                                          </p:stCondLst>
                                        </p:cTn>
                                        <p:tgtEl>
                                          <p:spTgt spid="35"/>
                                        </p:tgtEl>
                                        <p:attrNameLst>
                                          <p:attrName>style.visibility</p:attrName>
                                        </p:attrNameLst>
                                      </p:cBhvr>
                                      <p:to>
                                        <p:strVal val="visible"/>
                                      </p:to>
                                    </p:set>
                                    <p:anim calcmode="lin" valueType="num">
                                      <p:cBhvr>
                                        <p:cTn id="42" dur="1000" fill="hold"/>
                                        <p:tgtEl>
                                          <p:spTgt spid="35"/>
                                        </p:tgtEl>
                                        <p:attrNameLst>
                                          <p:attrName>ppt_w</p:attrName>
                                        </p:attrNameLst>
                                      </p:cBhvr>
                                      <p:tavLst>
                                        <p:tav tm="0">
                                          <p:val>
                                            <p:fltVal val="0"/>
                                          </p:val>
                                        </p:tav>
                                        <p:tav tm="100000">
                                          <p:val>
                                            <p:strVal val="#ppt_w"/>
                                          </p:val>
                                        </p:tav>
                                      </p:tavLst>
                                    </p:anim>
                                    <p:anim calcmode="lin" valueType="num">
                                      <p:cBhvr>
                                        <p:cTn id="43" dur="1000" fill="hold"/>
                                        <p:tgtEl>
                                          <p:spTgt spid="35"/>
                                        </p:tgtEl>
                                        <p:attrNameLst>
                                          <p:attrName>ppt_h</p:attrName>
                                        </p:attrNameLst>
                                      </p:cBhvr>
                                      <p:tavLst>
                                        <p:tav tm="0">
                                          <p:val>
                                            <p:fltVal val="0"/>
                                          </p:val>
                                        </p:tav>
                                        <p:tav tm="100000">
                                          <p:val>
                                            <p:strVal val="#ppt_h"/>
                                          </p:val>
                                        </p:tav>
                                      </p:tavLst>
                                    </p:anim>
                                    <p:animEffect transition="in" filter="fade">
                                      <p:cBhvr>
                                        <p:cTn id="44" dur="1000"/>
                                        <p:tgtEl>
                                          <p:spTgt spid="35"/>
                                        </p:tgtEl>
                                      </p:cBhvr>
                                    </p:animEffect>
                                  </p:childTnLst>
                                </p:cTn>
                              </p:par>
                              <p:par>
                                <p:cTn id="45" presetID="53" presetClass="entr" presetSubtype="16" fill="hold" nodeType="withEffect">
                                  <p:stCondLst>
                                    <p:cond delay="0"/>
                                  </p:stCondLst>
                                  <p:childTnLst>
                                    <p:set>
                                      <p:cBhvr>
                                        <p:cTn id="46" dur="1000" fill="hold">
                                          <p:stCondLst>
                                            <p:cond delay="0"/>
                                          </p:stCondLst>
                                        </p:cTn>
                                        <p:tgtEl>
                                          <p:spTgt spid="38"/>
                                        </p:tgtEl>
                                        <p:attrNameLst>
                                          <p:attrName>style.visibility</p:attrName>
                                        </p:attrNameLst>
                                      </p:cBhvr>
                                      <p:to>
                                        <p:strVal val="visible"/>
                                      </p:to>
                                    </p:set>
                                    <p:anim calcmode="lin" valueType="num">
                                      <p:cBhvr>
                                        <p:cTn id="47" dur="1000" fill="hold"/>
                                        <p:tgtEl>
                                          <p:spTgt spid="38"/>
                                        </p:tgtEl>
                                        <p:attrNameLst>
                                          <p:attrName>ppt_w</p:attrName>
                                        </p:attrNameLst>
                                      </p:cBhvr>
                                      <p:tavLst>
                                        <p:tav tm="0">
                                          <p:val>
                                            <p:fltVal val="0"/>
                                          </p:val>
                                        </p:tav>
                                        <p:tav tm="100000">
                                          <p:val>
                                            <p:strVal val="#ppt_w"/>
                                          </p:val>
                                        </p:tav>
                                      </p:tavLst>
                                    </p:anim>
                                    <p:anim calcmode="lin" valueType="num">
                                      <p:cBhvr>
                                        <p:cTn id="48" dur="1000" fill="hold"/>
                                        <p:tgtEl>
                                          <p:spTgt spid="38"/>
                                        </p:tgtEl>
                                        <p:attrNameLst>
                                          <p:attrName>ppt_h</p:attrName>
                                        </p:attrNameLst>
                                      </p:cBhvr>
                                      <p:tavLst>
                                        <p:tav tm="0">
                                          <p:val>
                                            <p:fltVal val="0"/>
                                          </p:val>
                                        </p:tav>
                                        <p:tav tm="100000">
                                          <p:val>
                                            <p:strVal val="#ppt_h"/>
                                          </p:val>
                                        </p:tav>
                                      </p:tavLst>
                                    </p:anim>
                                    <p:animEffect transition="in" filter="fade">
                                      <p:cBhvr>
                                        <p:cTn id="49"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hidden="1"/>
          <p:cNvGrpSpPr/>
          <p:nvPr/>
        </p:nvGrpSpPr>
        <p:grpSpPr>
          <a:xfrm>
            <a:off x="6093143" y="770255"/>
            <a:ext cx="4739005" cy="5817235"/>
            <a:chOff x="9628" y="1159"/>
            <a:chExt cx="7463"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26" name="文本框 25"/>
            <p:cNvSpPr txBox="1"/>
            <p:nvPr/>
          </p:nvSpPr>
          <p:spPr>
            <a:xfrm>
              <a:off x="9628" y="4441"/>
              <a:ext cx="7429" cy="2470"/>
            </a:xfrm>
            <a:prstGeom prst="rect">
              <a:avLst/>
            </a:prstGeom>
            <a:grpFill/>
            <a:ln>
              <a:solidFill>
                <a:srgbClr val="E2AEAB"/>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END</a:t>
              </a:r>
              <a:endParaRPr kumimoji="0" lang="en-US" sz="96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南</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方</a:t>
              </a:r>
              <a:endPar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复</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习</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着急"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zháo jí</a:t>
              </a:r>
              <a:r>
                <a:rPr kumimoji="0" sz="6000" b="0" i="0" u="none" strike="noStrike" kern="1200" cap="none" spc="0" normalizeH="0" baseline="0" noProof="0" dirty="0">
                  <a:ln>
                    <a:noFill/>
                  </a:ln>
                  <a:solidFill>
                    <a:srgbClr val="000000"/>
                  </a:solidFill>
                  <a:effectLst/>
                  <a:uLnTx/>
                  <a:uFillTx/>
                  <a:latin typeface="Arial" panose="020B0704020202020204"/>
                  <a:ea typeface="Arial" panose="020B0704020202020204"/>
                  <a:cs typeface="Arial" panose="020B0704020202020204"/>
                  <a:sym typeface="Arial" panose="020B0704020202020204"/>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着</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急</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adj. worried, anxious</a:t>
              </a:r>
            </a:p>
          </p:txBody>
        </p:sp>
      </p:grpSp>
      <p:grpSp>
        <p:nvGrpSpPr>
          <p:cNvPr id="34" name="最好"/>
          <p:cNvGrpSpPr/>
          <p:nvPr/>
        </p:nvGrpSpPr>
        <p:grpSpPr>
          <a:xfrm>
            <a:off x="6114733" y="735965"/>
            <a:ext cx="4739005" cy="5817235"/>
            <a:chOff x="9628" y="1159"/>
            <a:chExt cx="7463" cy="9161"/>
          </a:xfrm>
          <a:solidFill>
            <a:schemeClr val="accent5"/>
          </a:solidFill>
        </p:grpSpPr>
        <p:sp>
          <p:nvSpPr>
            <p:cNvPr id="35" name="圆角矩形 34"/>
            <p:cNvSpPr/>
            <p:nvPr/>
          </p:nvSpPr>
          <p:spPr>
            <a:xfrm>
              <a:off x="9663" y="1159"/>
              <a:ext cx="7428" cy="916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6" name="文本框 35"/>
            <p:cNvSpPr txBox="1"/>
            <p:nvPr/>
          </p:nvSpPr>
          <p:spPr>
            <a:xfrm>
              <a:off x="9628" y="3807"/>
              <a:ext cx="7429" cy="3974"/>
            </a:xfrm>
            <a:prstGeom prst="rect">
              <a:avLst/>
            </a:prstGeom>
            <a:grpFill/>
            <a:ln>
              <a:solidFill>
                <a:schemeClr val="accent5"/>
              </a:solidFill>
            </a:ln>
          </p:spPr>
          <p:txBody>
            <a:bodyPr wrap="square" rtlCol="0">
              <a:spAutoFit/>
            </a:bodyPr>
            <a:lstStyle/>
            <a:p>
              <a:pPr lvl="0" algn="ctr"/>
              <a:r>
                <a:rPr lang="en-US" sz="54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dùn</a:t>
              </a:r>
              <a:endParaRPr lang="en-US" sz="5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顿</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m. used for meals</a:t>
              </a:r>
            </a:p>
          </p:txBody>
        </p:sp>
      </p:grpSp>
      <p:grpSp>
        <p:nvGrpSpPr>
          <p:cNvPr id="16" name="从来"/>
          <p:cNvGrpSpPr/>
          <p:nvPr/>
        </p:nvGrpSpPr>
        <p:grpSpPr>
          <a:xfrm>
            <a:off x="6144795" y="736818"/>
            <a:ext cx="4738370" cy="5817235"/>
            <a:chOff x="14031" y="13945"/>
            <a:chExt cx="7462" cy="9161"/>
          </a:xfrm>
          <a:solidFill>
            <a:srgbClr val="E2AEAB"/>
          </a:solidFill>
        </p:grpSpPr>
        <p:sp>
          <p:nvSpPr>
            <p:cNvPr id="18" name="圆角矩形 17"/>
            <p:cNvSpPr/>
            <p:nvPr/>
          </p:nvSpPr>
          <p:spPr>
            <a:xfrm>
              <a:off x="14031" y="13945"/>
              <a:ext cx="7428" cy="9161"/>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20" name="文本框 19"/>
            <p:cNvSpPr txBox="1"/>
            <p:nvPr/>
          </p:nvSpPr>
          <p:spPr>
            <a:xfrm>
              <a:off x="14195" y="16348"/>
              <a:ext cx="7298" cy="4556"/>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lvl="0" algn="ctr"/>
              <a:r>
                <a:rPr lang="en-US" altLang="zh-CN" sz="5400" dirty="0" err="1">
                  <a:solidFill>
                    <a:srgbClr val="FFFFFF"/>
                  </a:solidFill>
                  <a:latin typeface="华文细黑" panose="02010600040101010101" pitchFamily="2" charset="-122"/>
                  <a:ea typeface="华文细黑" panose="02010600040101010101" pitchFamily="2" charset="-122"/>
                  <a:sym typeface="+mn-ea"/>
                </a:rPr>
                <a:t>lòu</a:t>
              </a:r>
              <a:endParaRPr lang="en-US" altLang="zh-CN" sz="5400" dirty="0">
                <a:solidFill>
                  <a:srgbClr val="FFFFFF"/>
                </a:solidFill>
                <a:latin typeface="华文细黑" panose="02010600040101010101" pitchFamily="2" charset="-122"/>
                <a:ea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漏</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v</a:t>
              </a:r>
              <a:r>
                <a:rPr lang="en-US"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 (of a container) to leak</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grpSp>
        <p:nvGrpSpPr>
          <p:cNvPr id="2" name="开玩笑"/>
          <p:cNvGrpSpPr/>
          <p:nvPr/>
        </p:nvGrpSpPr>
        <p:grpSpPr>
          <a:xfrm>
            <a:off x="6125620" y="703579"/>
            <a:ext cx="4739005" cy="5817235"/>
            <a:chOff x="11698" y="9567"/>
            <a:chExt cx="7463" cy="9161"/>
          </a:xfrm>
          <a:solidFill>
            <a:srgbClr val="E2AEAB"/>
          </a:solidFill>
        </p:grpSpPr>
        <p:sp>
          <p:nvSpPr>
            <p:cNvPr id="3" name="圆角矩形 2"/>
            <p:cNvSpPr/>
            <p:nvPr/>
          </p:nvSpPr>
          <p:spPr>
            <a:xfrm>
              <a:off x="11733" y="9567"/>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 name="文本框 3"/>
            <p:cNvSpPr txBox="1"/>
            <p:nvPr/>
          </p:nvSpPr>
          <p:spPr>
            <a:xfrm>
              <a:off x="11698" y="12093"/>
              <a:ext cx="7429" cy="3974"/>
            </a:xfrm>
            <a:prstGeom prst="rect">
              <a:avLst/>
            </a:prstGeom>
            <a:grpFill/>
            <a:ln>
              <a:solidFill>
                <a:srgbClr val="E2AEAB"/>
              </a:solidFill>
            </a:ln>
          </p:spPr>
          <p:txBody>
            <a:bodyPr wrap="square" rtlCol="0">
              <a:spAutoFit/>
            </a:bodyPr>
            <a:lstStyle/>
            <a:p>
              <a:pPr lvl="0" algn="ctr"/>
              <a:r>
                <a:rPr lang="en-US" sz="54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diào</a:t>
              </a:r>
              <a:endParaRPr lang="en-US" sz="5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钓</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adv. to fish with a hook and line</a:t>
              </a:r>
            </a:p>
          </p:txBody>
        </p:sp>
      </p:grpSp>
      <p:grpSp>
        <p:nvGrpSpPr>
          <p:cNvPr id="29" name="游戏-有问题不显示"/>
          <p:cNvGrpSpPr/>
          <p:nvPr/>
        </p:nvGrpSpPr>
        <p:grpSpPr>
          <a:xfrm>
            <a:off x="6105669" y="742619"/>
            <a:ext cx="4779358" cy="5817235"/>
            <a:chOff x="13156" y="1735"/>
            <a:chExt cx="7463" cy="9161"/>
          </a:xfrm>
          <a:solidFill>
            <a:srgbClr val="E2AEAB"/>
          </a:solidFill>
        </p:grpSpPr>
        <p:sp>
          <p:nvSpPr>
            <p:cNvPr id="30" name="圆角矩形 29"/>
            <p:cNvSpPr/>
            <p:nvPr/>
          </p:nvSpPr>
          <p:spPr>
            <a:xfrm>
              <a:off x="13191" y="1735"/>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1" name="文本框 30"/>
            <p:cNvSpPr txBox="1"/>
            <p:nvPr/>
          </p:nvSpPr>
          <p:spPr>
            <a:xfrm>
              <a:off x="13156" y="4163"/>
              <a:ext cx="7429" cy="3974"/>
            </a:xfrm>
            <a:prstGeom prst="rect">
              <a:avLst/>
            </a:prstGeom>
            <a:grpFill/>
            <a:ln>
              <a:solidFill>
                <a:srgbClr val="E2AEAB"/>
              </a:solidFill>
            </a:ln>
          </p:spPr>
          <p:txBody>
            <a:bodyPr wrap="square" rtlCol="0">
              <a:spAutoFit/>
            </a:bodyPr>
            <a:lstStyle/>
            <a:p>
              <a:pPr lvl="0" algn="ctr"/>
              <a:r>
                <a:rPr lang="en-US" altLang="zh-CN" sz="54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zhuàng</a:t>
              </a:r>
              <a:endParaRPr lang="en-US" altLang="zh-CN" sz="5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撞</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v. to bump against</a:t>
              </a:r>
            </a:p>
          </p:txBody>
        </p:sp>
      </p:grpSp>
      <p:sp>
        <p:nvSpPr>
          <p:cNvPr id="24" name="文本框 7"/>
          <p:cNvSpPr txBox="1"/>
          <p:nvPr/>
        </p:nvSpPr>
        <p:spPr>
          <a:xfrm>
            <a:off x="166805" y="214290"/>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生词</a:t>
            </a:r>
          </a:p>
        </p:txBody>
      </p:sp>
      <p:sp>
        <p:nvSpPr>
          <p:cNvPr id="7" name="文本框 7"/>
          <p:cNvSpPr txBox="1"/>
          <p:nvPr/>
        </p:nvSpPr>
        <p:spPr>
          <a:xfrm>
            <a:off x="238243" y="702214"/>
            <a:ext cx="1282065"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rPr>
              <a:t>New Word</a:t>
            </a:r>
          </a:p>
        </p:txBody>
      </p:sp>
      <p:grpSp>
        <p:nvGrpSpPr>
          <p:cNvPr id="23" name="幸福"/>
          <p:cNvGrpSpPr/>
          <p:nvPr/>
        </p:nvGrpSpPr>
        <p:grpSpPr>
          <a:xfrm>
            <a:off x="1338263" y="735965"/>
            <a:ext cx="4756150" cy="5817235"/>
            <a:chOff x="2106" y="1159"/>
            <a:chExt cx="7490" cy="9161"/>
          </a:xfrm>
        </p:grpSpPr>
        <p:sp>
          <p:nvSpPr>
            <p:cNvPr id="5" name="圆角矩形 4"/>
            <p:cNvSpPr/>
            <p:nvPr/>
          </p:nvSpPr>
          <p:spPr>
            <a:xfrm>
              <a:off x="2106" y="1159"/>
              <a:ext cx="7428" cy="9161"/>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7" name="文本框 16"/>
            <p:cNvSpPr txBox="1"/>
            <p:nvPr/>
          </p:nvSpPr>
          <p:spPr>
            <a:xfrm>
              <a:off x="2167" y="3349"/>
              <a:ext cx="7429" cy="6204"/>
            </a:xfrm>
            <a:prstGeom prst="rect">
              <a:avLst/>
            </a:prstGeom>
            <a:noFill/>
          </p:spPr>
          <p:txBody>
            <a:bodyPr wrap="square" rtlCol="0">
              <a:spAutoFit/>
            </a:bodyPr>
            <a:lstStyle/>
            <a:p>
              <a:pPr lvl="0" algn="ctr"/>
              <a:r>
                <a:rPr lang="en-US" altLang="zh-CN" sz="66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fēng</a:t>
              </a:r>
              <a:endParaRPr lang="en-US" altLang="zh-CN" sz="66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疯</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kern="100" dirty="0">
                  <a:solidFill>
                    <a:srgbClr val="FFFFFF"/>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be crazy, to go mad</a:t>
              </a:r>
            </a:p>
            <a:p>
              <a:pPr lvl="0" algn="ctr"/>
              <a:endPar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grpSp>
        <p:nvGrpSpPr>
          <p:cNvPr id="6" name="适合"/>
          <p:cNvGrpSpPr/>
          <p:nvPr/>
        </p:nvGrpSpPr>
        <p:grpSpPr>
          <a:xfrm>
            <a:off x="1302192" y="728204"/>
            <a:ext cx="4717415" cy="5817235"/>
            <a:chOff x="-3826" y="5416"/>
            <a:chExt cx="7429" cy="9161"/>
          </a:xfrm>
          <a:solidFill>
            <a:srgbClr val="558ED5"/>
          </a:solidFill>
        </p:grpSpPr>
        <p:sp>
          <p:nvSpPr>
            <p:cNvPr id="9" name="圆角矩形 8"/>
            <p:cNvSpPr/>
            <p:nvPr/>
          </p:nvSpPr>
          <p:spPr>
            <a:xfrm>
              <a:off x="-3825" y="5416"/>
              <a:ext cx="7428" cy="9161"/>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1" name="文本框 10"/>
            <p:cNvSpPr txBox="1"/>
            <p:nvPr/>
          </p:nvSpPr>
          <p:spPr>
            <a:xfrm>
              <a:off x="-3826" y="7719"/>
              <a:ext cx="7429" cy="4847"/>
            </a:xfrm>
            <a:prstGeom prst="rect">
              <a:avLst/>
            </a:prstGeom>
            <a:grpFill/>
            <a:ln>
              <a:solidFill>
                <a:srgbClr val="558ED5"/>
              </a:solidFill>
            </a:ln>
          </p:spPr>
          <p:txBody>
            <a:bodyPr wrap="square" rtlCol="0">
              <a:spAutoFit/>
            </a:bodyPr>
            <a:lstStyle/>
            <a:p>
              <a:pPr lvl="0" algn="ctr"/>
              <a:r>
                <a:rPr lang="en-US" sz="66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wù</a:t>
              </a:r>
              <a:endParaRPr lang="en-US" sz="66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勿</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adv. (used in imperative sentences) don’t</a:t>
              </a:r>
            </a:p>
          </p:txBody>
        </p:sp>
      </p:grpSp>
      <p:grpSp>
        <p:nvGrpSpPr>
          <p:cNvPr id="21" name="共同"/>
          <p:cNvGrpSpPr/>
          <p:nvPr/>
        </p:nvGrpSpPr>
        <p:grpSpPr>
          <a:xfrm>
            <a:off x="1316905" y="711059"/>
            <a:ext cx="4717415" cy="5817235"/>
            <a:chOff x="597" y="18950"/>
            <a:chExt cx="7429" cy="9161"/>
          </a:xfrm>
          <a:solidFill>
            <a:srgbClr val="558ED5"/>
          </a:solidFill>
        </p:grpSpPr>
        <p:sp>
          <p:nvSpPr>
            <p:cNvPr id="32" name="圆角矩形 31"/>
            <p:cNvSpPr/>
            <p:nvPr/>
          </p:nvSpPr>
          <p:spPr>
            <a:xfrm>
              <a:off x="597" y="18950"/>
              <a:ext cx="7428" cy="9161"/>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3" name="文本框 32"/>
            <p:cNvSpPr txBox="1"/>
            <p:nvPr/>
          </p:nvSpPr>
          <p:spPr>
            <a:xfrm>
              <a:off x="597" y="21378"/>
              <a:ext cx="7429" cy="4120"/>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altLang="zh-CN" sz="60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jī</a:t>
              </a:r>
              <a:endParaRPr lang="en-US" altLang="zh-CN" sz="60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击</a:t>
              </a:r>
              <a:endParaRPr lang="en-US" altLang="zh-CN" sz="80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hit, to strike</a:t>
              </a:r>
            </a:p>
          </p:txBody>
        </p:sp>
      </p:grpSp>
      <p:grpSp>
        <p:nvGrpSpPr>
          <p:cNvPr id="37" name="地图" hidden="1"/>
          <p:cNvGrpSpPr/>
          <p:nvPr/>
        </p:nvGrpSpPr>
        <p:grpSpPr>
          <a:xfrm>
            <a:off x="1337628" y="728206"/>
            <a:ext cx="4717415" cy="5817235"/>
            <a:chOff x="2106" y="1159"/>
            <a:chExt cx="7429" cy="9161"/>
          </a:xfrm>
          <a:solidFill>
            <a:schemeClr val="tx2">
              <a:lumMod val="60000"/>
              <a:lumOff val="40000"/>
            </a:schemeClr>
          </a:solidFill>
        </p:grpSpPr>
        <p:sp>
          <p:nvSpPr>
            <p:cNvPr id="38" name="圆角矩形 37"/>
            <p:cNvSpPr/>
            <p:nvPr/>
          </p:nvSpPr>
          <p:spPr>
            <a:xfrm>
              <a:off x="2106" y="1159"/>
              <a:ext cx="7428" cy="9161"/>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9" name="文本框 38"/>
            <p:cNvSpPr txBox="1"/>
            <p:nvPr/>
          </p:nvSpPr>
          <p:spPr>
            <a:xfrm>
              <a:off x="2106" y="3587"/>
              <a:ext cx="7429" cy="4603"/>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dì</a:t>
              </a:r>
              <a:r>
                <a:rPr kumimoji="0" lang="en-US"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 </a:t>
              </a:r>
              <a:r>
                <a:rPr kumimoji="0"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tú</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地</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图</a:t>
              </a:r>
            </a:p>
            <a:p>
              <a:pPr marL="0" marR="0" lvl="0" indent="0" algn="ctr" defTabSz="914400" rtl="0" eaLnBrk="1" fontAlgn="auto" latinLnBrk="0" hangingPunct="1">
                <a:lnSpc>
                  <a:spcPct val="100000"/>
                </a:lnSpc>
                <a:spcBef>
                  <a:spcPts val="0"/>
                </a:spcBef>
                <a:spcAft>
                  <a:spcPts val="0"/>
                </a:spcAft>
                <a:buClrTx/>
                <a:buSzTx/>
                <a:buFontTx/>
                <a:buNone/>
                <a:defRPr/>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map</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0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dài</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带</a:t>
              </a:r>
            </a:p>
            <a:p>
              <a:pPr marL="0" marR="0" lvl="0" indent="0" algn="ctr" defTabSz="914400" rtl="0" eaLnBrk="1" fontAlgn="auto" latinLnBrk="0" hangingPunct="1">
                <a:lnSpc>
                  <a:spcPct val="100000"/>
                </a:lnSpc>
                <a:spcBef>
                  <a:spcPts val="0"/>
                </a:spcBef>
                <a:spcAft>
                  <a:spcPts val="0"/>
                </a:spcAft>
                <a:buClrTx/>
                <a:buSzTx/>
                <a:buFontTx/>
                <a:buNone/>
                <a:defRPr sz="1800"/>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v. to take along, to bring</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miàn</a:t>
              </a:r>
              <a:r>
                <a:rPr kumimoji="0" lang="en-US"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 </a:t>
              </a:r>
              <a:r>
                <a:rPr kumimoji="0"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bāo</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面</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包</a:t>
              </a:r>
            </a:p>
            <a:p>
              <a:pPr marL="0" marR="0" lvl="0" indent="0" algn="ctr" defTabSz="914400" rtl="0" eaLnBrk="1" fontAlgn="auto" latinLnBrk="0" hangingPunct="1">
                <a:lnSpc>
                  <a:spcPct val="100000"/>
                </a:lnSpc>
                <a:spcBef>
                  <a:spcPts val="0"/>
                </a:spcBef>
                <a:spcAft>
                  <a:spcPts val="0"/>
                </a:spcAft>
                <a:buClrTx/>
                <a:buSzTx/>
                <a:buFontTx/>
                <a:buNone/>
                <a:defRPr/>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bread</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běi</a:t>
              </a:r>
              <a:r>
                <a:rPr kumimoji="0" lang="en-US"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 </a:t>
              </a:r>
              <a:r>
                <a:rPr kumimoji="0"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fānɡ</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北</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方</a:t>
              </a:r>
            </a:p>
            <a:p>
              <a:pPr marL="0" marR="0" lvl="0" indent="0" algn="ctr" defTabSz="914400" rtl="0" eaLnBrk="1" fontAlgn="auto" latinLnBrk="0" hangingPunct="1">
                <a:lnSpc>
                  <a:spcPct val="100000"/>
                </a:lnSpc>
                <a:spcBef>
                  <a:spcPts val="0"/>
                </a:spcBef>
                <a:spcAft>
                  <a:spcPts val="0"/>
                </a:spcAft>
                <a:buClrTx/>
                <a:buSzTx/>
                <a:buFontTx/>
                <a:buNone/>
                <a:defRPr sz="1800"/>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north, northern part</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6" name="组合 75"/>
          <p:cNvGrpSpPr/>
          <p:nvPr/>
        </p:nvGrpSpPr>
        <p:grpSpPr>
          <a:xfrm>
            <a:off x="1312702" y="743254"/>
            <a:ext cx="4716780" cy="5816600"/>
            <a:chOff x="2107" y="1159"/>
            <a:chExt cx="7428" cy="9160"/>
          </a:xfrm>
        </p:grpSpPr>
        <p:sp>
          <p:nvSpPr>
            <p:cNvPr id="74" name="圆角矩形 73"/>
            <p:cNvSpPr/>
            <p:nvPr/>
          </p:nvSpPr>
          <p:spPr>
            <a:xfrm>
              <a:off x="2107" y="1159"/>
              <a:ext cx="7428" cy="9161"/>
            </a:xfrm>
            <a:prstGeom prst="roundRect">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pic>
          <p:nvPicPr>
            <p:cNvPr id="19" name="图片 18" descr="1"/>
            <p:cNvPicPr>
              <a:picLocks noChangeAspect="1"/>
            </p:cNvPicPr>
            <p:nvPr/>
          </p:nvPicPr>
          <p:blipFill>
            <a:blip r:embed="rId3"/>
            <a:stretch>
              <a:fillRect/>
            </a:stretch>
          </p:blipFill>
          <p:spPr>
            <a:xfrm>
              <a:off x="3372" y="3070"/>
              <a:ext cx="4898" cy="4898"/>
            </a:xfrm>
            <a:prstGeom prst="rect">
              <a:avLst/>
            </a:prstGeom>
          </p:spPr>
        </p:pic>
      </p:grpSp>
      <p:grpSp>
        <p:nvGrpSpPr>
          <p:cNvPr id="15" name="组合 14"/>
          <p:cNvGrpSpPr/>
          <p:nvPr/>
        </p:nvGrpSpPr>
        <p:grpSpPr>
          <a:xfrm>
            <a:off x="5628323" y="1699260"/>
            <a:ext cx="935990" cy="4041140"/>
            <a:chOff x="8862" y="2676"/>
            <a:chExt cx="1474" cy="6364"/>
          </a:xfrm>
        </p:grpSpPr>
        <p:sp>
          <p:nvSpPr>
            <p:cNvPr id="10" name="空心弧 9"/>
            <p:cNvSpPr/>
            <p:nvPr/>
          </p:nvSpPr>
          <p:spPr>
            <a:xfrm>
              <a:off x="8862" y="267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2" name="空心弧 11"/>
            <p:cNvSpPr/>
            <p:nvPr/>
          </p:nvSpPr>
          <p:spPr>
            <a:xfrm>
              <a:off x="8862" y="4571"/>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3" name="空心弧 12"/>
            <p:cNvSpPr/>
            <p:nvPr/>
          </p:nvSpPr>
          <p:spPr>
            <a:xfrm>
              <a:off x="8862" y="646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4" name="空心弧 13"/>
            <p:cNvSpPr/>
            <p:nvPr/>
          </p:nvSpPr>
          <p:spPr>
            <a:xfrm>
              <a:off x="8862" y="8248"/>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xit" presetSubtype="8" fill="hold" nodeType="clickEffect">
                                  <p:stCondLst>
                                    <p:cond delay="0"/>
                                  </p:stCondLst>
                                  <p:childTnLst>
                                    <p:anim calcmode="lin" valueType="num">
                                      <p:cBhvr additive="base">
                                        <p:cTn id="10" dur="500"/>
                                        <p:tgtEl>
                                          <p:spTgt spid="29"/>
                                        </p:tgtEl>
                                        <p:attrNameLst>
                                          <p:attrName>ppt_x</p:attrName>
                                        </p:attrNameLst>
                                      </p:cBhvr>
                                      <p:tavLst>
                                        <p:tav tm="0">
                                          <p:val>
                                            <p:strVal val="ppt_x"/>
                                          </p:val>
                                        </p:tav>
                                        <p:tav tm="100000">
                                          <p:val>
                                            <p:strVal val="ppt_x-ppt_w/2"/>
                                          </p:val>
                                        </p:tav>
                                      </p:tavLst>
                                    </p:anim>
                                    <p:anim calcmode="lin" valueType="num">
                                      <p:cBhvr additive="base">
                                        <p:cTn id="11" dur="500"/>
                                        <p:tgtEl>
                                          <p:spTgt spid="29"/>
                                        </p:tgtEl>
                                        <p:attrNameLst>
                                          <p:attrName>ppt_y</p:attrName>
                                        </p:attrNameLst>
                                      </p:cBhvr>
                                      <p:tavLst>
                                        <p:tav tm="0">
                                          <p:val>
                                            <p:strVal val="ppt_y"/>
                                          </p:val>
                                        </p:tav>
                                        <p:tav tm="100000">
                                          <p:val>
                                            <p:strVal val="ppt_y"/>
                                          </p:val>
                                        </p:tav>
                                      </p:tavLst>
                                    </p:anim>
                                    <p:anim calcmode="lin" valueType="num">
                                      <p:cBhvr additive="base">
                                        <p:cTn id="12" dur="500"/>
                                        <p:tgtEl>
                                          <p:spTgt spid="29"/>
                                        </p:tgtEl>
                                        <p:attrNameLst>
                                          <p:attrName>ppt_w</p:attrName>
                                        </p:attrNameLst>
                                      </p:cBhvr>
                                      <p:tavLst>
                                        <p:tav tm="0">
                                          <p:val>
                                            <p:strVal val="ppt_w"/>
                                          </p:val>
                                        </p:tav>
                                        <p:tav tm="100000">
                                          <p:val>
                                            <p:fltVal val="0"/>
                                          </p:val>
                                        </p:tav>
                                      </p:tavLst>
                                    </p:anim>
                                    <p:anim calcmode="lin" valueType="num">
                                      <p:cBhvr additive="base">
                                        <p:cTn id="13" dur="500"/>
                                        <p:tgtEl>
                                          <p:spTgt spid="29"/>
                                        </p:tgtEl>
                                        <p:attrNameLst>
                                          <p:attrName>ppt_h</p:attrName>
                                        </p:attrNameLst>
                                      </p:cBhvr>
                                      <p:tavLst>
                                        <p:tav tm="0">
                                          <p:val>
                                            <p:strVal val="ppt_h"/>
                                          </p:val>
                                        </p:tav>
                                        <p:tav tm="100000">
                                          <p:val>
                                            <p:strVal val="ppt_h"/>
                                          </p:val>
                                        </p:tav>
                                      </p:tavLst>
                                    </p:anim>
                                    <p:set>
                                      <p:cBhvr additive="base">
                                        <p:cTn id="14"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9"/>
                                            </p:cond>
                                          </p:stCondLst>
                                          <p:endCondLst>
                                            <p:cond evt="onStopAudio" delay="0">
                                              <p:tgtEl>
                                                <p:sldTgt/>
                                              </p:tgtEl>
                                            </p:cond>
                                          </p:endCondLst>
                                        </p:cTn>
                                        <p:tgtEl>
                                          <p:sndTgt r:embed="rId2" name="翻书声.wav"/>
                                        </p:tgtEl>
                                      </p:cMediaNode>
                                    </p:audio>
                                  </p:subTnLst>
                                </p:cTn>
                              </p:par>
                            </p:childTnLst>
                          </p:cTn>
                        </p:par>
                        <p:par>
                          <p:cTn id="15" fill="hold">
                            <p:stCondLst>
                              <p:cond delay="500"/>
                            </p:stCondLst>
                            <p:childTnLst>
                              <p:par>
                                <p:cTn id="16" presetID="17" presetClass="entr" presetSubtype="2" fill="hold" nodeType="afterEffect">
                                  <p:stCondLst>
                                    <p:cond delay="0"/>
                                  </p:stCondLst>
                                  <p:childTnLst>
                                    <p:set>
                                      <p:cBhvr additive="base">
                                        <p:cTn id="17" dur="500" fill="hold">
                                          <p:stCondLst>
                                            <p:cond delay="0"/>
                                          </p:stCondLst>
                                        </p:cTn>
                                        <p:tgtEl>
                                          <p:spTgt spid="23"/>
                                        </p:tgtEl>
                                        <p:attrNameLst>
                                          <p:attrName>style.visibility</p:attrName>
                                        </p:attrNameLst>
                                      </p:cBhvr>
                                      <p:to>
                                        <p:strVal val="visible"/>
                                      </p:to>
                                    </p:set>
                                    <p:anim calcmode="lin" valueType="num">
                                      <p:cBhvr additive="base">
                                        <p:cTn id="18" dur="500" fill="hold"/>
                                        <p:tgtEl>
                                          <p:spTgt spid="23"/>
                                        </p:tgtEl>
                                        <p:attrNameLst>
                                          <p:attrName>ppt_x</p:attrName>
                                        </p:attrNameLst>
                                      </p:cBhvr>
                                      <p:tavLst>
                                        <p:tav tm="0">
                                          <p:val>
                                            <p:strVal val="#ppt_x+#ppt_w/2"/>
                                          </p:val>
                                        </p:tav>
                                        <p:tav tm="100000">
                                          <p:val>
                                            <p:strVal val="#ppt_x"/>
                                          </p:val>
                                        </p:tav>
                                      </p:tavLst>
                                    </p:anim>
                                    <p:anim calcmode="lin" valueType="num">
                                      <p:cBhvr additive="base">
                                        <p:cTn id="19" dur="500" fill="hold"/>
                                        <p:tgtEl>
                                          <p:spTgt spid="23"/>
                                        </p:tgtEl>
                                        <p:attrNameLst>
                                          <p:attrName>ppt_y</p:attrName>
                                        </p:attrNameLst>
                                      </p:cBhvr>
                                      <p:tavLst>
                                        <p:tav tm="0">
                                          <p:val>
                                            <p:strVal val="#ppt_y"/>
                                          </p:val>
                                        </p:tav>
                                        <p:tav tm="100000">
                                          <p:val>
                                            <p:strVal val="#ppt_y"/>
                                          </p:val>
                                        </p:tav>
                                      </p:tavLst>
                                    </p:anim>
                                    <p:anim calcmode="lin" valueType="num">
                                      <p:cBhvr additive="base">
                                        <p:cTn id="20" dur="500" fill="hold"/>
                                        <p:tgtEl>
                                          <p:spTgt spid="23"/>
                                        </p:tgtEl>
                                        <p:attrNameLst>
                                          <p:attrName>ppt_w</p:attrName>
                                        </p:attrNameLst>
                                      </p:cBhvr>
                                      <p:tavLst>
                                        <p:tav tm="0">
                                          <p:val>
                                            <p:fltVal val="0"/>
                                          </p:val>
                                        </p:tav>
                                        <p:tav tm="100000">
                                          <p:val>
                                            <p:strVal val="#ppt_w"/>
                                          </p:val>
                                        </p:tav>
                                      </p:tavLst>
                                    </p:anim>
                                    <p:anim calcmode="lin" valueType="num">
                                      <p:cBhvr additive="base">
                                        <p:cTn id="21" dur="500" fill="hold"/>
                                        <p:tgtEl>
                                          <p:spTgt spid="23"/>
                                        </p:tgtEl>
                                        <p:attrNameLst>
                                          <p:attrName>ppt_h</p:attrName>
                                        </p:attrNameLst>
                                      </p:cBhvr>
                                      <p:tavLst>
                                        <p:tav tm="0">
                                          <p:val>
                                            <p:strVal val="#ppt_h"/>
                                          </p:val>
                                        </p:tav>
                                        <p:tav tm="100000">
                                          <p:val>
                                            <p:strVal val="#ppt_h"/>
                                          </p:val>
                                        </p:tav>
                                      </p:tavLst>
                                    </p:anim>
                                  </p:childTnLst>
                                </p:cTn>
                              </p:par>
                              <p:par>
                                <p:cTn id="22" presetID="17" presetClass="entr" presetSubtype="2" fill="hold" nodeType="withEffect">
                                  <p:stCondLst>
                                    <p:cond delay="0"/>
                                  </p:stCondLst>
                                  <p:childTnLst>
                                    <p:set>
                                      <p:cBhvr additive="base">
                                        <p:cTn id="23" dur="500"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ppt_x+#ppt_w/2"/>
                                          </p:val>
                                        </p:tav>
                                        <p:tav tm="100000">
                                          <p:val>
                                            <p:strVal val="#ppt_x"/>
                                          </p:val>
                                        </p:tav>
                                      </p:tavLst>
                                    </p:anim>
                                    <p:anim calcmode="lin" valueType="num">
                                      <p:cBhvr additive="base">
                                        <p:cTn id="25" dur="500" fill="hold"/>
                                        <p:tgtEl>
                                          <p:spTgt spid="15"/>
                                        </p:tgtEl>
                                        <p:attrNameLst>
                                          <p:attrName>ppt_y</p:attrName>
                                        </p:attrNameLst>
                                      </p:cBhvr>
                                      <p:tavLst>
                                        <p:tav tm="0">
                                          <p:val>
                                            <p:strVal val="#ppt_y"/>
                                          </p:val>
                                        </p:tav>
                                        <p:tav tm="100000">
                                          <p:val>
                                            <p:strVal val="#ppt_y"/>
                                          </p:val>
                                        </p:tav>
                                      </p:tavLst>
                                    </p:anim>
                                    <p:anim calcmode="lin" valueType="num">
                                      <p:cBhvr additive="base">
                                        <p:cTn id="26" dur="500" fill="hold"/>
                                        <p:tgtEl>
                                          <p:spTgt spid="15"/>
                                        </p:tgtEl>
                                        <p:attrNameLst>
                                          <p:attrName>ppt_w</p:attrName>
                                        </p:attrNameLst>
                                      </p:cBhvr>
                                      <p:tavLst>
                                        <p:tav tm="0">
                                          <p:val>
                                            <p:fltVal val="0"/>
                                          </p:val>
                                        </p:tav>
                                        <p:tav tm="100000">
                                          <p:val>
                                            <p:strVal val="#ppt_w"/>
                                          </p:val>
                                        </p:tav>
                                      </p:tavLst>
                                    </p:anim>
                                    <p:anim calcmode="lin" valueType="num">
                                      <p:cBhvr additive="base">
                                        <p:cTn id="27"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17" presetClass="exit" presetSubtype="8" fill="hold" nodeType="clickEffect">
                                  <p:stCondLst>
                                    <p:cond delay="0"/>
                                  </p:stCondLst>
                                  <p:childTnLst>
                                    <p:anim calcmode="lin" valueType="num">
                                      <p:cBhvr additive="base">
                                        <p:cTn id="31" dur="500"/>
                                        <p:tgtEl>
                                          <p:spTgt spid="2"/>
                                        </p:tgtEl>
                                        <p:attrNameLst>
                                          <p:attrName>ppt_x</p:attrName>
                                        </p:attrNameLst>
                                      </p:cBhvr>
                                      <p:tavLst>
                                        <p:tav tm="0">
                                          <p:val>
                                            <p:strVal val="ppt_x"/>
                                          </p:val>
                                        </p:tav>
                                        <p:tav tm="100000">
                                          <p:val>
                                            <p:strVal val="ppt_x-ppt_w/2"/>
                                          </p:val>
                                        </p:tav>
                                      </p:tavLst>
                                    </p:anim>
                                    <p:anim calcmode="lin" valueType="num">
                                      <p:cBhvr additive="base">
                                        <p:cTn id="32" dur="500"/>
                                        <p:tgtEl>
                                          <p:spTgt spid="2"/>
                                        </p:tgtEl>
                                        <p:attrNameLst>
                                          <p:attrName>ppt_y</p:attrName>
                                        </p:attrNameLst>
                                      </p:cBhvr>
                                      <p:tavLst>
                                        <p:tav tm="0">
                                          <p:val>
                                            <p:strVal val="ppt_y"/>
                                          </p:val>
                                        </p:tav>
                                        <p:tav tm="100000">
                                          <p:val>
                                            <p:strVal val="ppt_y"/>
                                          </p:val>
                                        </p:tav>
                                      </p:tavLst>
                                    </p:anim>
                                    <p:anim calcmode="lin" valueType="num">
                                      <p:cBhvr additive="base">
                                        <p:cTn id="33" dur="500"/>
                                        <p:tgtEl>
                                          <p:spTgt spid="2"/>
                                        </p:tgtEl>
                                        <p:attrNameLst>
                                          <p:attrName>ppt_w</p:attrName>
                                        </p:attrNameLst>
                                      </p:cBhvr>
                                      <p:tavLst>
                                        <p:tav tm="0">
                                          <p:val>
                                            <p:strVal val="ppt_w"/>
                                          </p:val>
                                        </p:tav>
                                        <p:tav tm="100000">
                                          <p:val>
                                            <p:fltVal val="0"/>
                                          </p:val>
                                        </p:tav>
                                      </p:tavLst>
                                    </p:anim>
                                    <p:anim calcmode="lin" valueType="num">
                                      <p:cBhvr additive="base">
                                        <p:cTn id="34" dur="500"/>
                                        <p:tgtEl>
                                          <p:spTgt spid="2"/>
                                        </p:tgtEl>
                                        <p:attrNameLst>
                                          <p:attrName>ppt_h</p:attrName>
                                        </p:attrNameLst>
                                      </p:cBhvr>
                                      <p:tavLst>
                                        <p:tav tm="0">
                                          <p:val>
                                            <p:strVal val="ppt_h"/>
                                          </p:val>
                                        </p:tav>
                                        <p:tav tm="100000">
                                          <p:val>
                                            <p:strVal val="ppt_h"/>
                                          </p:val>
                                        </p:tav>
                                      </p:tavLst>
                                    </p:anim>
                                    <p:set>
                                      <p:cBhvr additive="base">
                                        <p:cTn id="35" dur="1" fill="hold">
                                          <p:stCondLst>
                                            <p:cond delay="499"/>
                                          </p:stCondLst>
                                        </p:cTn>
                                        <p:tgtEl>
                                          <p:spTgt spid="2"/>
                                        </p:tgtEl>
                                        <p:attrNameLst>
                                          <p:attrName>style.visibility</p:attrName>
                                        </p:attrNameLst>
                                      </p:cBhvr>
                                      <p:to>
                                        <p:strVal val="hidden"/>
                                      </p:to>
                                    </p:set>
                                  </p:childTnLst>
                                </p:cTn>
                              </p:par>
                            </p:childTnLst>
                          </p:cTn>
                        </p:par>
                        <p:par>
                          <p:cTn id="36" fill="hold">
                            <p:stCondLst>
                              <p:cond delay="500"/>
                            </p:stCondLst>
                            <p:childTnLst>
                              <p:par>
                                <p:cTn id="37" presetID="17" presetClass="entr" presetSubtype="2" fill="hold" nodeType="afterEffect">
                                  <p:stCondLst>
                                    <p:cond delay="0"/>
                                  </p:stCondLst>
                                  <p:childTnLst>
                                    <p:set>
                                      <p:cBhvr additive="base">
                                        <p:cTn id="38" dur="500"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ppt_w/2"/>
                                          </p:val>
                                        </p:tav>
                                        <p:tav tm="100000">
                                          <p:val>
                                            <p:strVal val="#ppt_x"/>
                                          </p:val>
                                        </p:tav>
                                      </p:tavLst>
                                    </p:anim>
                                    <p:anim calcmode="lin" valueType="num">
                                      <p:cBhvr additive="base">
                                        <p:cTn id="40" dur="500" fill="hold"/>
                                        <p:tgtEl>
                                          <p:spTgt spid="6"/>
                                        </p:tgtEl>
                                        <p:attrNameLst>
                                          <p:attrName>ppt_y</p:attrName>
                                        </p:attrNameLst>
                                      </p:cBhvr>
                                      <p:tavLst>
                                        <p:tav tm="0">
                                          <p:val>
                                            <p:strVal val="#ppt_y"/>
                                          </p:val>
                                        </p:tav>
                                        <p:tav tm="100000">
                                          <p:val>
                                            <p:strVal val="#ppt_y"/>
                                          </p:val>
                                        </p:tav>
                                      </p:tavLst>
                                    </p:anim>
                                    <p:anim calcmode="lin" valueType="num">
                                      <p:cBhvr additive="base">
                                        <p:cTn id="41" dur="500" fill="hold"/>
                                        <p:tgtEl>
                                          <p:spTgt spid="6"/>
                                        </p:tgtEl>
                                        <p:attrNameLst>
                                          <p:attrName>ppt_w</p:attrName>
                                        </p:attrNameLst>
                                      </p:cBhvr>
                                      <p:tavLst>
                                        <p:tav tm="0">
                                          <p:val>
                                            <p:fltVal val="0"/>
                                          </p:val>
                                        </p:tav>
                                        <p:tav tm="100000">
                                          <p:val>
                                            <p:strVal val="#ppt_w"/>
                                          </p:val>
                                        </p:tav>
                                      </p:tavLst>
                                    </p:anim>
                                    <p:anim calcmode="lin" valueType="num">
                                      <p:cBhvr additive="base">
                                        <p:cTn id="42"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2" name="翻书声.wav"/>
                                        </p:tgtEl>
                                      </p:cMediaNode>
                                    </p:audio>
                                  </p:subTnLst>
                                </p:cTn>
                              </p:par>
                            </p:childTnLst>
                          </p:cTn>
                        </p:par>
                      </p:childTnLst>
                    </p:cTn>
                  </p:par>
                  <p:par>
                    <p:cTn id="43" fill="hold">
                      <p:stCondLst>
                        <p:cond delay="indefinite"/>
                      </p:stCondLst>
                      <p:childTnLst>
                        <p:par>
                          <p:cTn id="44" fill="hold">
                            <p:stCondLst>
                              <p:cond delay="0"/>
                            </p:stCondLst>
                            <p:childTnLst>
                              <p:par>
                                <p:cTn id="45" presetID="17" presetClass="exit" presetSubtype="8" fill="hold" nodeType="clickEffect">
                                  <p:stCondLst>
                                    <p:cond delay="0"/>
                                  </p:stCondLst>
                                  <p:childTnLst>
                                    <p:anim calcmode="lin" valueType="num">
                                      <p:cBhvr additive="base">
                                        <p:cTn id="46" dur="500"/>
                                        <p:tgtEl>
                                          <p:spTgt spid="16"/>
                                        </p:tgtEl>
                                        <p:attrNameLst>
                                          <p:attrName>ppt_x</p:attrName>
                                        </p:attrNameLst>
                                      </p:cBhvr>
                                      <p:tavLst>
                                        <p:tav tm="0">
                                          <p:val>
                                            <p:strVal val="ppt_x"/>
                                          </p:val>
                                        </p:tav>
                                        <p:tav tm="100000">
                                          <p:val>
                                            <p:strVal val="ppt_x-ppt_w/2"/>
                                          </p:val>
                                        </p:tav>
                                      </p:tavLst>
                                    </p:anim>
                                    <p:anim calcmode="lin" valueType="num">
                                      <p:cBhvr additive="base">
                                        <p:cTn id="47" dur="500"/>
                                        <p:tgtEl>
                                          <p:spTgt spid="16"/>
                                        </p:tgtEl>
                                        <p:attrNameLst>
                                          <p:attrName>ppt_y</p:attrName>
                                        </p:attrNameLst>
                                      </p:cBhvr>
                                      <p:tavLst>
                                        <p:tav tm="0">
                                          <p:val>
                                            <p:strVal val="ppt_y"/>
                                          </p:val>
                                        </p:tav>
                                        <p:tav tm="100000">
                                          <p:val>
                                            <p:strVal val="ppt_y"/>
                                          </p:val>
                                        </p:tav>
                                      </p:tavLst>
                                    </p:anim>
                                    <p:anim calcmode="lin" valueType="num">
                                      <p:cBhvr additive="base">
                                        <p:cTn id="48" dur="500"/>
                                        <p:tgtEl>
                                          <p:spTgt spid="16"/>
                                        </p:tgtEl>
                                        <p:attrNameLst>
                                          <p:attrName>ppt_w</p:attrName>
                                        </p:attrNameLst>
                                      </p:cBhvr>
                                      <p:tavLst>
                                        <p:tav tm="0">
                                          <p:val>
                                            <p:strVal val="ppt_w"/>
                                          </p:val>
                                        </p:tav>
                                        <p:tav tm="100000">
                                          <p:val>
                                            <p:fltVal val="0"/>
                                          </p:val>
                                        </p:tav>
                                      </p:tavLst>
                                    </p:anim>
                                    <p:anim calcmode="lin" valueType="num">
                                      <p:cBhvr additive="base">
                                        <p:cTn id="49" dur="500"/>
                                        <p:tgtEl>
                                          <p:spTgt spid="16"/>
                                        </p:tgtEl>
                                        <p:attrNameLst>
                                          <p:attrName>ppt_h</p:attrName>
                                        </p:attrNameLst>
                                      </p:cBhvr>
                                      <p:tavLst>
                                        <p:tav tm="0">
                                          <p:val>
                                            <p:strVal val="ppt_h"/>
                                          </p:val>
                                        </p:tav>
                                        <p:tav tm="100000">
                                          <p:val>
                                            <p:strVal val="ppt_h"/>
                                          </p:val>
                                        </p:tav>
                                      </p:tavLst>
                                    </p:anim>
                                    <p:set>
                                      <p:cBhvr additive="base">
                                        <p:cTn id="50" dur="1" fill="hold">
                                          <p:stCondLst>
                                            <p:cond delay="499"/>
                                          </p:stCondLst>
                                        </p:cTn>
                                        <p:tgtEl>
                                          <p:spTgt spid="16"/>
                                        </p:tgtEl>
                                        <p:attrNameLst>
                                          <p:attrName>style.visibility</p:attrName>
                                        </p:attrNameLst>
                                      </p:cBhvr>
                                      <p:to>
                                        <p:strVal val="hidden"/>
                                      </p:to>
                                    </p:set>
                                  </p:childTnLst>
                                </p:cTn>
                              </p:par>
                            </p:childTnLst>
                          </p:cTn>
                        </p:par>
                        <p:par>
                          <p:cTn id="51" fill="hold">
                            <p:stCondLst>
                              <p:cond delay="500"/>
                            </p:stCondLst>
                            <p:childTnLst>
                              <p:par>
                                <p:cTn id="52" presetID="17" presetClass="entr" presetSubtype="2" fill="hold" nodeType="afterEffect">
                                  <p:stCondLst>
                                    <p:cond delay="0"/>
                                  </p:stCondLst>
                                  <p:childTnLst>
                                    <p:set>
                                      <p:cBhvr additive="base">
                                        <p:cTn id="53" dur="500"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ppt_x</p:attrName>
                                        </p:attrNameLst>
                                      </p:cBhvr>
                                      <p:tavLst>
                                        <p:tav tm="0">
                                          <p:val>
                                            <p:strVal val="#ppt_x+#ppt_w/2"/>
                                          </p:val>
                                        </p:tav>
                                        <p:tav tm="100000">
                                          <p:val>
                                            <p:strVal val="#ppt_x"/>
                                          </p:val>
                                        </p:tav>
                                      </p:tavLst>
                                    </p:anim>
                                    <p:anim calcmode="lin" valueType="num">
                                      <p:cBhvr additive="base">
                                        <p:cTn id="55" dur="500" fill="hold"/>
                                        <p:tgtEl>
                                          <p:spTgt spid="21"/>
                                        </p:tgtEl>
                                        <p:attrNameLst>
                                          <p:attrName>ppt_y</p:attrName>
                                        </p:attrNameLst>
                                      </p:cBhvr>
                                      <p:tavLst>
                                        <p:tav tm="0">
                                          <p:val>
                                            <p:strVal val="#ppt_y"/>
                                          </p:val>
                                        </p:tav>
                                        <p:tav tm="100000">
                                          <p:val>
                                            <p:strVal val="#ppt_y"/>
                                          </p:val>
                                        </p:tav>
                                      </p:tavLst>
                                    </p:anim>
                                    <p:anim calcmode="lin" valueType="num">
                                      <p:cBhvr additive="base">
                                        <p:cTn id="56" dur="500" fill="hold"/>
                                        <p:tgtEl>
                                          <p:spTgt spid="21"/>
                                        </p:tgtEl>
                                        <p:attrNameLst>
                                          <p:attrName>ppt_w</p:attrName>
                                        </p:attrNameLst>
                                      </p:cBhvr>
                                      <p:tavLst>
                                        <p:tav tm="0">
                                          <p:val>
                                            <p:fltVal val="0"/>
                                          </p:val>
                                        </p:tav>
                                        <p:tav tm="100000">
                                          <p:val>
                                            <p:strVal val="#ppt_w"/>
                                          </p:val>
                                        </p:tav>
                                      </p:tavLst>
                                    </p:anim>
                                    <p:anim calcmode="lin" valueType="num">
                                      <p:cBhvr additive="base">
                                        <p:cTn id="57"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2" name="翻书声.wav"/>
                                        </p:tgtEl>
                                      </p:cMediaNode>
                                    </p:audio>
                                  </p:subTnLst>
                                </p:cTn>
                              </p:par>
                            </p:childTnLst>
                          </p:cTn>
                        </p:par>
                      </p:childTnLst>
                    </p:cTn>
                  </p:par>
                  <p:par>
                    <p:cTn id="58" fill="hold">
                      <p:stCondLst>
                        <p:cond delay="indefinite"/>
                      </p:stCondLst>
                      <p:childTnLst>
                        <p:par>
                          <p:cTn id="59" fill="hold">
                            <p:stCondLst>
                              <p:cond delay="0"/>
                            </p:stCondLst>
                            <p:childTnLst>
                              <p:par>
                                <p:cTn id="60" presetID="17" presetClass="exit" presetSubtype="8" fill="hold" nodeType="clickEffect">
                                  <p:stCondLst>
                                    <p:cond delay="0"/>
                                  </p:stCondLst>
                                  <p:childTnLst>
                                    <p:anim calcmode="lin" valueType="num">
                                      <p:cBhvr additive="base">
                                        <p:cTn id="61" dur="500"/>
                                        <p:tgtEl>
                                          <p:spTgt spid="34"/>
                                        </p:tgtEl>
                                        <p:attrNameLst>
                                          <p:attrName>ppt_x</p:attrName>
                                        </p:attrNameLst>
                                      </p:cBhvr>
                                      <p:tavLst>
                                        <p:tav tm="0">
                                          <p:val>
                                            <p:strVal val="ppt_x"/>
                                          </p:val>
                                        </p:tav>
                                        <p:tav tm="100000">
                                          <p:val>
                                            <p:strVal val="ppt_x-ppt_w/2"/>
                                          </p:val>
                                        </p:tav>
                                      </p:tavLst>
                                    </p:anim>
                                    <p:anim calcmode="lin" valueType="num">
                                      <p:cBhvr additive="base">
                                        <p:cTn id="62" dur="500"/>
                                        <p:tgtEl>
                                          <p:spTgt spid="34"/>
                                        </p:tgtEl>
                                        <p:attrNameLst>
                                          <p:attrName>ppt_y</p:attrName>
                                        </p:attrNameLst>
                                      </p:cBhvr>
                                      <p:tavLst>
                                        <p:tav tm="0">
                                          <p:val>
                                            <p:strVal val="ppt_y"/>
                                          </p:val>
                                        </p:tav>
                                        <p:tav tm="100000">
                                          <p:val>
                                            <p:strVal val="ppt_y"/>
                                          </p:val>
                                        </p:tav>
                                      </p:tavLst>
                                    </p:anim>
                                    <p:anim calcmode="lin" valueType="num">
                                      <p:cBhvr additive="base">
                                        <p:cTn id="63" dur="500"/>
                                        <p:tgtEl>
                                          <p:spTgt spid="34"/>
                                        </p:tgtEl>
                                        <p:attrNameLst>
                                          <p:attrName>ppt_w</p:attrName>
                                        </p:attrNameLst>
                                      </p:cBhvr>
                                      <p:tavLst>
                                        <p:tav tm="0">
                                          <p:val>
                                            <p:strVal val="ppt_w"/>
                                          </p:val>
                                        </p:tav>
                                        <p:tav tm="100000">
                                          <p:val>
                                            <p:fltVal val="0"/>
                                          </p:val>
                                        </p:tav>
                                      </p:tavLst>
                                    </p:anim>
                                    <p:anim calcmode="lin" valueType="num">
                                      <p:cBhvr additive="base">
                                        <p:cTn id="64" dur="500"/>
                                        <p:tgtEl>
                                          <p:spTgt spid="34"/>
                                        </p:tgtEl>
                                        <p:attrNameLst>
                                          <p:attrName>ppt_h</p:attrName>
                                        </p:attrNameLst>
                                      </p:cBhvr>
                                      <p:tavLst>
                                        <p:tav tm="0">
                                          <p:val>
                                            <p:strVal val="ppt_h"/>
                                          </p:val>
                                        </p:tav>
                                        <p:tav tm="100000">
                                          <p:val>
                                            <p:strVal val="ppt_h"/>
                                          </p:val>
                                        </p:tav>
                                      </p:tavLst>
                                    </p:anim>
                                    <p:set>
                                      <p:cBhvr additive="base">
                                        <p:cTn id="65" dur="1" fill="hold">
                                          <p:stCondLst>
                                            <p:cond delay="499"/>
                                          </p:stCondLst>
                                        </p:cTn>
                                        <p:tgtEl>
                                          <p:spTgt spid="34"/>
                                        </p:tgtEl>
                                        <p:attrNameLst>
                                          <p:attrName>style.visibility</p:attrName>
                                        </p:attrNameLst>
                                      </p:cBhvr>
                                      <p:to>
                                        <p:strVal val="hidden"/>
                                      </p:to>
                                    </p:set>
                                  </p:childTnLst>
                                </p:cTn>
                              </p:par>
                            </p:childTnLst>
                          </p:cTn>
                        </p:par>
                        <p:par>
                          <p:cTn id="66" fill="hold">
                            <p:stCondLst>
                              <p:cond delay="500"/>
                            </p:stCondLst>
                            <p:childTnLst>
                              <p:par>
                                <p:cTn id="67" presetID="17" presetClass="entr" presetSubtype="2" fill="hold" nodeType="afterEffect">
                                  <p:stCondLst>
                                    <p:cond delay="0"/>
                                  </p:stCondLst>
                                  <p:childTnLst>
                                    <p:set>
                                      <p:cBhvr additive="base">
                                        <p:cTn id="68" dur="500" fill="hold">
                                          <p:stCondLst>
                                            <p:cond delay="0"/>
                                          </p:stCondLst>
                                        </p:cTn>
                                        <p:tgtEl>
                                          <p:spTgt spid="37"/>
                                        </p:tgtEl>
                                        <p:attrNameLst>
                                          <p:attrName>style.visibility</p:attrName>
                                        </p:attrNameLst>
                                      </p:cBhvr>
                                      <p:to>
                                        <p:strVal val="visible"/>
                                      </p:to>
                                    </p:set>
                                    <p:anim calcmode="lin" valueType="num">
                                      <p:cBhvr additive="base">
                                        <p:cTn id="69" dur="500" fill="hold"/>
                                        <p:tgtEl>
                                          <p:spTgt spid="37"/>
                                        </p:tgtEl>
                                        <p:attrNameLst>
                                          <p:attrName>ppt_x</p:attrName>
                                        </p:attrNameLst>
                                      </p:cBhvr>
                                      <p:tavLst>
                                        <p:tav tm="0">
                                          <p:val>
                                            <p:strVal val="#ppt_x+#ppt_w/2"/>
                                          </p:val>
                                        </p:tav>
                                        <p:tav tm="100000">
                                          <p:val>
                                            <p:strVal val="#ppt_x"/>
                                          </p:val>
                                        </p:tav>
                                      </p:tavLst>
                                    </p:anim>
                                    <p:anim calcmode="lin" valueType="num">
                                      <p:cBhvr additive="base">
                                        <p:cTn id="70" dur="500" fill="hold"/>
                                        <p:tgtEl>
                                          <p:spTgt spid="37"/>
                                        </p:tgtEl>
                                        <p:attrNameLst>
                                          <p:attrName>ppt_y</p:attrName>
                                        </p:attrNameLst>
                                      </p:cBhvr>
                                      <p:tavLst>
                                        <p:tav tm="0">
                                          <p:val>
                                            <p:strVal val="#ppt_y"/>
                                          </p:val>
                                        </p:tav>
                                        <p:tav tm="100000">
                                          <p:val>
                                            <p:strVal val="#ppt_y"/>
                                          </p:val>
                                        </p:tav>
                                      </p:tavLst>
                                    </p:anim>
                                    <p:anim calcmode="lin" valueType="num">
                                      <p:cBhvr additive="base">
                                        <p:cTn id="71" dur="500" fill="hold"/>
                                        <p:tgtEl>
                                          <p:spTgt spid="37"/>
                                        </p:tgtEl>
                                        <p:attrNameLst>
                                          <p:attrName>ppt_w</p:attrName>
                                        </p:attrNameLst>
                                      </p:cBhvr>
                                      <p:tavLst>
                                        <p:tav tm="0">
                                          <p:val>
                                            <p:fltVal val="0"/>
                                          </p:val>
                                        </p:tav>
                                        <p:tav tm="100000">
                                          <p:val>
                                            <p:strVal val="#ppt_w"/>
                                          </p:val>
                                        </p:tav>
                                      </p:tavLst>
                                    </p:anim>
                                    <p:anim calcmode="lin" valueType="num">
                                      <p:cBhvr additive="base">
                                        <p:cTn id="72" dur="5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7"/>
                                            </p:cond>
                                          </p:stCondLst>
                                          <p:endCondLst>
                                            <p:cond evt="onStopAudio" delay="0">
                                              <p:tgtEl>
                                                <p:sldTgt/>
                                              </p:tgtEl>
                                            </p:cond>
                                          </p:endCondLst>
                                        </p:cTn>
                                        <p:tgtEl>
                                          <p:sndTgt r:embed="rId2" name="翻书声.wav"/>
                                        </p:tgtEl>
                                      </p:cMediaNode>
                                    </p:audio>
                                  </p:subTnLst>
                                </p:cTn>
                              </p:par>
                            </p:childTnLst>
                          </p:cTn>
                        </p:par>
                      </p:childTnLst>
                    </p:cTn>
                  </p:par>
                  <p:par>
                    <p:cTn id="73" fill="hold">
                      <p:stCondLst>
                        <p:cond delay="indefinite"/>
                      </p:stCondLst>
                      <p:childTnLst>
                        <p:par>
                          <p:cTn id="74" fill="hold">
                            <p:stCondLst>
                              <p:cond delay="0"/>
                            </p:stCondLst>
                            <p:childTnLst>
                              <p:par>
                                <p:cTn id="75" presetID="17" presetClass="exit" presetSubtype="8" fill="hold" nodeType="clickEffect">
                                  <p:stCondLst>
                                    <p:cond delay="0"/>
                                  </p:stCondLst>
                                  <p:childTnLst>
                                    <p:anim calcmode="lin" valueType="num">
                                      <p:cBhvr additive="base">
                                        <p:cTn id="76" dur="500"/>
                                        <p:tgtEl>
                                          <p:spTgt spid="58"/>
                                        </p:tgtEl>
                                        <p:attrNameLst>
                                          <p:attrName>ppt_x</p:attrName>
                                        </p:attrNameLst>
                                      </p:cBhvr>
                                      <p:tavLst>
                                        <p:tav tm="0">
                                          <p:val>
                                            <p:strVal val="ppt_x"/>
                                          </p:val>
                                        </p:tav>
                                        <p:tav tm="100000">
                                          <p:val>
                                            <p:strVal val="ppt_x-ppt_w/2"/>
                                          </p:val>
                                        </p:tav>
                                      </p:tavLst>
                                    </p:anim>
                                    <p:anim calcmode="lin" valueType="num">
                                      <p:cBhvr additive="base">
                                        <p:cTn id="77" dur="500"/>
                                        <p:tgtEl>
                                          <p:spTgt spid="58"/>
                                        </p:tgtEl>
                                        <p:attrNameLst>
                                          <p:attrName>ppt_y</p:attrName>
                                        </p:attrNameLst>
                                      </p:cBhvr>
                                      <p:tavLst>
                                        <p:tav tm="0">
                                          <p:val>
                                            <p:strVal val="ppt_y"/>
                                          </p:val>
                                        </p:tav>
                                        <p:tav tm="100000">
                                          <p:val>
                                            <p:strVal val="ppt_y"/>
                                          </p:val>
                                        </p:tav>
                                      </p:tavLst>
                                    </p:anim>
                                    <p:anim calcmode="lin" valueType="num">
                                      <p:cBhvr additive="base">
                                        <p:cTn id="78" dur="500"/>
                                        <p:tgtEl>
                                          <p:spTgt spid="58"/>
                                        </p:tgtEl>
                                        <p:attrNameLst>
                                          <p:attrName>ppt_w</p:attrName>
                                        </p:attrNameLst>
                                      </p:cBhvr>
                                      <p:tavLst>
                                        <p:tav tm="0">
                                          <p:val>
                                            <p:strVal val="ppt_w"/>
                                          </p:val>
                                        </p:tav>
                                        <p:tav tm="100000">
                                          <p:val>
                                            <p:fltVal val="0"/>
                                          </p:val>
                                        </p:tav>
                                      </p:tavLst>
                                    </p:anim>
                                    <p:anim calcmode="lin" valueType="num">
                                      <p:cBhvr additive="base">
                                        <p:cTn id="79" dur="500"/>
                                        <p:tgtEl>
                                          <p:spTgt spid="58"/>
                                        </p:tgtEl>
                                        <p:attrNameLst>
                                          <p:attrName>ppt_h</p:attrName>
                                        </p:attrNameLst>
                                      </p:cBhvr>
                                      <p:tavLst>
                                        <p:tav tm="0">
                                          <p:val>
                                            <p:strVal val="ppt_h"/>
                                          </p:val>
                                        </p:tav>
                                        <p:tav tm="100000">
                                          <p:val>
                                            <p:strVal val="ppt_h"/>
                                          </p:val>
                                        </p:tav>
                                      </p:tavLst>
                                    </p:anim>
                                    <p:set>
                                      <p:cBhvr additive="base">
                                        <p:cTn id="80" dur="1" fill="hold">
                                          <p:stCondLst>
                                            <p:cond delay="499"/>
                                          </p:stCondLst>
                                        </p:cTn>
                                        <p:tgtEl>
                                          <p:spTgt spid="58"/>
                                        </p:tgtEl>
                                        <p:attrNameLst>
                                          <p:attrName>style.visibility</p:attrName>
                                        </p:attrNameLst>
                                      </p:cBhvr>
                                      <p:to>
                                        <p:strVal val="hidden"/>
                                      </p:to>
                                    </p:set>
                                  </p:childTnLst>
                                </p:cTn>
                              </p:par>
                            </p:childTnLst>
                          </p:cTn>
                        </p:par>
                        <p:par>
                          <p:cTn id="81" fill="hold">
                            <p:stCondLst>
                              <p:cond delay="500"/>
                            </p:stCondLst>
                            <p:childTnLst>
                              <p:par>
                                <p:cTn id="82" presetID="17" presetClass="entr" presetSubtype="2" fill="hold" nodeType="afterEffect">
                                  <p:stCondLst>
                                    <p:cond delay="0"/>
                                  </p:stCondLst>
                                  <p:childTnLst>
                                    <p:set>
                                      <p:cBhvr additive="base">
                                        <p:cTn id="83" dur="500" fill="hold">
                                          <p:stCondLst>
                                            <p:cond delay="0"/>
                                          </p:stCondLst>
                                        </p:cTn>
                                        <p:tgtEl>
                                          <p:spTgt spid="61"/>
                                        </p:tgtEl>
                                        <p:attrNameLst>
                                          <p:attrName>style.visibility</p:attrName>
                                        </p:attrNameLst>
                                      </p:cBhvr>
                                      <p:to>
                                        <p:strVal val="visible"/>
                                      </p:to>
                                    </p:set>
                                    <p:anim calcmode="lin" valueType="num">
                                      <p:cBhvr additive="base">
                                        <p:cTn id="84" dur="500" fill="hold"/>
                                        <p:tgtEl>
                                          <p:spTgt spid="61"/>
                                        </p:tgtEl>
                                        <p:attrNameLst>
                                          <p:attrName>ppt_x</p:attrName>
                                        </p:attrNameLst>
                                      </p:cBhvr>
                                      <p:tavLst>
                                        <p:tav tm="0">
                                          <p:val>
                                            <p:strVal val="#ppt_x+#ppt_w/2"/>
                                          </p:val>
                                        </p:tav>
                                        <p:tav tm="100000">
                                          <p:val>
                                            <p:strVal val="#ppt_x"/>
                                          </p:val>
                                        </p:tav>
                                      </p:tavLst>
                                    </p:anim>
                                    <p:anim calcmode="lin" valueType="num">
                                      <p:cBhvr additive="base">
                                        <p:cTn id="85" dur="500" fill="hold"/>
                                        <p:tgtEl>
                                          <p:spTgt spid="61"/>
                                        </p:tgtEl>
                                        <p:attrNameLst>
                                          <p:attrName>ppt_y</p:attrName>
                                        </p:attrNameLst>
                                      </p:cBhvr>
                                      <p:tavLst>
                                        <p:tav tm="0">
                                          <p:val>
                                            <p:strVal val="#ppt_y"/>
                                          </p:val>
                                        </p:tav>
                                        <p:tav tm="100000">
                                          <p:val>
                                            <p:strVal val="#ppt_y"/>
                                          </p:val>
                                        </p:tav>
                                      </p:tavLst>
                                    </p:anim>
                                    <p:anim calcmode="lin" valueType="num">
                                      <p:cBhvr additive="base">
                                        <p:cTn id="86" dur="500" fill="hold"/>
                                        <p:tgtEl>
                                          <p:spTgt spid="61"/>
                                        </p:tgtEl>
                                        <p:attrNameLst>
                                          <p:attrName>ppt_w</p:attrName>
                                        </p:attrNameLst>
                                      </p:cBhvr>
                                      <p:tavLst>
                                        <p:tav tm="0">
                                          <p:val>
                                            <p:fltVal val="0"/>
                                          </p:val>
                                        </p:tav>
                                        <p:tav tm="100000">
                                          <p:val>
                                            <p:strVal val="#ppt_w"/>
                                          </p:val>
                                        </p:tav>
                                      </p:tavLst>
                                    </p:anim>
                                    <p:anim calcmode="lin" valueType="num">
                                      <p:cBhvr additive="base">
                                        <p:cTn id="87"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2" name="翻书声.wav"/>
                                        </p:tgtEl>
                                      </p:cMediaNode>
                                    </p:audio>
                                  </p:subTnLst>
                                </p:cTn>
                              </p:par>
                            </p:childTnLst>
                          </p:cTn>
                        </p:par>
                      </p:childTnLst>
                    </p:cTn>
                  </p:par>
                  <p:par>
                    <p:cTn id="88" fill="hold">
                      <p:stCondLst>
                        <p:cond delay="indefinite"/>
                      </p:stCondLst>
                      <p:childTnLst>
                        <p:par>
                          <p:cTn id="89" fill="hold">
                            <p:stCondLst>
                              <p:cond delay="0"/>
                            </p:stCondLst>
                            <p:childTnLst>
                              <p:par>
                                <p:cTn id="90" presetID="17" presetClass="exit" presetSubtype="8" fill="hold" nodeType="clickEffect">
                                  <p:stCondLst>
                                    <p:cond delay="0"/>
                                  </p:stCondLst>
                                  <p:childTnLst>
                                    <p:anim calcmode="lin" valueType="num">
                                      <p:cBhvr additive="base">
                                        <p:cTn id="91" dur="500"/>
                                        <p:tgtEl>
                                          <p:spTgt spid="64"/>
                                        </p:tgtEl>
                                        <p:attrNameLst>
                                          <p:attrName>ppt_x</p:attrName>
                                        </p:attrNameLst>
                                      </p:cBhvr>
                                      <p:tavLst>
                                        <p:tav tm="0">
                                          <p:val>
                                            <p:strVal val="ppt_x"/>
                                          </p:val>
                                        </p:tav>
                                        <p:tav tm="100000">
                                          <p:val>
                                            <p:strVal val="ppt_x-ppt_w/2"/>
                                          </p:val>
                                        </p:tav>
                                      </p:tavLst>
                                    </p:anim>
                                    <p:anim calcmode="lin" valueType="num">
                                      <p:cBhvr additive="base">
                                        <p:cTn id="92" dur="500"/>
                                        <p:tgtEl>
                                          <p:spTgt spid="64"/>
                                        </p:tgtEl>
                                        <p:attrNameLst>
                                          <p:attrName>ppt_y</p:attrName>
                                        </p:attrNameLst>
                                      </p:cBhvr>
                                      <p:tavLst>
                                        <p:tav tm="0">
                                          <p:val>
                                            <p:strVal val="ppt_y"/>
                                          </p:val>
                                        </p:tav>
                                        <p:tav tm="100000">
                                          <p:val>
                                            <p:strVal val="ppt_y"/>
                                          </p:val>
                                        </p:tav>
                                      </p:tavLst>
                                    </p:anim>
                                    <p:anim calcmode="lin" valueType="num">
                                      <p:cBhvr additive="base">
                                        <p:cTn id="93" dur="500"/>
                                        <p:tgtEl>
                                          <p:spTgt spid="64"/>
                                        </p:tgtEl>
                                        <p:attrNameLst>
                                          <p:attrName>ppt_w</p:attrName>
                                        </p:attrNameLst>
                                      </p:cBhvr>
                                      <p:tavLst>
                                        <p:tav tm="0">
                                          <p:val>
                                            <p:strVal val="ppt_w"/>
                                          </p:val>
                                        </p:tav>
                                        <p:tav tm="100000">
                                          <p:val>
                                            <p:fltVal val="0"/>
                                          </p:val>
                                        </p:tav>
                                      </p:tavLst>
                                    </p:anim>
                                    <p:anim calcmode="lin" valueType="num">
                                      <p:cBhvr additive="base">
                                        <p:cTn id="94" dur="500"/>
                                        <p:tgtEl>
                                          <p:spTgt spid="64"/>
                                        </p:tgtEl>
                                        <p:attrNameLst>
                                          <p:attrName>ppt_h</p:attrName>
                                        </p:attrNameLst>
                                      </p:cBhvr>
                                      <p:tavLst>
                                        <p:tav tm="0">
                                          <p:val>
                                            <p:strVal val="ppt_h"/>
                                          </p:val>
                                        </p:tav>
                                        <p:tav tm="100000">
                                          <p:val>
                                            <p:strVal val="ppt_h"/>
                                          </p:val>
                                        </p:tav>
                                      </p:tavLst>
                                    </p:anim>
                                    <p:set>
                                      <p:cBhvr additive="base">
                                        <p:cTn id="95" dur="1" fill="hold">
                                          <p:stCondLst>
                                            <p:cond delay="499"/>
                                          </p:stCondLst>
                                        </p:cTn>
                                        <p:tgtEl>
                                          <p:spTgt spid="64"/>
                                        </p:tgtEl>
                                        <p:attrNameLst>
                                          <p:attrName>style.visibility</p:attrName>
                                        </p:attrNameLst>
                                      </p:cBhvr>
                                      <p:to>
                                        <p:strVal val="hidden"/>
                                      </p:to>
                                    </p:set>
                                  </p:childTnLst>
                                </p:cTn>
                              </p:par>
                            </p:childTnLst>
                          </p:cTn>
                        </p:par>
                        <p:par>
                          <p:cTn id="96" fill="hold">
                            <p:stCondLst>
                              <p:cond delay="500"/>
                            </p:stCondLst>
                            <p:childTnLst>
                              <p:par>
                                <p:cTn id="97" presetID="17" presetClass="entr" presetSubtype="2" fill="hold" nodeType="afterEffect">
                                  <p:stCondLst>
                                    <p:cond delay="0"/>
                                  </p:stCondLst>
                                  <p:childTnLst>
                                    <p:set>
                                      <p:cBhvr additive="base">
                                        <p:cTn id="98" dur="500" fill="hold">
                                          <p:stCondLst>
                                            <p:cond delay="0"/>
                                          </p:stCondLst>
                                        </p:cTn>
                                        <p:tgtEl>
                                          <p:spTgt spid="67"/>
                                        </p:tgtEl>
                                        <p:attrNameLst>
                                          <p:attrName>style.visibility</p:attrName>
                                        </p:attrNameLst>
                                      </p:cBhvr>
                                      <p:to>
                                        <p:strVal val="visible"/>
                                      </p:to>
                                    </p:set>
                                    <p:anim calcmode="lin" valueType="num">
                                      <p:cBhvr additive="base">
                                        <p:cTn id="99" dur="500" fill="hold"/>
                                        <p:tgtEl>
                                          <p:spTgt spid="67"/>
                                        </p:tgtEl>
                                        <p:attrNameLst>
                                          <p:attrName>ppt_x</p:attrName>
                                        </p:attrNameLst>
                                      </p:cBhvr>
                                      <p:tavLst>
                                        <p:tav tm="0">
                                          <p:val>
                                            <p:strVal val="#ppt_x+#ppt_w/2"/>
                                          </p:val>
                                        </p:tav>
                                        <p:tav tm="100000">
                                          <p:val>
                                            <p:strVal val="#ppt_x"/>
                                          </p:val>
                                        </p:tav>
                                      </p:tavLst>
                                    </p:anim>
                                    <p:anim calcmode="lin" valueType="num">
                                      <p:cBhvr additive="base">
                                        <p:cTn id="100" dur="500" fill="hold"/>
                                        <p:tgtEl>
                                          <p:spTgt spid="67"/>
                                        </p:tgtEl>
                                        <p:attrNameLst>
                                          <p:attrName>ppt_y</p:attrName>
                                        </p:attrNameLst>
                                      </p:cBhvr>
                                      <p:tavLst>
                                        <p:tav tm="0">
                                          <p:val>
                                            <p:strVal val="#ppt_y"/>
                                          </p:val>
                                        </p:tav>
                                        <p:tav tm="100000">
                                          <p:val>
                                            <p:strVal val="#ppt_y"/>
                                          </p:val>
                                        </p:tav>
                                      </p:tavLst>
                                    </p:anim>
                                    <p:anim calcmode="lin" valueType="num">
                                      <p:cBhvr additive="base">
                                        <p:cTn id="101" dur="500" fill="hold"/>
                                        <p:tgtEl>
                                          <p:spTgt spid="67"/>
                                        </p:tgtEl>
                                        <p:attrNameLst>
                                          <p:attrName>ppt_w</p:attrName>
                                        </p:attrNameLst>
                                      </p:cBhvr>
                                      <p:tavLst>
                                        <p:tav tm="0">
                                          <p:val>
                                            <p:fltVal val="0"/>
                                          </p:val>
                                        </p:tav>
                                        <p:tav tm="100000">
                                          <p:val>
                                            <p:strVal val="#ppt_w"/>
                                          </p:val>
                                        </p:tav>
                                      </p:tavLst>
                                    </p:anim>
                                    <p:anim calcmode="lin" valueType="num">
                                      <p:cBhvr additive="base">
                                        <p:cTn id="102"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7"/>
                                            </p:cond>
                                          </p:stCondLst>
                                          <p:endCondLst>
                                            <p:cond evt="onStopAudio" delay="0">
                                              <p:tgtEl>
                                                <p:sldTgt/>
                                              </p:tgtEl>
                                            </p:cond>
                                          </p:endCondLst>
                                        </p:cTn>
                                        <p:tgtEl>
                                          <p:sndTgt r:embed="rId2" name="翻书声.wav"/>
                                        </p:tgtEl>
                                      </p:cMediaNode>
                                    </p:audio>
                                  </p:subTnLst>
                                </p:cTn>
                              </p:par>
                            </p:childTnLst>
                          </p:cTn>
                        </p:par>
                      </p:childTnLst>
                    </p:cTn>
                  </p:par>
                  <p:par>
                    <p:cTn id="103" fill="hold">
                      <p:stCondLst>
                        <p:cond delay="indefinite"/>
                      </p:stCondLst>
                      <p:childTnLst>
                        <p:par>
                          <p:cTn id="104" fill="hold">
                            <p:stCondLst>
                              <p:cond delay="0"/>
                            </p:stCondLst>
                            <p:childTnLst>
                              <p:par>
                                <p:cTn id="105" presetID="17" presetClass="exit" presetSubtype="8" fill="hold" nodeType="clickEffect">
                                  <p:stCondLst>
                                    <p:cond delay="0"/>
                                  </p:stCondLst>
                                  <p:childTnLst>
                                    <p:anim calcmode="lin" valueType="num">
                                      <p:cBhvr additive="base">
                                        <p:cTn id="106" dur="500"/>
                                        <p:tgtEl>
                                          <p:spTgt spid="70"/>
                                        </p:tgtEl>
                                        <p:attrNameLst>
                                          <p:attrName>ppt_x</p:attrName>
                                        </p:attrNameLst>
                                      </p:cBhvr>
                                      <p:tavLst>
                                        <p:tav tm="0">
                                          <p:val>
                                            <p:strVal val="ppt_x"/>
                                          </p:val>
                                        </p:tav>
                                        <p:tav tm="100000">
                                          <p:val>
                                            <p:strVal val="ppt_x-ppt_w/2"/>
                                          </p:val>
                                        </p:tav>
                                      </p:tavLst>
                                    </p:anim>
                                    <p:anim calcmode="lin" valueType="num">
                                      <p:cBhvr additive="base">
                                        <p:cTn id="107" dur="500"/>
                                        <p:tgtEl>
                                          <p:spTgt spid="70"/>
                                        </p:tgtEl>
                                        <p:attrNameLst>
                                          <p:attrName>ppt_y</p:attrName>
                                        </p:attrNameLst>
                                      </p:cBhvr>
                                      <p:tavLst>
                                        <p:tav tm="0">
                                          <p:val>
                                            <p:strVal val="ppt_y"/>
                                          </p:val>
                                        </p:tav>
                                        <p:tav tm="100000">
                                          <p:val>
                                            <p:strVal val="ppt_y"/>
                                          </p:val>
                                        </p:tav>
                                      </p:tavLst>
                                    </p:anim>
                                    <p:anim calcmode="lin" valueType="num">
                                      <p:cBhvr additive="base">
                                        <p:cTn id="108" dur="500"/>
                                        <p:tgtEl>
                                          <p:spTgt spid="70"/>
                                        </p:tgtEl>
                                        <p:attrNameLst>
                                          <p:attrName>ppt_w</p:attrName>
                                        </p:attrNameLst>
                                      </p:cBhvr>
                                      <p:tavLst>
                                        <p:tav tm="0">
                                          <p:val>
                                            <p:strVal val="ppt_w"/>
                                          </p:val>
                                        </p:tav>
                                        <p:tav tm="100000">
                                          <p:val>
                                            <p:fltVal val="0"/>
                                          </p:val>
                                        </p:tav>
                                      </p:tavLst>
                                    </p:anim>
                                    <p:anim calcmode="lin" valueType="num">
                                      <p:cBhvr additive="base">
                                        <p:cTn id="109" dur="500"/>
                                        <p:tgtEl>
                                          <p:spTgt spid="70"/>
                                        </p:tgtEl>
                                        <p:attrNameLst>
                                          <p:attrName>ppt_h</p:attrName>
                                        </p:attrNameLst>
                                      </p:cBhvr>
                                      <p:tavLst>
                                        <p:tav tm="0">
                                          <p:val>
                                            <p:strVal val="ppt_h"/>
                                          </p:val>
                                        </p:tav>
                                        <p:tav tm="100000">
                                          <p:val>
                                            <p:strVal val="ppt_h"/>
                                          </p:val>
                                        </p:tav>
                                      </p:tavLst>
                                    </p:anim>
                                    <p:set>
                                      <p:cBhvr additive="base">
                                        <p:cTn id="110"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105"/>
                                            </p:cond>
                                          </p:stCondLst>
                                          <p:endCondLst>
                                            <p:cond evt="onStopAudio" delay="0">
                                              <p:tgtEl>
                                                <p:sldTgt/>
                                              </p:tgtEl>
                                            </p:cond>
                                          </p:endCondLst>
                                        </p:cTn>
                                        <p:tgtEl>
                                          <p:sndTgt r:embed="rId2" name="翻书声.wav"/>
                                        </p:tgtEl>
                                      </p:cMediaNode>
                                    </p:audio>
                                  </p:subTnLst>
                                </p:cTn>
                              </p:par>
                            </p:childTnLst>
                          </p:cTn>
                        </p:par>
                        <p:par>
                          <p:cTn id="111" fill="hold">
                            <p:stCondLst>
                              <p:cond delay="500"/>
                            </p:stCondLst>
                            <p:childTnLst>
                              <p:par>
                                <p:cTn id="112" presetID="17" presetClass="entr" presetSubtype="2" fill="hold" nodeType="afterEffect">
                                  <p:stCondLst>
                                    <p:cond delay="0"/>
                                  </p:stCondLst>
                                  <p:childTnLst>
                                    <p:set>
                                      <p:cBhvr additive="base">
                                        <p:cTn id="113" dur="500" fill="hold">
                                          <p:stCondLst>
                                            <p:cond delay="0"/>
                                          </p:stCondLst>
                                        </p:cTn>
                                        <p:tgtEl>
                                          <p:spTgt spid="27"/>
                                        </p:tgtEl>
                                        <p:attrNameLst>
                                          <p:attrName>style.visibility</p:attrName>
                                        </p:attrNameLst>
                                      </p:cBhvr>
                                      <p:to>
                                        <p:strVal val="visible"/>
                                      </p:to>
                                    </p:set>
                                    <p:anim calcmode="lin" valueType="num">
                                      <p:cBhvr additive="base">
                                        <p:cTn id="114" dur="500" fill="hold"/>
                                        <p:tgtEl>
                                          <p:spTgt spid="27"/>
                                        </p:tgtEl>
                                        <p:attrNameLst>
                                          <p:attrName>ppt_x</p:attrName>
                                        </p:attrNameLst>
                                      </p:cBhvr>
                                      <p:tavLst>
                                        <p:tav tm="0">
                                          <p:val>
                                            <p:strVal val="#ppt_x+#ppt_w/2"/>
                                          </p:val>
                                        </p:tav>
                                        <p:tav tm="100000">
                                          <p:val>
                                            <p:strVal val="#ppt_x"/>
                                          </p:val>
                                        </p:tav>
                                      </p:tavLst>
                                    </p:anim>
                                    <p:anim calcmode="lin" valueType="num">
                                      <p:cBhvr additive="base">
                                        <p:cTn id="115" dur="500" fill="hold"/>
                                        <p:tgtEl>
                                          <p:spTgt spid="27"/>
                                        </p:tgtEl>
                                        <p:attrNameLst>
                                          <p:attrName>ppt_y</p:attrName>
                                        </p:attrNameLst>
                                      </p:cBhvr>
                                      <p:tavLst>
                                        <p:tav tm="0">
                                          <p:val>
                                            <p:strVal val="#ppt_y"/>
                                          </p:val>
                                        </p:tav>
                                        <p:tav tm="100000">
                                          <p:val>
                                            <p:strVal val="#ppt_y"/>
                                          </p:val>
                                        </p:tav>
                                      </p:tavLst>
                                    </p:anim>
                                    <p:anim calcmode="lin" valueType="num">
                                      <p:cBhvr additive="base">
                                        <p:cTn id="116" dur="500" fill="hold"/>
                                        <p:tgtEl>
                                          <p:spTgt spid="27"/>
                                        </p:tgtEl>
                                        <p:attrNameLst>
                                          <p:attrName>ppt_w</p:attrName>
                                        </p:attrNameLst>
                                      </p:cBhvr>
                                      <p:tavLst>
                                        <p:tav tm="0">
                                          <p:val>
                                            <p:fltVal val="0"/>
                                          </p:val>
                                        </p:tav>
                                        <p:tav tm="100000">
                                          <p:val>
                                            <p:strVal val="#ppt_w"/>
                                          </p:val>
                                        </p:tav>
                                      </p:tavLst>
                                    </p:anim>
                                    <p:anim calcmode="lin" valueType="num">
                                      <p:cBhvr additive="base">
                                        <p:cTn id="117"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2"/>
                                            </p:cond>
                                          </p:stCondLst>
                                          <p:endCondLst>
                                            <p:cond evt="onStopAudio" delay="0">
                                              <p:tgtEl>
                                                <p:sldTgt/>
                                              </p:tgtEl>
                                            </p:cond>
                                          </p:endCondLst>
                                        </p:cTn>
                                        <p:tgtEl>
                                          <p:sndTgt r:embed="rId2" name="翻书声.wav"/>
                                        </p:tgtEl>
                                      </p:cMediaNode>
                                    </p:audio>
                                  </p:subTnLst>
                                </p:cTn>
                              </p:par>
                            </p:childTnLst>
                          </p:cTn>
                        </p:par>
                      </p:childTnLst>
                    </p:cTn>
                  </p:par>
                  <p:par>
                    <p:cTn id="118" fill="hold">
                      <p:stCondLst>
                        <p:cond delay="indefinite"/>
                      </p:stCondLst>
                      <p:childTnLst>
                        <p:par>
                          <p:cTn id="119" fill="hold">
                            <p:stCondLst>
                              <p:cond delay="0"/>
                            </p:stCondLst>
                            <p:childTnLst>
                              <p:par>
                                <p:cTn id="120" presetID="17" presetClass="exit" presetSubtype="8" fill="hold" nodeType="clickEffect">
                                  <p:stCondLst>
                                    <p:cond delay="0"/>
                                  </p:stCondLst>
                                  <p:childTnLst>
                                    <p:anim calcmode="lin" valueType="num">
                                      <p:cBhvr additive="base">
                                        <p:cTn id="121" dur="500"/>
                                        <p:tgtEl>
                                          <p:spTgt spid="22"/>
                                        </p:tgtEl>
                                        <p:attrNameLst>
                                          <p:attrName>ppt_x</p:attrName>
                                        </p:attrNameLst>
                                      </p:cBhvr>
                                      <p:tavLst>
                                        <p:tav tm="0">
                                          <p:val>
                                            <p:strVal val="ppt_x"/>
                                          </p:val>
                                        </p:tav>
                                        <p:tav tm="100000">
                                          <p:val>
                                            <p:strVal val="ppt_x-ppt_w/2"/>
                                          </p:val>
                                        </p:tav>
                                      </p:tavLst>
                                    </p:anim>
                                    <p:anim calcmode="lin" valueType="num">
                                      <p:cBhvr additive="base">
                                        <p:cTn id="122" dur="500"/>
                                        <p:tgtEl>
                                          <p:spTgt spid="22"/>
                                        </p:tgtEl>
                                        <p:attrNameLst>
                                          <p:attrName>ppt_y</p:attrName>
                                        </p:attrNameLst>
                                      </p:cBhvr>
                                      <p:tavLst>
                                        <p:tav tm="0">
                                          <p:val>
                                            <p:strVal val="ppt_y"/>
                                          </p:val>
                                        </p:tav>
                                        <p:tav tm="100000">
                                          <p:val>
                                            <p:strVal val="ppt_y"/>
                                          </p:val>
                                        </p:tav>
                                      </p:tavLst>
                                    </p:anim>
                                    <p:anim calcmode="lin" valueType="num">
                                      <p:cBhvr additive="base">
                                        <p:cTn id="123" dur="500"/>
                                        <p:tgtEl>
                                          <p:spTgt spid="22"/>
                                        </p:tgtEl>
                                        <p:attrNameLst>
                                          <p:attrName>ppt_w</p:attrName>
                                        </p:attrNameLst>
                                      </p:cBhvr>
                                      <p:tavLst>
                                        <p:tav tm="0">
                                          <p:val>
                                            <p:strVal val="ppt_w"/>
                                          </p:val>
                                        </p:tav>
                                        <p:tav tm="100000">
                                          <p:val>
                                            <p:fltVal val="0"/>
                                          </p:val>
                                        </p:tav>
                                      </p:tavLst>
                                    </p:anim>
                                    <p:anim calcmode="lin" valueType="num">
                                      <p:cBhvr additive="base">
                                        <p:cTn id="124" dur="500"/>
                                        <p:tgtEl>
                                          <p:spTgt spid="22"/>
                                        </p:tgtEl>
                                        <p:attrNameLst>
                                          <p:attrName>ppt_h</p:attrName>
                                        </p:attrNameLst>
                                      </p:cBhvr>
                                      <p:tavLst>
                                        <p:tav tm="0">
                                          <p:val>
                                            <p:strVal val="ppt_h"/>
                                          </p:val>
                                        </p:tav>
                                        <p:tav tm="100000">
                                          <p:val>
                                            <p:strVal val="ppt_h"/>
                                          </p:val>
                                        </p:tav>
                                      </p:tavLst>
                                    </p:anim>
                                    <p:set>
                                      <p:cBhvr additive="base">
                                        <p:cTn id="125" dur="1" fill="hold">
                                          <p:stCondLst>
                                            <p:cond delay="499"/>
                                          </p:stCondLst>
                                        </p:cTn>
                                        <p:tgtEl>
                                          <p:spTgt spid="22"/>
                                        </p:tgtEl>
                                        <p:attrNameLst>
                                          <p:attrName>style.visibility</p:attrName>
                                        </p:attrNameLst>
                                      </p:cBhvr>
                                      <p:to>
                                        <p:strVal val="hidden"/>
                                      </p:to>
                                    </p:set>
                                  </p:childTnLst>
                                </p:cTn>
                              </p:par>
                            </p:childTnLst>
                          </p:cTn>
                        </p:par>
                        <p:par>
                          <p:cTn id="126" fill="hold">
                            <p:stCondLst>
                              <p:cond delay="500"/>
                            </p:stCondLst>
                            <p:childTnLst>
                              <p:par>
                                <p:cTn id="127" presetID="17" presetClass="entr" presetSubtype="2" fill="hold" nodeType="afterEffect">
                                  <p:stCondLst>
                                    <p:cond delay="0"/>
                                  </p:stCondLst>
                                  <p:childTnLst>
                                    <p:set>
                                      <p:cBhvr additive="base">
                                        <p:cTn id="128" dur="500" fill="hold">
                                          <p:stCondLst>
                                            <p:cond delay="0"/>
                                          </p:stCondLst>
                                        </p:cTn>
                                        <p:tgtEl>
                                          <p:spTgt spid="76"/>
                                        </p:tgtEl>
                                        <p:attrNameLst>
                                          <p:attrName>style.visibility</p:attrName>
                                        </p:attrNameLst>
                                      </p:cBhvr>
                                      <p:to>
                                        <p:strVal val="visible"/>
                                      </p:to>
                                    </p:set>
                                    <p:anim calcmode="lin" valueType="num">
                                      <p:cBhvr additive="base">
                                        <p:cTn id="129" dur="500" fill="hold"/>
                                        <p:tgtEl>
                                          <p:spTgt spid="76"/>
                                        </p:tgtEl>
                                        <p:attrNameLst>
                                          <p:attrName>ppt_x</p:attrName>
                                        </p:attrNameLst>
                                      </p:cBhvr>
                                      <p:tavLst>
                                        <p:tav tm="0">
                                          <p:val>
                                            <p:strVal val="#ppt_x+#ppt_w/2"/>
                                          </p:val>
                                        </p:tav>
                                        <p:tav tm="100000">
                                          <p:val>
                                            <p:strVal val="#ppt_x"/>
                                          </p:val>
                                        </p:tav>
                                      </p:tavLst>
                                    </p:anim>
                                    <p:anim calcmode="lin" valueType="num">
                                      <p:cBhvr additive="base">
                                        <p:cTn id="130" dur="500" fill="hold"/>
                                        <p:tgtEl>
                                          <p:spTgt spid="76"/>
                                        </p:tgtEl>
                                        <p:attrNameLst>
                                          <p:attrName>ppt_y</p:attrName>
                                        </p:attrNameLst>
                                      </p:cBhvr>
                                      <p:tavLst>
                                        <p:tav tm="0">
                                          <p:val>
                                            <p:strVal val="#ppt_y"/>
                                          </p:val>
                                        </p:tav>
                                        <p:tav tm="100000">
                                          <p:val>
                                            <p:strVal val="#ppt_y"/>
                                          </p:val>
                                        </p:tav>
                                      </p:tavLst>
                                    </p:anim>
                                    <p:anim calcmode="lin" valueType="num">
                                      <p:cBhvr additive="base">
                                        <p:cTn id="131" dur="500" fill="hold"/>
                                        <p:tgtEl>
                                          <p:spTgt spid="76"/>
                                        </p:tgtEl>
                                        <p:attrNameLst>
                                          <p:attrName>ppt_w</p:attrName>
                                        </p:attrNameLst>
                                      </p:cBhvr>
                                      <p:tavLst>
                                        <p:tav tm="0">
                                          <p:val>
                                            <p:fltVal val="0"/>
                                          </p:val>
                                        </p:tav>
                                        <p:tav tm="100000">
                                          <p:val>
                                            <p:strVal val="#ppt_w"/>
                                          </p:val>
                                        </p:tav>
                                      </p:tavLst>
                                    </p:anim>
                                    <p:anim calcmode="lin" valueType="num">
                                      <p:cBhvr additive="base">
                                        <p:cTn id="132" dur="500" fill="hold"/>
                                        <p:tgtEl>
                                          <p:spTgt spid="76"/>
                                        </p:tgtEl>
                                        <p:attrNameLst>
                                          <p:attrName>ppt_h</p:attrName>
                                        </p:attrNameLst>
                                      </p:cBhvr>
                                      <p:tavLst>
                                        <p:tav tm="0">
                                          <p:val>
                                            <p:strVal val="#ppt_h"/>
                                          </p:val>
                                        </p:tav>
                                        <p:tav tm="100000">
                                          <p:val>
                                            <p:strVal val="#ppt_h"/>
                                          </p:val>
                                        </p:tav>
                                      </p:tavLst>
                                    </p:anim>
                                  </p:childTnLst>
                                </p:cTn>
                              </p:par>
                            </p:childTnLst>
                          </p:cTn>
                        </p:par>
                        <p:par>
                          <p:cTn id="133" fill="hold">
                            <p:stCondLst>
                              <p:cond delay="1000"/>
                            </p:stCondLst>
                            <p:childTnLst>
                              <p:par>
                                <p:cTn id="134" presetID="17" presetClass="exit" presetSubtype="8" fill="hold" nodeType="afterEffect">
                                  <p:stCondLst>
                                    <p:cond delay="0"/>
                                  </p:stCondLst>
                                  <p:childTnLst>
                                    <p:anim calcmode="lin" valueType="num">
                                      <p:cBhvr additive="base">
                                        <p:cTn id="135" dur="500"/>
                                        <p:tgtEl>
                                          <p:spTgt spid="15"/>
                                        </p:tgtEl>
                                        <p:attrNameLst>
                                          <p:attrName>ppt_x</p:attrName>
                                        </p:attrNameLst>
                                      </p:cBhvr>
                                      <p:tavLst>
                                        <p:tav tm="0">
                                          <p:val>
                                            <p:strVal val="ppt_x"/>
                                          </p:val>
                                        </p:tav>
                                        <p:tav tm="100000">
                                          <p:val>
                                            <p:strVal val="ppt_x-ppt_w/2"/>
                                          </p:val>
                                        </p:tav>
                                      </p:tavLst>
                                    </p:anim>
                                    <p:anim calcmode="lin" valueType="num">
                                      <p:cBhvr additive="base">
                                        <p:cTn id="136" dur="500"/>
                                        <p:tgtEl>
                                          <p:spTgt spid="15"/>
                                        </p:tgtEl>
                                        <p:attrNameLst>
                                          <p:attrName>ppt_y</p:attrName>
                                        </p:attrNameLst>
                                      </p:cBhvr>
                                      <p:tavLst>
                                        <p:tav tm="0">
                                          <p:val>
                                            <p:strVal val="ppt_y"/>
                                          </p:val>
                                        </p:tav>
                                        <p:tav tm="100000">
                                          <p:val>
                                            <p:strVal val="ppt_y"/>
                                          </p:val>
                                        </p:tav>
                                      </p:tavLst>
                                    </p:anim>
                                    <p:anim calcmode="lin" valueType="num">
                                      <p:cBhvr additive="base">
                                        <p:cTn id="137" dur="500"/>
                                        <p:tgtEl>
                                          <p:spTgt spid="15"/>
                                        </p:tgtEl>
                                        <p:attrNameLst>
                                          <p:attrName>ppt_w</p:attrName>
                                        </p:attrNameLst>
                                      </p:cBhvr>
                                      <p:tavLst>
                                        <p:tav tm="0">
                                          <p:val>
                                            <p:strVal val="ppt_w"/>
                                          </p:val>
                                        </p:tav>
                                        <p:tav tm="100000">
                                          <p:val>
                                            <p:fltVal val="0"/>
                                          </p:val>
                                        </p:tav>
                                      </p:tavLst>
                                    </p:anim>
                                    <p:anim calcmode="lin" valueType="num">
                                      <p:cBhvr additive="base">
                                        <p:cTn id="138" dur="500"/>
                                        <p:tgtEl>
                                          <p:spTgt spid="15"/>
                                        </p:tgtEl>
                                        <p:attrNameLst>
                                          <p:attrName>ppt_h</p:attrName>
                                        </p:attrNameLst>
                                      </p:cBhvr>
                                      <p:tavLst>
                                        <p:tav tm="0">
                                          <p:val>
                                            <p:strVal val="ppt_h"/>
                                          </p:val>
                                        </p:tav>
                                        <p:tav tm="100000">
                                          <p:val>
                                            <p:strVal val="ppt_h"/>
                                          </p:val>
                                        </p:tav>
                                      </p:tavLst>
                                    </p:anim>
                                    <p:set>
                                      <p:cBhvr additive="base">
                                        <p:cTn id="139"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635" y="1981835"/>
            <a:ext cx="2038985" cy="487553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212" y="-529167"/>
            <a:ext cx="1801707" cy="2511213"/>
          </a:xfrm>
          <a:prstGeom prst="rect">
            <a:avLst/>
          </a:prstGeom>
        </p:spPr>
      </p:pic>
      <p:sp>
        <p:nvSpPr>
          <p:cNvPr id="4" name="文本框 3"/>
          <p:cNvSpPr txBox="1"/>
          <p:nvPr/>
        </p:nvSpPr>
        <p:spPr>
          <a:xfrm>
            <a:off x="596900" y="2279650"/>
            <a:ext cx="1082040" cy="706755"/>
          </a:xfrm>
          <a:prstGeom prst="rect">
            <a:avLst/>
          </a:prstGeom>
          <a:noFill/>
        </p:spPr>
        <p:txBody>
          <a:bodyPr wrap="square" rtlCol="0">
            <a:spAutoFit/>
            <a:scene3d>
              <a:camera prst="orthographicFront"/>
              <a:lightRig rig="threePt" dir="t"/>
            </a:scene3d>
          </a:bodyPr>
          <a:lstStyle/>
          <a:p>
            <a:r>
              <a:rPr lang="zh-CN" altLang="en-US" sz="4000">
                <a:ln/>
                <a:solidFill>
                  <a:schemeClr val="accent1"/>
                </a:solidFill>
                <a:effectLst>
                  <a:outerShdw blurRad="38100" dist="25400" dir="5400000" algn="ctr" rotWithShape="0">
                    <a:srgbClr val="6E747A">
                      <a:alpha val="43000"/>
                      <a:alpha val="43000"/>
                    </a:srgbClr>
                  </a:outerShdw>
                </a:effectLst>
              </a:rPr>
              <a:t>撞</a:t>
            </a:r>
          </a:p>
        </p:txBody>
      </p:sp>
      <p:pic>
        <p:nvPicPr>
          <p:cNvPr id="6" name="图片 5"/>
          <p:cNvPicPr/>
          <p:nvPr/>
        </p:nvPicPr>
        <p:blipFill>
          <a:blip r:embed="rId5"/>
          <a:stretch>
            <a:fillRect/>
          </a:stretch>
        </p:blipFill>
        <p:spPr>
          <a:xfrm>
            <a:off x="2851150" y="1692910"/>
            <a:ext cx="4632325" cy="2738755"/>
          </a:xfrm>
          <a:prstGeom prst="rect">
            <a:avLst/>
          </a:prstGeom>
        </p:spPr>
      </p:pic>
      <p:sp>
        <p:nvSpPr>
          <p:cNvPr id="7" name="文本框 6"/>
          <p:cNvSpPr txBox="1"/>
          <p:nvPr/>
        </p:nvSpPr>
        <p:spPr>
          <a:xfrm>
            <a:off x="631825" y="3429000"/>
            <a:ext cx="1082040" cy="706755"/>
          </a:xfrm>
          <a:prstGeom prst="rect">
            <a:avLst/>
          </a:prstGeom>
          <a:noFill/>
        </p:spPr>
        <p:txBody>
          <a:bodyPr wrap="square" rtlCol="0">
            <a:spAutoFit/>
            <a:scene3d>
              <a:camera prst="orthographicFront"/>
              <a:lightRig rig="threePt" dir="t"/>
            </a:scene3d>
          </a:bodyPr>
          <a:lstStyle/>
          <a:p>
            <a:r>
              <a:rPr lang="zh-CN" altLang="en-US" sz="4000">
                <a:solidFill>
                  <a:schemeClr val="accent1"/>
                </a:solidFill>
                <a:effectLst>
                  <a:outerShdw blurRad="38100" dist="25400" dir="5400000" algn="ctr" rotWithShape="0">
                    <a:srgbClr val="6E747A">
                      <a:alpha val="43000"/>
                      <a:alpha val="43000"/>
                    </a:srgbClr>
                  </a:outerShdw>
                </a:effectLst>
              </a:rPr>
              <a:t>疯</a:t>
            </a:r>
          </a:p>
        </p:txBody>
      </p:sp>
      <p:pic>
        <p:nvPicPr>
          <p:cNvPr id="8" name="图片 7"/>
          <p:cNvPicPr/>
          <p:nvPr/>
        </p:nvPicPr>
        <p:blipFill>
          <a:blip r:embed="rId6"/>
          <a:stretch>
            <a:fillRect/>
          </a:stretch>
        </p:blipFill>
        <p:spPr>
          <a:xfrm>
            <a:off x="2476500" y="1535430"/>
            <a:ext cx="5467350" cy="5132070"/>
          </a:xfrm>
          <a:prstGeom prst="rect">
            <a:avLst/>
          </a:prstGeom>
        </p:spPr>
      </p:pic>
      <p:sp>
        <p:nvSpPr>
          <p:cNvPr id="10" name="文本框 9"/>
          <p:cNvSpPr txBox="1"/>
          <p:nvPr/>
        </p:nvSpPr>
        <p:spPr>
          <a:xfrm>
            <a:off x="631825" y="4570730"/>
            <a:ext cx="1082040" cy="706755"/>
          </a:xfrm>
          <a:prstGeom prst="rect">
            <a:avLst/>
          </a:prstGeom>
          <a:noFill/>
        </p:spPr>
        <p:txBody>
          <a:bodyPr wrap="square" rtlCol="0">
            <a:spAutoFit/>
            <a:scene3d>
              <a:camera prst="orthographicFront"/>
              <a:lightRig rig="threePt" dir="t"/>
            </a:scene3d>
          </a:bodyPr>
          <a:lstStyle/>
          <a:p>
            <a:r>
              <a:rPr lang="zh-CN" altLang="en-US" sz="4000">
                <a:solidFill>
                  <a:schemeClr val="accent1"/>
                </a:solidFill>
                <a:effectLst>
                  <a:outerShdw blurRad="38100" dist="25400" dir="5400000" algn="ctr" rotWithShape="0">
                    <a:srgbClr val="6E747A">
                      <a:alpha val="43000"/>
                      <a:alpha val="43000"/>
                    </a:srgbClr>
                  </a:outerShdw>
                </a:effectLst>
              </a:rPr>
              <a:t>钓</a:t>
            </a:r>
          </a:p>
        </p:txBody>
      </p:sp>
      <p:pic>
        <p:nvPicPr>
          <p:cNvPr id="11" name="图片 10"/>
          <p:cNvPicPr/>
          <p:nvPr/>
        </p:nvPicPr>
        <p:blipFill>
          <a:blip r:embed="rId7"/>
          <a:stretch>
            <a:fillRect/>
          </a:stretch>
        </p:blipFill>
        <p:spPr>
          <a:xfrm>
            <a:off x="2851150" y="1063625"/>
            <a:ext cx="4489450" cy="5485765"/>
          </a:xfrm>
          <a:prstGeom prst="rect">
            <a:avLst/>
          </a:prstGeom>
        </p:spPr>
      </p:pic>
      <p:sp>
        <p:nvSpPr>
          <p:cNvPr id="12" name="文本框 11"/>
          <p:cNvSpPr txBox="1"/>
          <p:nvPr/>
        </p:nvSpPr>
        <p:spPr>
          <a:xfrm>
            <a:off x="596900" y="5600065"/>
            <a:ext cx="1082040" cy="706755"/>
          </a:xfrm>
          <a:prstGeom prst="rect">
            <a:avLst/>
          </a:prstGeom>
          <a:noFill/>
        </p:spPr>
        <p:txBody>
          <a:bodyPr wrap="square" rtlCol="0">
            <a:spAutoFit/>
            <a:scene3d>
              <a:camera prst="orthographicFront"/>
              <a:lightRig rig="threePt" dir="t"/>
            </a:scene3d>
          </a:bodyPr>
          <a:lstStyle/>
          <a:p>
            <a:r>
              <a:rPr lang="zh-CN" altLang="en-US" sz="4000">
                <a:solidFill>
                  <a:schemeClr val="accent1"/>
                </a:solidFill>
                <a:effectLst>
                  <a:outerShdw blurRad="38100" dist="25400" dir="5400000" algn="ctr" rotWithShape="0">
                    <a:srgbClr val="6E747A">
                      <a:alpha val="43000"/>
                      <a:alpha val="43000"/>
                    </a:srgbClr>
                  </a:outerShdw>
                </a:effectLst>
              </a:rPr>
              <a:t>漏</a:t>
            </a:r>
          </a:p>
        </p:txBody>
      </p:sp>
      <p:pic>
        <p:nvPicPr>
          <p:cNvPr id="13" name="图片 12"/>
          <p:cNvPicPr/>
          <p:nvPr/>
        </p:nvPicPr>
        <p:blipFill>
          <a:blip r:embed="rId8"/>
          <a:stretch>
            <a:fillRect/>
          </a:stretch>
        </p:blipFill>
        <p:spPr>
          <a:xfrm>
            <a:off x="2477135" y="0"/>
            <a:ext cx="5570855" cy="6858000"/>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childTnLst>
                    </p:cTn>
                  </p:par>
                  <p:par>
                    <p:cTn id="7" fill="hold">
                      <p:stCondLst>
                        <p:cond delay="indefinite"/>
                      </p:stCondLst>
                      <p:childTnLst>
                        <p:par>
                          <p:cTn id="8" fill="hold">
                            <p:stCondLst>
                              <p:cond delay="0"/>
                            </p:stCondLst>
                            <p:childTnLst>
                              <p:par>
                                <p:cTn id="9" presetID="3" presetClass="exit" presetSubtype="10" fill="hold" grpId="0" nodeType="clickEffect">
                                  <p:stCondLst>
                                    <p:cond delay="0"/>
                                  </p:stCondLst>
                                  <p:childTnLst>
                                    <p:animEffect transition="out" filter="blinds(horizontal)">
                                      <p:cBhvr>
                                        <p:cTn id="10" dur="500"/>
                                        <p:tgtEl>
                                          <p:spTgt spid="4"/>
                                        </p:tgtEl>
                                      </p:cBhvr>
                                    </p:animEffect>
                                    <p:set>
                                      <p:cBhvr>
                                        <p:cTn id="11" dur="1" fill="hold">
                                          <p:stCondLst>
                                            <p:cond delay="499"/>
                                          </p:stCondLst>
                                        </p:cTn>
                                        <p:tgtEl>
                                          <p:spTgt spid="4"/>
                                        </p:tgtEl>
                                        <p:attrNameLst>
                                          <p:attrName>style.visibility</p:attrName>
                                        </p:attrNameLst>
                                      </p:cBhvr>
                                      <p:to>
                                        <p:strVal val="hidden"/>
                                      </p:to>
                                    </p:set>
                                  </p:childTnLst>
                                </p:cTn>
                              </p:par>
                              <p:par>
                                <p:cTn id="12" presetID="3" presetClass="exit" presetSubtype="10" fill="hold" nodeType="withEffect">
                                  <p:stCondLst>
                                    <p:cond delay="0"/>
                                  </p:stCondLst>
                                  <p:childTnLst>
                                    <p:animEffect transition="out" filter="blinds(horizontal)">
                                      <p:cBhvr>
                                        <p:cTn id="13" dur="500"/>
                                        <p:tgtEl>
                                          <p:spTgt spid="6"/>
                                        </p:tgtEl>
                                      </p:cBhvr>
                                    </p:animEffect>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nodeType="clickEffect">
                                  <p:stCondLst>
                                    <p:cond delay="0"/>
                                  </p:stCondLst>
                                  <p:childTnLst>
                                    <p:animEffect transition="out" filter="blinds(horizontal)">
                                      <p:cBhvr>
                                        <p:cTn id="28" dur="500"/>
                                        <p:tgtEl>
                                          <p:spTgt spid="8"/>
                                        </p:tgtEl>
                                      </p:cBhvr>
                                    </p:animEffect>
                                    <p:set>
                                      <p:cBhvr>
                                        <p:cTn id="29" dur="1" fill="hold">
                                          <p:stCondLst>
                                            <p:cond delay="499"/>
                                          </p:stCondLst>
                                        </p:cTn>
                                        <p:tgtEl>
                                          <p:spTgt spid="8"/>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11"/>
                                        </p:tgtEl>
                                      </p:cBhvr>
                                    </p:animEffect>
                                    <p:set>
                                      <p:cBhvr>
                                        <p:cTn id="44" dur="1" fill="hold">
                                          <p:stCondLst>
                                            <p:cond delay="499"/>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500" fill="hold"/>
                                        <p:tgtEl>
                                          <p:spTgt spid="12"/>
                                        </p:tgtEl>
                                        <p:attrNameLst>
                                          <p:attrName>ppt_x</p:attrName>
                                        </p:attrNameLst>
                                      </p:cBhvr>
                                      <p:tavLst>
                                        <p:tav tm="0">
                                          <p:val>
                                            <p:strVal val="#ppt_x"/>
                                          </p:val>
                                        </p:tav>
                                        <p:tav tm="100000">
                                          <p:val>
                                            <p:strVal val="#ppt_x"/>
                                          </p:val>
                                        </p:tav>
                                      </p:tavLst>
                                    </p:anim>
                                    <p:anim calcmode="lin" valueType="num">
                                      <p:cBhvr additive="base">
                                        <p:cTn id="5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3" presetClass="exit" presetSubtype="10" fill="hold" nodeType="clickEffect">
                                  <p:stCondLst>
                                    <p:cond delay="0"/>
                                  </p:stCondLst>
                                  <p:childTnLst>
                                    <p:animEffect transition="out" filter="blinds(horizontal)">
                                      <p:cBhvr>
                                        <p:cTn id="58" dur="500"/>
                                        <p:tgtEl>
                                          <p:spTgt spid="13"/>
                                        </p:tgtEl>
                                      </p:cBhvr>
                                    </p:animEffect>
                                    <p:set>
                                      <p:cBhvr>
                                        <p:cTn id="5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4" grpId="0"/>
      <p:bldP spid="4" grpId="1"/>
      <p:bldP spid="7" grpId="0"/>
      <p:bldP spid="7" grpId="1"/>
      <p:bldP spid="10" grpId="0"/>
      <p:bldP spid="10" grpId="1"/>
      <p:bldP spid="12" grpId="0"/>
      <p:bldP spid="12"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288780" y="3193415"/>
            <a:ext cx="2837180" cy="1760141"/>
            <a:chOff x="7787" y="3144"/>
            <a:chExt cx="5660" cy="1958"/>
          </a:xfrm>
        </p:grpSpPr>
        <p:sp>
          <p:nvSpPr>
            <p:cNvPr id="33" name="圆角矩形 32"/>
            <p:cNvSpPr/>
            <p:nvPr/>
          </p:nvSpPr>
          <p:spPr>
            <a:xfrm>
              <a:off x="8776" y="3144"/>
              <a:ext cx="3577" cy="1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787" y="3219"/>
              <a:ext cx="5660" cy="1883"/>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勿</a:t>
              </a:r>
            </a:p>
            <a:p>
              <a:pPr algn="ctr" fontAlgn="ctr"/>
              <a:endParaRPr lang="zh-CN" altLang="zh-CN" sz="2000"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副词，书面语，</a:t>
              </a:r>
              <a:endParaRPr lang="en-US"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r>
                <a:rPr lang="zh-CN" altLang="en-US" sz="2000" b="1" dirty="0">
                  <a:solidFill>
                    <a:schemeClr val="bg1">
                      <a:lumMod val="65000"/>
                    </a:schemeClr>
                  </a:solidFill>
                  <a:highlight>
                    <a:srgbClr val="FFFF00"/>
                  </a:highlight>
                  <a:latin typeface="华文楷体" panose="02010600040101010101" charset="-122"/>
                  <a:ea typeface="华文楷体" panose="02010600040101010101" charset="-122"/>
                  <a:cs typeface="华文楷体" panose="02010600040101010101" charset="-122"/>
                  <a:sym typeface="华文细黑" panose="02010600040101010101" pitchFamily="2" charset="-122"/>
                </a:rPr>
                <a:t>不要”</a:t>
              </a:r>
            </a:p>
          </p:txBody>
        </p:sp>
      </p:grpSp>
      <p:grpSp>
        <p:nvGrpSpPr>
          <p:cNvPr id="68" name="组合 67"/>
          <p:cNvGrpSpPr/>
          <p:nvPr/>
        </p:nvGrpSpPr>
        <p:grpSpPr>
          <a:xfrm>
            <a:off x="328930" y="2244725"/>
            <a:ext cx="8538845" cy="837565"/>
            <a:chOff x="518" y="3412"/>
            <a:chExt cx="13447" cy="1319"/>
          </a:xfrm>
        </p:grpSpPr>
        <p:sp>
          <p:nvSpPr>
            <p:cNvPr id="62" name="圆角矩形 61"/>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8" y="3412"/>
              <a:ext cx="13446" cy="1309"/>
            </a:xfrm>
            <a:prstGeom prst="rect">
              <a:avLst/>
            </a:prstGeom>
            <a:noFill/>
          </p:spPr>
          <p:txBody>
            <a:bodyPr wrap="square">
              <a:spAutoFit/>
            </a:bodyPr>
            <a:lstStyle/>
            <a:p>
              <a:pPr lvl="0" algn="ctr" fontAlgn="base" hangingPunct="0">
                <a:lnSpc>
                  <a:spcPct val="150000"/>
                </a:lnSpc>
              </a:pPr>
              <a:r>
                <a:rPr lang="zh-CN" altLang="en-US" sz="3200" b="1" dirty="0">
                  <a:latin typeface="华文楷体" panose="02010600040101010101" charset="-122"/>
                  <a:ea typeface="华文楷体" panose="02010600040101010101" charset="-122"/>
                  <a:sym typeface="华文细黑" panose="02010600040101010101" pitchFamily="2" charset="-122"/>
                </a:rPr>
                <a:t>非工作人员，请</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勿</a:t>
              </a:r>
              <a:r>
                <a:rPr lang="zh-CN" altLang="en-US" sz="3200" b="1" dirty="0">
                  <a:latin typeface="华文楷体" panose="02010600040101010101" charset="-122"/>
                  <a:ea typeface="华文楷体" panose="02010600040101010101" charset="-122"/>
                  <a:sym typeface="华文细黑" panose="02010600040101010101" pitchFamily="2" charset="-122"/>
                </a:rPr>
                <a:t>入内。</a:t>
              </a:r>
            </a:p>
          </p:txBody>
        </p:sp>
      </p:grpSp>
      <p:grpSp>
        <p:nvGrpSpPr>
          <p:cNvPr id="80" name="组合 79"/>
          <p:cNvGrpSpPr/>
          <p:nvPr/>
        </p:nvGrpSpPr>
        <p:grpSpPr>
          <a:xfrm>
            <a:off x="328930" y="4643121"/>
            <a:ext cx="9130954" cy="990514"/>
            <a:chOff x="518" y="3425"/>
            <a:chExt cx="13447" cy="1306"/>
          </a:xfrm>
        </p:grpSpPr>
        <p:sp>
          <p:nvSpPr>
            <p:cNvPr id="81" name="圆角矩形 80"/>
            <p:cNvSpPr/>
            <p:nvPr/>
          </p:nvSpPr>
          <p:spPr>
            <a:xfrm>
              <a:off x="518" y="3426"/>
              <a:ext cx="13447" cy="1305"/>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8" y="3425"/>
              <a:ext cx="13447" cy="1096"/>
            </a:xfrm>
            <a:prstGeom prst="rect">
              <a:avLst/>
            </a:prstGeom>
            <a:noFill/>
          </p:spPr>
          <p:txBody>
            <a:bodyPr wrap="square">
              <a:spAutoFit/>
            </a:bodyPr>
            <a:lstStyle/>
            <a:p>
              <a:pPr algn="r" fontAlgn="base" hangingPunct="0">
                <a:lnSpc>
                  <a:spcPct val="150000"/>
                </a:lnSpc>
              </a:pPr>
              <a:r>
                <a:rPr lang="zh-CN" altLang="en-US" sz="3200" b="1" dirty="0">
                  <a:latin typeface="华文楷体" panose="02010600040101010101" charset="-122"/>
                  <a:ea typeface="华文楷体" panose="02010600040101010101" charset="-122"/>
                  <a:sym typeface="华文细黑" panose="02010600040101010101" pitchFamily="2" charset="-122"/>
                </a:rPr>
                <a:t>网上购票者须注意网站的安全性，切</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勿</a:t>
              </a:r>
              <a:r>
                <a:rPr lang="zh-CN" altLang="en-US" sz="3200" b="1" dirty="0">
                  <a:latin typeface="华文楷体" panose="02010600040101010101" charset="-122"/>
                  <a:ea typeface="华文楷体" panose="02010600040101010101" charset="-122"/>
                  <a:sym typeface="华文细黑" panose="02010600040101010101" pitchFamily="2" charset="-122"/>
                </a:rPr>
                <a:t>上当受骗。</a:t>
              </a:r>
            </a:p>
          </p:txBody>
        </p:sp>
      </p:grpSp>
      <p:pic>
        <p:nvPicPr>
          <p:cNvPr id="2" name="图片 1"/>
          <p:cNvPicPr>
            <a:picLocks noChangeAspect="1"/>
          </p:cNvPicPr>
          <p:nvPr/>
        </p:nvPicPr>
        <p:blipFill>
          <a:blip r:embed="rId5"/>
          <a:stretch>
            <a:fillRect/>
          </a:stretch>
        </p:blipFill>
        <p:spPr>
          <a:xfrm>
            <a:off x="7052945" y="5437424"/>
            <a:ext cx="2190750" cy="1419225"/>
          </a:xfrm>
          <a:prstGeom prst="rect">
            <a:avLst/>
          </a:prstGeom>
        </p:spPr>
      </p:pic>
      <p:pic>
        <p:nvPicPr>
          <p:cNvPr id="3" name="图片 2"/>
          <p:cNvPicPr>
            <a:picLocks noChangeAspect="1"/>
          </p:cNvPicPr>
          <p:nvPr/>
        </p:nvPicPr>
        <p:blipFill>
          <a:blip r:embed="rId6"/>
          <a:stretch>
            <a:fillRect/>
          </a:stretch>
        </p:blipFill>
        <p:spPr>
          <a:xfrm>
            <a:off x="7549923" y="1983977"/>
            <a:ext cx="1768929" cy="1352710"/>
          </a:xfrm>
          <a:prstGeom prst="rect">
            <a:avLst/>
          </a:prstGeom>
        </p:spPr>
      </p:pic>
      <p:pic>
        <p:nvPicPr>
          <p:cNvPr id="4" name="图片 3" descr="截屏2025-02-27 下午9.06.59"/>
          <p:cNvPicPr>
            <a:picLocks noChangeAspect="1"/>
          </p:cNvPicPr>
          <p:nvPr/>
        </p:nvPicPr>
        <p:blipFill>
          <a:blip r:embed="rId7"/>
          <a:stretch>
            <a:fillRect/>
          </a:stretch>
        </p:blipFill>
        <p:spPr>
          <a:xfrm>
            <a:off x="0" y="2083435"/>
            <a:ext cx="9575800" cy="2560320"/>
          </a:xfrm>
          <a:prstGeom prst="rect">
            <a:avLst/>
          </a:prstGeom>
        </p:spPr>
      </p:pic>
      <p:sp>
        <p:nvSpPr>
          <p:cNvPr id="6" name="文本框 5"/>
          <p:cNvSpPr txBox="1"/>
          <p:nvPr/>
        </p:nvSpPr>
        <p:spPr>
          <a:xfrm>
            <a:off x="5712460" y="3082290"/>
            <a:ext cx="4064000" cy="460375"/>
          </a:xfrm>
          <a:prstGeom prst="rect">
            <a:avLst/>
          </a:prstGeom>
          <a:noFill/>
        </p:spPr>
        <p:txBody>
          <a:bodyPr wrap="square" rtlCol="0">
            <a:spAutoFit/>
          </a:bodyPr>
          <a:lstStyle/>
          <a:p>
            <a:r>
              <a:rPr lang="zh-CN" altLang="en-US" sz="2400">
                <a:solidFill>
                  <a:srgbClr val="FF0000"/>
                </a:solidFill>
              </a:rPr>
              <a:t>请勿打扰</a:t>
            </a:r>
          </a:p>
        </p:txBody>
      </p:sp>
      <p:sp>
        <p:nvSpPr>
          <p:cNvPr id="7" name="文本框 6"/>
          <p:cNvSpPr txBox="1"/>
          <p:nvPr/>
        </p:nvSpPr>
        <p:spPr>
          <a:xfrm>
            <a:off x="4064000" y="4029710"/>
            <a:ext cx="4064000" cy="460375"/>
          </a:xfrm>
          <a:prstGeom prst="rect">
            <a:avLst/>
          </a:prstGeom>
          <a:noFill/>
        </p:spPr>
        <p:txBody>
          <a:bodyPr wrap="square" rtlCol="0">
            <a:spAutoFit/>
          </a:bodyPr>
          <a:lstStyle/>
          <a:p>
            <a:r>
              <a:rPr lang="zh-CN" altLang="en-US" sz="2400">
                <a:solidFill>
                  <a:srgbClr val="FF0000"/>
                </a:solidFill>
              </a:rPr>
              <a:t>请勿吸烟</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6" grpId="0"/>
      <p:bldP spid="6" grpId="1"/>
      <p:bldP spid="7" grpId="0"/>
      <p:bldP spid="7"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635" y="1981835"/>
            <a:ext cx="2038985" cy="487553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212" y="-529167"/>
            <a:ext cx="1801707" cy="2511213"/>
          </a:xfrm>
          <a:prstGeom prst="rect">
            <a:avLst/>
          </a:prstGeom>
        </p:spPr>
      </p:pic>
      <p:sp>
        <p:nvSpPr>
          <p:cNvPr id="2" name="文本框 1"/>
          <p:cNvSpPr txBox="1"/>
          <p:nvPr/>
        </p:nvSpPr>
        <p:spPr>
          <a:xfrm>
            <a:off x="596900" y="2279650"/>
            <a:ext cx="1082040" cy="706755"/>
          </a:xfrm>
          <a:prstGeom prst="rect">
            <a:avLst/>
          </a:prstGeom>
          <a:noFill/>
        </p:spPr>
        <p:txBody>
          <a:bodyPr wrap="square" rtlCol="0">
            <a:spAutoFit/>
            <a:scene3d>
              <a:camera prst="orthographicFront"/>
              <a:lightRig rig="threePt" dir="t"/>
            </a:scene3d>
          </a:bodyPr>
          <a:lstStyle/>
          <a:p>
            <a:r>
              <a:rPr lang="zh-CN" altLang="en-US" sz="4000">
                <a:solidFill>
                  <a:schemeClr val="accent1"/>
                </a:solidFill>
                <a:effectLst>
                  <a:outerShdw blurRad="38100" dist="25400" dir="5400000" algn="ctr" rotWithShape="0">
                    <a:srgbClr val="6E747A">
                      <a:alpha val="43000"/>
                      <a:alpha val="43000"/>
                    </a:srgbClr>
                  </a:outerShdw>
                </a:effectLst>
              </a:rPr>
              <a:t>击</a:t>
            </a:r>
          </a:p>
        </p:txBody>
      </p:sp>
      <p:pic>
        <p:nvPicPr>
          <p:cNvPr id="3" name="图片 2"/>
          <p:cNvPicPr/>
          <p:nvPr/>
        </p:nvPicPr>
        <p:blipFill>
          <a:blip r:embed="rId5"/>
          <a:stretch>
            <a:fillRect/>
          </a:stretch>
        </p:blipFill>
        <p:spPr>
          <a:xfrm>
            <a:off x="3335020" y="375285"/>
            <a:ext cx="4626610" cy="6292215"/>
          </a:xfrm>
          <a:prstGeom prst="rect">
            <a:avLst/>
          </a:prstGeom>
        </p:spPr>
      </p:pic>
      <p:sp>
        <p:nvSpPr>
          <p:cNvPr id="15" name="矩形 14"/>
          <p:cNvSpPr/>
          <p:nvPr/>
        </p:nvSpPr>
        <p:spPr>
          <a:xfrm>
            <a:off x="8642985" y="782955"/>
            <a:ext cx="2014220" cy="1198880"/>
          </a:xfrm>
          <a:prstGeom prst="rect">
            <a:avLst/>
          </a:prstGeom>
          <a:noFill/>
          <a:ln>
            <a:noFill/>
          </a:ln>
        </p:spPr>
        <p:txBody>
          <a:bodyPr wrap="none" rtlCol="0" anchor="t">
            <a:spAutoFit/>
          </a:bodyPr>
          <a:lstStyle/>
          <a:p>
            <a:pPr algn="ctr"/>
            <a:r>
              <a:rPr lang="zh-CN" altLang="en-US" sz="7200" b="1">
                <a:ln/>
                <a:solidFill>
                  <a:schemeClr val="accent1"/>
                </a:solidFill>
                <a:effectLst>
                  <a:outerShdw blurRad="38100" dist="25400" dir="5400000" algn="ctr" rotWithShape="0">
                    <a:srgbClr val="6E747A">
                      <a:alpha val="43000"/>
                      <a:alpha val="43000"/>
                    </a:srgbClr>
                  </a:outerShdw>
                </a:effectLst>
              </a:rPr>
              <a:t>拳击</a:t>
            </a:r>
          </a:p>
        </p:txBody>
      </p:sp>
      <p:pic>
        <p:nvPicPr>
          <p:cNvPr id="16" name="图片 15"/>
          <p:cNvPicPr/>
          <p:nvPr/>
        </p:nvPicPr>
        <p:blipFill>
          <a:blip r:embed="rId6"/>
          <a:stretch>
            <a:fillRect/>
          </a:stretch>
        </p:blipFill>
        <p:spPr>
          <a:xfrm>
            <a:off x="2602230" y="375285"/>
            <a:ext cx="5766435" cy="5851525"/>
          </a:xfrm>
          <a:prstGeom prst="rect">
            <a:avLst/>
          </a:prstGeom>
        </p:spPr>
      </p:pic>
      <p:sp>
        <p:nvSpPr>
          <p:cNvPr id="17" name="矩形 16"/>
          <p:cNvSpPr/>
          <p:nvPr/>
        </p:nvSpPr>
        <p:spPr>
          <a:xfrm>
            <a:off x="8932545" y="2829560"/>
            <a:ext cx="2014220" cy="1198880"/>
          </a:xfrm>
          <a:prstGeom prst="rect">
            <a:avLst/>
          </a:prstGeom>
          <a:noFill/>
          <a:ln>
            <a:noFill/>
          </a:ln>
        </p:spPr>
        <p:txBody>
          <a:bodyPr wrap="none" rtlCol="0" anchor="t">
            <a:spAutoFit/>
          </a:bodyPr>
          <a:lstStyle/>
          <a:p>
            <a:pPr algn="ctr"/>
            <a:r>
              <a:rPr lang="zh-CN" altLang="en-US" sz="7200" b="1">
                <a:ln/>
                <a:solidFill>
                  <a:schemeClr val="accent1"/>
                </a:solidFill>
                <a:effectLst>
                  <a:outerShdw blurRad="38100" dist="25400" dir="5400000" algn="ctr" rotWithShape="0">
                    <a:srgbClr val="6E747A">
                      <a:alpha val="43000"/>
                      <a:alpha val="43000"/>
                    </a:srgbClr>
                  </a:outerShdw>
                </a:effectLst>
              </a:rPr>
              <a:t>击剑</a:t>
            </a:r>
          </a:p>
        </p:txBody>
      </p:sp>
      <p:sp>
        <p:nvSpPr>
          <p:cNvPr id="18" name="文本框 17"/>
          <p:cNvSpPr txBox="1"/>
          <p:nvPr/>
        </p:nvSpPr>
        <p:spPr>
          <a:xfrm>
            <a:off x="596900" y="4456430"/>
            <a:ext cx="1082040" cy="706755"/>
          </a:xfrm>
          <a:prstGeom prst="rect">
            <a:avLst/>
          </a:prstGeom>
          <a:noFill/>
        </p:spPr>
        <p:txBody>
          <a:bodyPr wrap="square" rtlCol="0">
            <a:spAutoFit/>
            <a:scene3d>
              <a:camera prst="orthographicFront"/>
              <a:lightRig rig="threePt" dir="t"/>
            </a:scene3d>
          </a:bodyPr>
          <a:lstStyle/>
          <a:p>
            <a:r>
              <a:rPr lang="zh-CN" altLang="en-US" sz="4000">
                <a:solidFill>
                  <a:schemeClr val="accent1"/>
                </a:solidFill>
                <a:effectLst>
                  <a:outerShdw blurRad="38100" dist="25400" dir="5400000" algn="ctr" rotWithShape="0">
                    <a:srgbClr val="6E747A">
                      <a:alpha val="43000"/>
                      <a:alpha val="43000"/>
                    </a:srgbClr>
                  </a:outerShdw>
                </a:effectLst>
              </a:rPr>
              <a:t>顿</a:t>
            </a:r>
          </a:p>
        </p:txBody>
      </p:sp>
      <p:pic>
        <p:nvPicPr>
          <p:cNvPr id="19" name="图片 18"/>
          <p:cNvPicPr>
            <a:picLocks noChangeAspect="1"/>
          </p:cNvPicPr>
          <p:nvPr/>
        </p:nvPicPr>
        <p:blipFill>
          <a:blip r:embed="rId7"/>
          <a:stretch>
            <a:fillRect/>
          </a:stretch>
        </p:blipFill>
        <p:spPr>
          <a:xfrm>
            <a:off x="3714750" y="1714500"/>
            <a:ext cx="4762500" cy="3429000"/>
          </a:xfrm>
          <a:prstGeom prst="rect">
            <a:avLst/>
          </a:prstGeom>
        </p:spPr>
      </p:pic>
      <p:pic>
        <p:nvPicPr>
          <p:cNvPr id="21" name="图片 20"/>
          <p:cNvPicPr/>
          <p:nvPr/>
        </p:nvPicPr>
        <p:blipFill>
          <a:blip r:embed="rId8"/>
          <a:stretch>
            <a:fillRect/>
          </a:stretch>
        </p:blipFill>
        <p:spPr>
          <a:xfrm>
            <a:off x="2921000" y="254000"/>
            <a:ext cx="6350000" cy="6350000"/>
          </a:xfrm>
          <a:prstGeom prst="rect">
            <a:avLst/>
          </a:prstGeom>
        </p:spPr>
      </p:pic>
      <p:sp>
        <p:nvSpPr>
          <p:cNvPr id="22" name="矩形 21"/>
          <p:cNvSpPr/>
          <p:nvPr/>
        </p:nvSpPr>
        <p:spPr>
          <a:xfrm>
            <a:off x="9495155" y="4028440"/>
            <a:ext cx="2014220" cy="1198880"/>
          </a:xfrm>
          <a:prstGeom prst="rect">
            <a:avLst/>
          </a:prstGeom>
          <a:noFill/>
          <a:ln>
            <a:noFill/>
          </a:ln>
        </p:spPr>
        <p:txBody>
          <a:bodyPr wrap="none" rtlCol="0" anchor="t">
            <a:spAutoFit/>
          </a:bodyPr>
          <a:lstStyle/>
          <a:p>
            <a:pPr algn="ctr"/>
            <a:r>
              <a:rPr lang="zh-CN" altLang="en-US" sz="7200" b="1">
                <a:ln/>
                <a:solidFill>
                  <a:schemeClr val="accent1"/>
                </a:solidFill>
                <a:effectLst>
                  <a:outerShdw blurRad="38100" dist="25400" dir="5400000" algn="ctr" rotWithShape="0">
                    <a:srgbClr val="6E747A">
                      <a:alpha val="43000"/>
                      <a:alpha val="43000"/>
                    </a:srgbClr>
                  </a:outerShdw>
                </a:effectLst>
              </a:rPr>
              <a:t>停顿</a:t>
            </a:r>
          </a:p>
        </p:txBody>
      </p:sp>
      <p:pic>
        <p:nvPicPr>
          <p:cNvPr id="24" name="图片 23"/>
          <p:cNvPicPr/>
          <p:nvPr/>
        </p:nvPicPr>
        <p:blipFill>
          <a:blip r:embed="rId9"/>
          <a:stretch>
            <a:fillRect/>
          </a:stretch>
        </p:blipFill>
        <p:spPr>
          <a:xfrm>
            <a:off x="2745132" y="-190500"/>
            <a:ext cx="6320737" cy="6858000"/>
          </a:xfrm>
          <a:prstGeom prst="rect">
            <a:avLst/>
          </a:prstGeom>
        </p:spPr>
      </p:pic>
      <p:sp>
        <p:nvSpPr>
          <p:cNvPr id="25" name="矩形 24"/>
          <p:cNvSpPr/>
          <p:nvPr/>
        </p:nvSpPr>
        <p:spPr>
          <a:xfrm>
            <a:off x="9291955" y="5405120"/>
            <a:ext cx="2929890" cy="1198880"/>
          </a:xfrm>
          <a:prstGeom prst="rect">
            <a:avLst/>
          </a:prstGeom>
          <a:noFill/>
          <a:ln>
            <a:noFill/>
          </a:ln>
        </p:spPr>
        <p:txBody>
          <a:bodyPr wrap="none" rtlCol="0" anchor="t">
            <a:spAutoFit/>
          </a:bodyPr>
          <a:lstStyle/>
          <a:p>
            <a:pPr algn="ctr"/>
            <a:r>
              <a:rPr lang="zh-CN" altLang="en-US" sz="7200" b="1">
                <a:ln/>
                <a:solidFill>
                  <a:schemeClr val="accent1"/>
                </a:solidFill>
                <a:effectLst>
                  <a:outerShdw blurRad="38100" dist="25400" dir="5400000" algn="ctr" rotWithShape="0">
                    <a:srgbClr val="6E747A">
                      <a:alpha val="43000"/>
                      <a:alpha val="43000"/>
                    </a:srgbClr>
                  </a:outerShdw>
                </a:effectLst>
              </a:rPr>
              <a:t>一顿饭</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2" nodeType="clickEffect">
                                  <p:stCondLst>
                                    <p:cond delay="0"/>
                                  </p:stCondLst>
                                  <p:childTnLst>
                                    <p:animEffect transition="out" filter="blinds(horizontal)">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par>
                                <p:cTn id="28" presetID="3" presetClass="exit" presetSubtype="10" fill="hold" nodeType="withEffect">
                                  <p:stCondLst>
                                    <p:cond delay="0"/>
                                  </p:stCondLst>
                                  <p:childTnLst>
                                    <p:animEffect transition="out" filter="blinds(horizontal)">
                                      <p:cBhvr>
                                        <p:cTn id="29" dur="500"/>
                                        <p:tgtEl>
                                          <p:spTgt spid="3"/>
                                        </p:tgtEl>
                                      </p:cBhvr>
                                    </p:animEffect>
                                    <p:set>
                                      <p:cBhvr>
                                        <p:cTn id="30" dur="1" fill="hold">
                                          <p:stCondLst>
                                            <p:cond delay="499"/>
                                          </p:stCondLst>
                                        </p:cTn>
                                        <p:tgtEl>
                                          <p:spTgt spid="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xit" presetSubtype="10" fill="hold" nodeType="clickEffect">
                                  <p:stCondLst>
                                    <p:cond delay="0"/>
                                  </p:stCondLst>
                                  <p:childTnLst>
                                    <p:animEffect transition="out" filter="blinds(horizontal)">
                                      <p:cBhvr>
                                        <p:cTn id="44" dur="500"/>
                                        <p:tgtEl>
                                          <p:spTgt spid="16"/>
                                        </p:tgtEl>
                                      </p:cBhvr>
                                    </p:animEffect>
                                    <p:set>
                                      <p:cBhvr>
                                        <p:cTn id="45" dur="1" fill="hold">
                                          <p:stCondLst>
                                            <p:cond delay="499"/>
                                          </p:stCondLst>
                                        </p:cTn>
                                        <p:tgtEl>
                                          <p:spTgt spid="16"/>
                                        </p:tgtEl>
                                        <p:attrNameLst>
                                          <p:attrName>style.visibility</p:attrName>
                                        </p:attrNameLst>
                                      </p:cBhvr>
                                      <p:to>
                                        <p:strVal val="hidden"/>
                                      </p:to>
                                    </p:set>
                                  </p:childTnLst>
                                </p:cTn>
                              </p:par>
                              <p:par>
                                <p:cTn id="46" presetID="3" presetClass="exit" presetSubtype="10" fill="hold" grpId="2" nodeType="withEffect">
                                  <p:stCondLst>
                                    <p:cond delay="0"/>
                                  </p:stCondLst>
                                  <p:childTnLst>
                                    <p:animEffect transition="out" filter="blinds(horizontal)">
                                      <p:cBhvr>
                                        <p:cTn id="47" dur="500"/>
                                        <p:tgtEl>
                                          <p:spTgt spid="17"/>
                                        </p:tgtEl>
                                      </p:cBhvr>
                                    </p:animEffect>
                                    <p:set>
                                      <p:cBhvr>
                                        <p:cTn id="48" dur="1" fill="hold">
                                          <p:stCondLst>
                                            <p:cond delay="499"/>
                                          </p:stCondLst>
                                        </p:cTn>
                                        <p:tgtEl>
                                          <p:spTgt spid="1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ppt_x"/>
                                          </p:val>
                                        </p:tav>
                                        <p:tav tm="100000">
                                          <p:val>
                                            <p:strVal val="#ppt_x"/>
                                          </p:val>
                                        </p:tav>
                                      </p:tavLst>
                                    </p:anim>
                                    <p:anim calcmode="lin" valueType="num">
                                      <p:cBhvr additive="base">
                                        <p:cTn id="54" dur="500" fill="hold"/>
                                        <p:tgtEl>
                                          <p:spTgt spid="1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00" fill="hold"/>
                                        <p:tgtEl>
                                          <p:spTgt spid="22"/>
                                        </p:tgtEl>
                                        <p:attrNameLst>
                                          <p:attrName>ppt_x</p:attrName>
                                        </p:attrNameLst>
                                      </p:cBhvr>
                                      <p:tavLst>
                                        <p:tav tm="0">
                                          <p:val>
                                            <p:strVal val="#ppt_x"/>
                                          </p:val>
                                        </p:tav>
                                        <p:tav tm="100000">
                                          <p:val>
                                            <p:strVal val="#ppt_x"/>
                                          </p:val>
                                        </p:tav>
                                      </p:tavLst>
                                    </p:anim>
                                    <p:anim calcmode="lin" valueType="num">
                                      <p:cBhvr additive="base">
                                        <p:cTn id="7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3" presetClass="exit" presetSubtype="10" fill="hold" nodeType="clickEffect">
                                  <p:stCondLst>
                                    <p:cond delay="0"/>
                                  </p:stCondLst>
                                  <p:childTnLst>
                                    <p:animEffect transition="out" filter="blinds(horizontal)">
                                      <p:cBhvr>
                                        <p:cTn id="74" dur="500"/>
                                        <p:tgtEl>
                                          <p:spTgt spid="21"/>
                                        </p:tgtEl>
                                      </p:cBhvr>
                                    </p:animEffect>
                                    <p:set>
                                      <p:cBhvr>
                                        <p:cTn id="75" dur="1" fill="hold">
                                          <p:stCondLst>
                                            <p:cond delay="499"/>
                                          </p:stCondLst>
                                        </p:cTn>
                                        <p:tgtEl>
                                          <p:spTgt spid="21"/>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24"/>
                                        </p:tgtEl>
                                        <p:attrNameLst>
                                          <p:attrName>style.visibility</p:attrName>
                                        </p:attrNameLst>
                                      </p:cBhvr>
                                      <p:to>
                                        <p:strVal val="visible"/>
                                      </p:to>
                                    </p:set>
                                    <p:anim calcmode="lin" valueType="num">
                                      <p:cBhvr additive="base">
                                        <p:cTn id="80" dur="500" fill="hold"/>
                                        <p:tgtEl>
                                          <p:spTgt spid="24"/>
                                        </p:tgtEl>
                                        <p:attrNameLst>
                                          <p:attrName>ppt_x</p:attrName>
                                        </p:attrNameLst>
                                      </p:cBhvr>
                                      <p:tavLst>
                                        <p:tav tm="0">
                                          <p:val>
                                            <p:strVal val="#ppt_x"/>
                                          </p:val>
                                        </p:tav>
                                        <p:tav tm="100000">
                                          <p:val>
                                            <p:strVal val="#ppt_x"/>
                                          </p:val>
                                        </p:tav>
                                      </p:tavLst>
                                    </p:anim>
                                    <p:anim calcmode="lin" valueType="num">
                                      <p:cBhvr additive="base">
                                        <p:cTn id="81" dur="500" fill="hold"/>
                                        <p:tgtEl>
                                          <p:spTgt spid="24"/>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25"/>
                                        </p:tgtEl>
                                        <p:attrNameLst>
                                          <p:attrName>style.visibility</p:attrName>
                                        </p:attrNameLst>
                                      </p:cBhvr>
                                      <p:to>
                                        <p:strVal val="visible"/>
                                      </p:to>
                                    </p:set>
                                    <p:anim calcmode="lin" valueType="num">
                                      <p:cBhvr additive="base">
                                        <p:cTn id="84" dur="500" fill="hold"/>
                                        <p:tgtEl>
                                          <p:spTgt spid="25"/>
                                        </p:tgtEl>
                                        <p:attrNameLst>
                                          <p:attrName>ppt_x</p:attrName>
                                        </p:attrNameLst>
                                      </p:cBhvr>
                                      <p:tavLst>
                                        <p:tav tm="0">
                                          <p:val>
                                            <p:strVal val="#ppt_x"/>
                                          </p:val>
                                        </p:tav>
                                        <p:tav tm="100000">
                                          <p:val>
                                            <p:strVal val="#ppt_x"/>
                                          </p:val>
                                        </p:tav>
                                      </p:tavLst>
                                    </p:anim>
                                    <p:anim calcmode="lin" valueType="num">
                                      <p:cBhvr additive="base">
                                        <p:cTn id="85"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 grpId="0"/>
      <p:bldP spid="2" grpId="1"/>
      <p:bldP spid="15" grpId="0"/>
      <p:bldP spid="15" grpId="1"/>
      <p:bldP spid="15" grpId="2"/>
      <p:bldP spid="17" grpId="0"/>
      <p:bldP spid="17" grpId="1"/>
      <p:bldP spid="17" grpId="2"/>
      <p:bldP spid="18" grpId="0"/>
      <p:bldP spid="18" grpId="1"/>
      <p:bldP spid="22" grpId="0"/>
      <p:bldP spid="22" grpId="1"/>
      <p:bldP spid="25" grpId="0"/>
      <p:bldP spid="25"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5"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grpSp>
        <p:nvGrpSpPr>
          <p:cNvPr id="9" name="组合 8"/>
          <p:cNvGrpSpPr/>
          <p:nvPr/>
        </p:nvGrpSpPr>
        <p:grpSpPr>
          <a:xfrm>
            <a:off x="2882265" y="372745"/>
            <a:ext cx="6427470" cy="708025"/>
            <a:chOff x="4428" y="448"/>
            <a:chExt cx="3124" cy="1115"/>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文本框 43"/>
            <p:cNvSpPr txBox="1"/>
            <p:nvPr/>
          </p:nvSpPr>
          <p:spPr>
            <a:xfrm>
              <a:off x="4429" y="448"/>
              <a:ext cx="3123" cy="1115"/>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撞  疯</a:t>
              </a:r>
              <a:r>
                <a:rPr lang="en-US" altLang="zh-CN" sz="4000" b="1" dirty="0">
                  <a:solidFill>
                    <a:schemeClr val="bg1"/>
                  </a:solidFill>
                  <a:latin typeface="华文楷体" panose="02010600040101010101" charset="-122"/>
                  <a:ea typeface="华文楷体" panose="02010600040101010101" charset="-122"/>
                  <a:sym typeface="宋体" panose="02010600030101010101" pitchFamily="2" charset="-122"/>
                </a:rPr>
                <a:t>  </a:t>
              </a: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钓  勿  漏  击  顿</a:t>
              </a:r>
            </a:p>
          </p:txBody>
        </p:sp>
      </p:grpSp>
      <p:grpSp>
        <p:nvGrpSpPr>
          <p:cNvPr id="4" name="组合 3"/>
          <p:cNvGrpSpPr/>
          <p:nvPr/>
        </p:nvGrpSpPr>
        <p:grpSpPr>
          <a:xfrm>
            <a:off x="-349885" y="1237615"/>
            <a:ext cx="12430760" cy="1668779"/>
            <a:chOff x="-443" y="1654"/>
            <a:chExt cx="19576" cy="2564"/>
          </a:xfrm>
        </p:grpSpPr>
        <p:sp>
          <p:nvSpPr>
            <p:cNvPr id="2" name="矩形 1"/>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下午海面平静时，他们就下海游泳或者</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鱼。</a:t>
              </a: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7" name="组合 6"/>
          <p:cNvGrpSpPr/>
          <p:nvPr/>
        </p:nvGrpSpPr>
        <p:grpSpPr>
          <a:xfrm>
            <a:off x="-349885" y="2957195"/>
            <a:ext cx="12430760" cy="1628140"/>
            <a:chOff x="-443" y="1654"/>
            <a:chExt cx="19576" cy="2564"/>
          </a:xfrm>
        </p:grpSpPr>
        <p:sp>
          <p:nvSpPr>
            <p:cNvPr id="8" name="矩形 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包括他的父母，所有人都觉得他</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了。</a:t>
              </a: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17" name="组合 16"/>
          <p:cNvGrpSpPr/>
          <p:nvPr/>
        </p:nvGrpSpPr>
        <p:grpSpPr>
          <a:xfrm>
            <a:off x="-406400" y="4636135"/>
            <a:ext cx="12430760" cy="1628140"/>
            <a:chOff x="-443" y="1654"/>
            <a:chExt cx="19576" cy="2564"/>
          </a:xfrm>
        </p:grpSpPr>
        <p:sp>
          <p:nvSpPr>
            <p:cNvPr id="18" name="矩形 1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航行的过程中，可能出现船身</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水的情况。</a:t>
              </a:r>
            </a:p>
          </p:txBody>
        </p:sp>
        <p:pic>
          <p:nvPicPr>
            <p:cNvPr id="23" name="图片 22"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24" name="文本框 23"/>
          <p:cNvSpPr txBox="1"/>
          <p:nvPr/>
        </p:nvSpPr>
        <p:spPr>
          <a:xfrm>
            <a:off x="8297748" y="3645786"/>
            <a:ext cx="1995170" cy="707886"/>
          </a:xfrm>
          <a:prstGeom prst="rect">
            <a:avLst/>
          </a:prstGeom>
          <a:noFill/>
        </p:spPr>
        <p:txBody>
          <a:bodyPr wrap="square" rtlCol="0" anchor="t">
            <a:spAutoFit/>
          </a:bodyPr>
          <a:lstStyle/>
          <a:p>
            <a:pPr algn="ctr"/>
            <a:r>
              <a:rPr lang="zh-CN" altLang="en-US" sz="40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疯</a:t>
            </a:r>
            <a:endParaRPr lang="zh-CN" altLang="en-US" sz="40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
        <p:nvSpPr>
          <p:cNvPr id="25" name="文本框 24"/>
          <p:cNvSpPr txBox="1"/>
          <p:nvPr/>
        </p:nvSpPr>
        <p:spPr>
          <a:xfrm>
            <a:off x="7300163" y="5399792"/>
            <a:ext cx="1995170" cy="707886"/>
          </a:xfrm>
          <a:prstGeom prst="rect">
            <a:avLst/>
          </a:prstGeom>
          <a:noFill/>
        </p:spPr>
        <p:txBody>
          <a:bodyPr wrap="square" rtlCol="0" anchor="t">
            <a:spAutoFit/>
          </a:bodyPr>
          <a:lstStyle/>
          <a:p>
            <a:pPr algn="ctr"/>
            <a:r>
              <a:rPr lang="zh-CN" altLang="en-US" sz="40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漏</a:t>
            </a:r>
          </a:p>
        </p:txBody>
      </p:sp>
      <p:sp>
        <p:nvSpPr>
          <p:cNvPr id="34" name="文本框 33"/>
          <p:cNvSpPr txBox="1"/>
          <p:nvPr/>
        </p:nvSpPr>
        <p:spPr>
          <a:xfrm>
            <a:off x="9451514" y="1998389"/>
            <a:ext cx="956021" cy="707886"/>
          </a:xfrm>
          <a:prstGeom prst="rect">
            <a:avLst/>
          </a:prstGeom>
          <a:noFill/>
        </p:spPr>
        <p:txBody>
          <a:bodyPr wrap="square" rtlCol="0" anchor="t">
            <a:spAutoFit/>
          </a:bodyPr>
          <a:lstStyle/>
          <a:p>
            <a:pPr algn="ctr"/>
            <a:r>
              <a:rPr lang="zh-CN" altLang="en-US" sz="40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钓</a:t>
            </a:r>
            <a:endParaRPr lang="zh-CN" altLang="en-US" sz="40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subTnLst>
                                    <p:audio>
                                      <p:cMediaNode>
                                        <p:cTn display="1"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1"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subTnLst>
                                    <p:audio>
                                      <p:cMediaNode>
                                        <p:cTn display="1" masterRel="sameClick">
                                          <p:stCondLst>
                                            <p:cond evt="begin" delay="0">
                                              <p:tn val="15"/>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3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49885" y="5169771"/>
            <a:ext cx="12430760" cy="1628140"/>
            <a:chOff x="-443" y="1654"/>
            <a:chExt cx="19576" cy="2564"/>
          </a:xfrm>
        </p:grpSpPr>
        <p:sp>
          <p:nvSpPr>
            <p:cNvPr id="20" name="矩形 19"/>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电闪雷</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的夜晚，非常可怕。</a:t>
              </a:r>
            </a:p>
          </p:txBody>
        </p:sp>
        <p:pic>
          <p:nvPicPr>
            <p:cNvPr id="21" name="图片 20"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5"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grpSp>
        <p:nvGrpSpPr>
          <p:cNvPr id="9" name="组合 8"/>
          <p:cNvGrpSpPr/>
          <p:nvPr/>
        </p:nvGrpSpPr>
        <p:grpSpPr>
          <a:xfrm>
            <a:off x="2882265" y="372745"/>
            <a:ext cx="6427470" cy="708025"/>
            <a:chOff x="4428" y="448"/>
            <a:chExt cx="3124" cy="1115"/>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文本框 43"/>
            <p:cNvSpPr txBox="1"/>
            <p:nvPr/>
          </p:nvSpPr>
          <p:spPr>
            <a:xfrm>
              <a:off x="4429" y="448"/>
              <a:ext cx="3123" cy="1115"/>
            </a:xfrm>
            <a:prstGeom prst="rect">
              <a:avLst/>
            </a:prstGeom>
            <a:noFill/>
          </p:spPr>
          <p:txBody>
            <a:bodyPr wrap="square" rtlCol="0" anchor="t">
              <a:spAutoFit/>
            </a:bodyPr>
            <a:lstStyle/>
            <a:p>
              <a:pPr algn="ct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撞  疯</a:t>
              </a:r>
              <a:r>
                <a:rPr lang="en-US" altLang="zh-CN" sz="4000" b="1" dirty="0">
                  <a:solidFill>
                    <a:schemeClr val="bg1"/>
                  </a:solidFill>
                  <a:latin typeface="华文楷体" panose="02010600040101010101" charset="-122"/>
                  <a:ea typeface="华文楷体" panose="02010600040101010101" charset="-122"/>
                  <a:sym typeface="宋体" panose="02010600030101010101" pitchFamily="2" charset="-122"/>
                </a:rPr>
                <a:t>  </a:t>
              </a:r>
              <a:r>
                <a:rPr lang="zh-CN" altLang="en-US" sz="4000" b="1" dirty="0">
                  <a:solidFill>
                    <a:schemeClr val="bg1"/>
                  </a:solidFill>
                  <a:latin typeface="华文楷体" panose="02010600040101010101" charset="-122"/>
                  <a:ea typeface="华文楷体" panose="02010600040101010101" charset="-122"/>
                  <a:sym typeface="宋体" panose="02010600030101010101" pitchFamily="2" charset="-122"/>
                </a:rPr>
                <a:t>钓  勿  漏  击  顿</a:t>
              </a:r>
            </a:p>
          </p:txBody>
        </p:sp>
      </p:grpSp>
      <p:grpSp>
        <p:nvGrpSpPr>
          <p:cNvPr id="4" name="组合 3"/>
          <p:cNvGrpSpPr/>
          <p:nvPr/>
        </p:nvGrpSpPr>
        <p:grpSpPr>
          <a:xfrm>
            <a:off x="-313372" y="1221044"/>
            <a:ext cx="12430760" cy="1668779"/>
            <a:chOff x="-443" y="1654"/>
            <a:chExt cx="19576" cy="2564"/>
          </a:xfrm>
        </p:grpSpPr>
        <p:sp>
          <p:nvSpPr>
            <p:cNvPr id="2" name="矩形 1"/>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这真是一</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丰盛的晚餐啊！</a:t>
              </a: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7" name="组合 6"/>
          <p:cNvGrpSpPr/>
          <p:nvPr/>
        </p:nvGrpSpPr>
        <p:grpSpPr>
          <a:xfrm>
            <a:off x="-349885" y="2563091"/>
            <a:ext cx="12430760" cy="1591364"/>
            <a:chOff x="-443" y="1654"/>
            <a:chExt cx="19576" cy="2564"/>
          </a:xfrm>
        </p:grpSpPr>
        <p:sp>
          <p:nvSpPr>
            <p:cNvPr id="8" name="矩形 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看，那里写着“请</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吸烟”。</a:t>
              </a: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17" name="组合 16"/>
          <p:cNvGrpSpPr/>
          <p:nvPr/>
        </p:nvGrpSpPr>
        <p:grpSpPr>
          <a:xfrm>
            <a:off x="-349885" y="3854825"/>
            <a:ext cx="12430760" cy="1588459"/>
            <a:chOff x="-443" y="1654"/>
            <a:chExt cx="19576" cy="2564"/>
          </a:xfrm>
        </p:grpSpPr>
        <p:sp>
          <p:nvSpPr>
            <p:cNvPr id="18" name="矩形 1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第一次开车，他虽然很小心，但还是</a:t>
              </a:r>
              <a:r>
                <a:rPr lang="en-US" altLang="zh-CN"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600" b="1" dirty="0">
                  <a:solidFill>
                    <a:schemeClr val="tx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到了一棵树。</a:t>
              </a:r>
            </a:p>
          </p:txBody>
        </p:sp>
        <p:pic>
          <p:nvPicPr>
            <p:cNvPr id="23" name="图片 22"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24" name="文本框 23"/>
          <p:cNvSpPr txBox="1"/>
          <p:nvPr/>
        </p:nvSpPr>
        <p:spPr>
          <a:xfrm>
            <a:off x="6469697" y="3279353"/>
            <a:ext cx="1995170" cy="707886"/>
          </a:xfrm>
          <a:prstGeom prst="rect">
            <a:avLst/>
          </a:prstGeom>
          <a:noFill/>
        </p:spPr>
        <p:txBody>
          <a:bodyPr wrap="square" rtlCol="0" anchor="t">
            <a:spAutoFit/>
          </a:bodyPr>
          <a:lstStyle/>
          <a:p>
            <a:pPr algn="ctr"/>
            <a:r>
              <a:rPr lang="zh-CN" altLang="en-US" sz="40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勿</a:t>
            </a:r>
            <a:endParaRPr lang="zh-CN" altLang="en-US" sz="40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
        <p:nvSpPr>
          <p:cNvPr id="25" name="文本框 24"/>
          <p:cNvSpPr txBox="1"/>
          <p:nvPr/>
        </p:nvSpPr>
        <p:spPr>
          <a:xfrm>
            <a:off x="7782301" y="4591244"/>
            <a:ext cx="1995170" cy="707886"/>
          </a:xfrm>
          <a:prstGeom prst="rect">
            <a:avLst/>
          </a:prstGeom>
          <a:noFill/>
        </p:spPr>
        <p:txBody>
          <a:bodyPr wrap="square" rtlCol="0" anchor="t">
            <a:spAutoFit/>
          </a:bodyPr>
          <a:lstStyle/>
          <a:p>
            <a:pPr algn="ctr"/>
            <a:r>
              <a:rPr lang="zh-CN" altLang="en-US" sz="40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撞</a:t>
            </a:r>
          </a:p>
        </p:txBody>
      </p:sp>
      <p:sp>
        <p:nvSpPr>
          <p:cNvPr id="34" name="文本框 33"/>
          <p:cNvSpPr txBox="1"/>
          <p:nvPr/>
        </p:nvSpPr>
        <p:spPr>
          <a:xfrm>
            <a:off x="5245533" y="2029167"/>
            <a:ext cx="956021" cy="707886"/>
          </a:xfrm>
          <a:prstGeom prst="rect">
            <a:avLst/>
          </a:prstGeom>
          <a:noFill/>
        </p:spPr>
        <p:txBody>
          <a:bodyPr wrap="square" rtlCol="0" anchor="t">
            <a:spAutoFit/>
          </a:bodyPr>
          <a:lstStyle/>
          <a:p>
            <a:pPr algn="ctr"/>
            <a:r>
              <a:rPr lang="zh-CN" altLang="en-US" sz="40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顿</a:t>
            </a:r>
            <a:endParaRPr lang="zh-CN" altLang="en-US" sz="40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
        <p:nvSpPr>
          <p:cNvPr id="22" name="文本框 21"/>
          <p:cNvSpPr txBox="1"/>
          <p:nvPr/>
        </p:nvSpPr>
        <p:spPr>
          <a:xfrm>
            <a:off x="4021241" y="5933428"/>
            <a:ext cx="1995170" cy="707886"/>
          </a:xfrm>
          <a:prstGeom prst="rect">
            <a:avLst/>
          </a:prstGeom>
          <a:noFill/>
        </p:spPr>
        <p:txBody>
          <a:bodyPr wrap="square" rtlCol="0" anchor="t">
            <a:spAutoFit/>
          </a:bodyPr>
          <a:lstStyle/>
          <a:p>
            <a:pPr algn="ctr"/>
            <a:r>
              <a:rPr lang="zh-CN" altLang="en-US" sz="4000" b="1"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subTnLst>
                                    <p:audio>
                                      <p:cMediaNode>
                                        <p:cTn display="0" masterRel="sameClick">
                                          <p:stCondLst>
                                            <p:cond evt="begin" delay="0">
                                              <p:tn val="15"/>
                                            </p:cond>
                                          </p:stCondLst>
                                          <p:endCondLst>
                                            <p:cond evt="onStopAudio" delay="0">
                                              <p:tgtEl>
                                                <p:sldTgt/>
                                              </p:tgtEl>
                                            </p:cond>
                                          </p:endCondLst>
                                        </p:cTn>
                                        <p:tgtEl>
                                          <p:sndTgt r:embed="rId2" name="click.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linds(horizontal)">
                                      <p:cBhvr>
                                        <p:cTn id="22" dur="500"/>
                                        <p:tgtEl>
                                          <p:spTgt spid="22"/>
                                        </p:tgtEl>
                                      </p:cBhvr>
                                    </p:animEffect>
                                  </p:childTnLst>
                                  <p:subTnLst>
                                    <p:audio>
                                      <p:cMediaNode>
                                        <p:cTn display="0" masterRel="sameClick">
                                          <p:stCondLst>
                                            <p:cond evt="begin" delay="0">
                                              <p:tn val="20"/>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34" grpId="0"/>
      <p:bldP spid="2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p:cNvGrpSpPr/>
          <p:nvPr/>
        </p:nvGrpSpPr>
        <p:grpSpPr>
          <a:xfrm>
            <a:off x="6115368" y="770255"/>
            <a:ext cx="4727575" cy="5817235"/>
            <a:chOff x="9663" y="1159"/>
            <a:chExt cx="7445"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26" name="文本框 25"/>
            <p:cNvSpPr txBox="1"/>
            <p:nvPr/>
          </p:nvSpPr>
          <p:spPr>
            <a:xfrm>
              <a:off x="9679" y="3686"/>
              <a:ext cx="7429" cy="3974"/>
            </a:xfrm>
            <a:prstGeom prst="rect">
              <a:avLst/>
            </a:prstGeom>
            <a:grpFill/>
            <a:ln>
              <a:solidFill>
                <a:srgbClr val="E2AEAB"/>
              </a:solidFill>
            </a:ln>
          </p:spPr>
          <p:txBody>
            <a:bodyPr wrap="square" rtlCol="0">
              <a:spAutoFit/>
            </a:bodyPr>
            <a:lstStyle/>
            <a:p>
              <a:pPr lvl="0" algn="ctr"/>
              <a:r>
                <a:rPr lang="en-US" sz="5400"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shíkè</a:t>
              </a:r>
              <a:endParaRPr lang="en-US" sz="5400"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时刻</a:t>
              </a:r>
              <a:endParaRPr kumimoji="0" lang="zh-CN" altLang="en-US" sz="9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sz="2400" b="1" dirty="0">
                  <a:solidFill>
                    <a:srgbClr val="FFFFFF"/>
                  </a:solidFill>
                  <a:sym typeface="Times New Roman" panose="02020603050405020304" pitchFamily="18" charset="0"/>
                </a:rPr>
                <a:t>n. moment</a:t>
              </a: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南</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方</a:t>
              </a:r>
              <a:endPar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复</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习</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否则"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fǒuzé </a:t>
              </a:r>
              <a:r>
                <a:rPr kumimoji="0" sz="6000" b="0" i="0" u="none" strike="noStrike" kern="1200" cap="none" spc="0" normalizeH="0" baseline="0" noProof="0" dirty="0">
                  <a:ln>
                    <a:noFill/>
                  </a:ln>
                  <a:solidFill>
                    <a:srgbClr val="000000"/>
                  </a:solidFill>
                  <a:effectLst/>
                  <a:uLnTx/>
                  <a:uFillTx/>
                  <a:latin typeface="Arial" panose="020B0704020202020204"/>
                  <a:ea typeface="Arial" panose="020B0704020202020204"/>
                  <a:cs typeface="Arial" panose="020B0704020202020204"/>
                  <a:sym typeface="Arial" panose="020B0704020202020204"/>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否则</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conj. or, otherwise</a:t>
              </a:r>
            </a:p>
          </p:txBody>
        </p:sp>
      </p:grpSp>
      <p:grpSp>
        <p:nvGrpSpPr>
          <p:cNvPr id="34" name="歪歪扭扭"/>
          <p:cNvGrpSpPr/>
          <p:nvPr/>
        </p:nvGrpSpPr>
        <p:grpSpPr>
          <a:xfrm>
            <a:off x="6121617" y="786517"/>
            <a:ext cx="4717415" cy="5817235"/>
            <a:chOff x="9662" y="1159"/>
            <a:chExt cx="7429" cy="9161"/>
          </a:xfrm>
          <a:solidFill>
            <a:schemeClr val="accent5"/>
          </a:solidFill>
        </p:grpSpPr>
        <p:sp>
          <p:nvSpPr>
            <p:cNvPr id="35" name="圆角矩形 34"/>
            <p:cNvSpPr/>
            <p:nvPr/>
          </p:nvSpPr>
          <p:spPr>
            <a:xfrm>
              <a:off x="9663" y="1159"/>
              <a:ext cx="7428" cy="916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6" name="文本框 35"/>
            <p:cNvSpPr txBox="1"/>
            <p:nvPr/>
          </p:nvSpPr>
          <p:spPr>
            <a:xfrm>
              <a:off x="9662" y="3695"/>
              <a:ext cx="7362" cy="3974"/>
            </a:xfrm>
            <a:prstGeom prst="rect">
              <a:avLst/>
            </a:prstGeom>
            <a:grpFill/>
            <a:ln>
              <a:solidFill>
                <a:schemeClr val="accent5"/>
              </a:solidFill>
            </a:ln>
          </p:spPr>
          <p:txBody>
            <a:bodyPr wrap="square" rtlCol="0">
              <a:spAutoFit/>
            </a:bodyPr>
            <a:lstStyle/>
            <a:p>
              <a:pPr lvl="0" algn="ctr"/>
              <a:r>
                <a:rPr lang="en-US" sz="5400"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gèzì</a:t>
              </a:r>
              <a:endParaRPr lang="en-US" sz="5400"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各自</a:t>
              </a: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Times New Roman" panose="02020603050405020304" pitchFamily="18" charset="0"/>
                </a:rPr>
                <a:t>pron. each, respective</a:t>
              </a:r>
            </a:p>
          </p:txBody>
        </p:sp>
      </p:grpSp>
      <p:grpSp>
        <p:nvGrpSpPr>
          <p:cNvPr id="16" name="女士"/>
          <p:cNvGrpSpPr/>
          <p:nvPr/>
        </p:nvGrpSpPr>
        <p:grpSpPr>
          <a:xfrm>
            <a:off x="6075897" y="786517"/>
            <a:ext cx="4739005" cy="5817235"/>
            <a:chOff x="9628" y="1159"/>
            <a:chExt cx="7463" cy="9161"/>
          </a:xfrm>
          <a:solidFill>
            <a:srgbClr val="E2AEAB"/>
          </a:solidFill>
        </p:grpSpPr>
        <p:sp>
          <p:nvSpPr>
            <p:cNvPr id="18" name="圆角矩形 17"/>
            <p:cNvSpPr/>
            <p:nvPr/>
          </p:nvSpPr>
          <p:spPr>
            <a:xfrm>
              <a:off x="9663" y="1159"/>
              <a:ext cx="7428" cy="9161"/>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20" name="文本框 19"/>
            <p:cNvSpPr txBox="1"/>
            <p:nvPr/>
          </p:nvSpPr>
          <p:spPr>
            <a:xfrm>
              <a:off x="9628" y="3587"/>
              <a:ext cx="7429" cy="5913"/>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lvl="0" algn="ctr"/>
              <a:r>
                <a:rPr lang="en-US" altLang="zh-CN" sz="5400" dirty="0" err="1">
                  <a:solidFill>
                    <a:srgbClr val="FFFFFF"/>
                  </a:solidFill>
                  <a:latin typeface="华文细黑" panose="02010600040101010101" pitchFamily="2" charset="-122"/>
                  <a:ea typeface="华文细黑" panose="02010600040101010101" pitchFamily="2" charset="-122"/>
                  <a:sym typeface="华文细黑" panose="02010600040101010101" pitchFamily="2" charset="-122"/>
                </a:rPr>
                <a:t>pànwàng</a:t>
              </a:r>
              <a:endParaRPr lang="en-US" altLang="zh-CN" sz="5400" dirty="0">
                <a:solidFill>
                  <a:srgbClr val="FFFFFF"/>
                </a:solidFill>
                <a:latin typeface="华文细黑" panose="02010600040101010101" pitchFamily="2" charset="-122"/>
                <a:ea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盼望</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v. to look forward to</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grpSp>
        <p:nvGrpSpPr>
          <p:cNvPr id="29" name="游戏-有问题不显示"/>
          <p:cNvGrpSpPr/>
          <p:nvPr/>
        </p:nvGrpSpPr>
        <p:grpSpPr>
          <a:xfrm>
            <a:off x="6098235" y="786517"/>
            <a:ext cx="4739005" cy="5817235"/>
            <a:chOff x="9628" y="1159"/>
            <a:chExt cx="7463" cy="9161"/>
          </a:xfrm>
          <a:solidFill>
            <a:srgbClr val="E2AEAB"/>
          </a:solidFill>
        </p:grpSpPr>
        <p:sp>
          <p:nvSpPr>
            <p:cNvPr id="30" name="圆角矩形 29"/>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1" name="文本框 30"/>
            <p:cNvSpPr txBox="1"/>
            <p:nvPr/>
          </p:nvSpPr>
          <p:spPr>
            <a:xfrm>
              <a:off x="9628" y="3587"/>
              <a:ext cx="7429" cy="4603"/>
            </a:xfrm>
            <a:prstGeom prst="rect">
              <a:avLst/>
            </a:prstGeom>
            <a:grpFill/>
            <a:ln>
              <a:solidFill>
                <a:srgbClr val="E2AEAB"/>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yóu xì</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游</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戏</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 game</a:t>
              </a:r>
            </a:p>
          </p:txBody>
        </p:sp>
      </p:grpSp>
      <p:grpSp>
        <p:nvGrpSpPr>
          <p:cNvPr id="2" name="评委"/>
          <p:cNvGrpSpPr/>
          <p:nvPr/>
        </p:nvGrpSpPr>
        <p:grpSpPr>
          <a:xfrm>
            <a:off x="6125845" y="802779"/>
            <a:ext cx="4739005" cy="5817235"/>
            <a:chOff x="9628" y="1159"/>
            <a:chExt cx="7463" cy="9161"/>
          </a:xfrm>
          <a:solidFill>
            <a:srgbClr val="E2AEAB"/>
          </a:solidFill>
        </p:grpSpPr>
        <p:sp>
          <p:nvSpPr>
            <p:cNvPr id="3" name="圆角矩形 2"/>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 name="文本框 3"/>
            <p:cNvSpPr txBox="1"/>
            <p:nvPr/>
          </p:nvSpPr>
          <p:spPr>
            <a:xfrm>
              <a:off x="9628" y="3685"/>
              <a:ext cx="7429" cy="3974"/>
            </a:xfrm>
            <a:prstGeom prst="rect">
              <a:avLst/>
            </a:prstGeom>
            <a:grpFill/>
            <a:ln>
              <a:solidFill>
                <a:srgbClr val="E2AEAB"/>
              </a:solidFill>
            </a:ln>
          </p:spPr>
          <p:txBody>
            <a:bodyPr wrap="square" rtlCol="0">
              <a:spAutoFit/>
            </a:bodyPr>
            <a:lstStyle/>
            <a:p>
              <a:pPr lvl="0" algn="ctr"/>
              <a:r>
                <a:rPr lang="en-US" sz="5400"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lúnliú</a:t>
              </a:r>
              <a:endParaRPr lang="en-US" sz="5400"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轮流</a:t>
              </a:r>
            </a:p>
            <a:p>
              <a:pPr lvl="0" algn="ctr"/>
              <a:r>
                <a:rPr lang="en-US" altLang="zh-CN" sz="2400" b="1" kern="100" dirty="0">
                  <a:solidFill>
                    <a:srgbClr val="FFFFFF"/>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Times New Roman" panose="02020603050405020304" pitchFamily="18" charset="0"/>
                </a:rPr>
                <a:t>v. to take turns</a:t>
              </a:r>
            </a:p>
          </p:txBody>
        </p:sp>
      </p:grpSp>
      <p:sp>
        <p:nvSpPr>
          <p:cNvPr id="24" name="文本框 7"/>
          <p:cNvSpPr txBox="1"/>
          <p:nvPr/>
        </p:nvSpPr>
        <p:spPr>
          <a:xfrm>
            <a:off x="166805" y="214290"/>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生词</a:t>
            </a:r>
          </a:p>
        </p:txBody>
      </p:sp>
      <p:sp>
        <p:nvSpPr>
          <p:cNvPr id="7" name="文本框 7"/>
          <p:cNvSpPr txBox="1"/>
          <p:nvPr/>
        </p:nvSpPr>
        <p:spPr>
          <a:xfrm>
            <a:off x="238243" y="702214"/>
            <a:ext cx="1282065"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rPr>
              <a:t>New Word</a:t>
            </a:r>
          </a:p>
        </p:txBody>
      </p:sp>
      <p:grpSp>
        <p:nvGrpSpPr>
          <p:cNvPr id="23" name="入围"/>
          <p:cNvGrpSpPr/>
          <p:nvPr/>
        </p:nvGrpSpPr>
        <p:grpSpPr>
          <a:xfrm>
            <a:off x="1338263" y="735965"/>
            <a:ext cx="4717415" cy="5817235"/>
            <a:chOff x="2106" y="1159"/>
            <a:chExt cx="7429" cy="9161"/>
          </a:xfrm>
        </p:grpSpPr>
        <p:sp>
          <p:nvSpPr>
            <p:cNvPr id="5" name="圆角矩形 4"/>
            <p:cNvSpPr/>
            <p:nvPr/>
          </p:nvSpPr>
          <p:spPr>
            <a:xfrm>
              <a:off x="2106" y="1159"/>
              <a:ext cx="7428" cy="9161"/>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7" name="文本框 16"/>
            <p:cNvSpPr txBox="1"/>
            <p:nvPr/>
          </p:nvSpPr>
          <p:spPr>
            <a:xfrm>
              <a:off x="2106" y="3587"/>
              <a:ext cx="7429" cy="4265"/>
            </a:xfrm>
            <a:prstGeom prst="rect">
              <a:avLst/>
            </a:prstGeom>
            <a:noFill/>
          </p:spPr>
          <p:txBody>
            <a:bodyPr wrap="square" rtlCol="0">
              <a:spAutoFit/>
            </a:bodyPr>
            <a:lstStyle/>
            <a:p>
              <a:pPr lvl="0" algn="ctr"/>
              <a:r>
                <a:rPr lang="en-US" altLang="zh-CN" sz="6600"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hǎixiān</a:t>
              </a:r>
              <a:endParaRPr lang="en-US" altLang="zh-CN" sz="6600"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海鲜</a:t>
              </a:r>
              <a:endPar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Times New Roman" panose="02020603050405020304" pitchFamily="18" charset="0"/>
                </a:rPr>
                <a:t>n. seafood</a:t>
              </a:r>
            </a:p>
          </p:txBody>
        </p:sp>
      </p:grpSp>
      <p:grpSp>
        <p:nvGrpSpPr>
          <p:cNvPr id="6" name="对比"/>
          <p:cNvGrpSpPr/>
          <p:nvPr/>
        </p:nvGrpSpPr>
        <p:grpSpPr>
          <a:xfrm>
            <a:off x="1277303" y="760869"/>
            <a:ext cx="4717415" cy="5817235"/>
            <a:chOff x="2106" y="1159"/>
            <a:chExt cx="7429" cy="9161"/>
          </a:xfrm>
          <a:solidFill>
            <a:srgbClr val="558ED5"/>
          </a:solidFill>
        </p:grpSpPr>
        <p:sp>
          <p:nvSpPr>
            <p:cNvPr id="9" name="圆角矩形 8"/>
            <p:cNvSpPr/>
            <p:nvPr/>
          </p:nvSpPr>
          <p:spPr>
            <a:xfrm>
              <a:off x="2106" y="1159"/>
              <a:ext cx="7428" cy="9161"/>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1" name="文本框 10"/>
            <p:cNvSpPr txBox="1"/>
            <p:nvPr/>
          </p:nvSpPr>
          <p:spPr>
            <a:xfrm>
              <a:off x="2106" y="3587"/>
              <a:ext cx="7429" cy="4847"/>
            </a:xfrm>
            <a:prstGeom prst="rect">
              <a:avLst/>
            </a:prstGeom>
            <a:grpFill/>
            <a:ln>
              <a:solidFill>
                <a:srgbClr val="558ED5"/>
              </a:solidFill>
            </a:ln>
          </p:spPr>
          <p:txBody>
            <a:bodyPr wrap="square" rtlCol="0">
              <a:spAutoFit/>
            </a:bodyPr>
            <a:lstStyle/>
            <a:p>
              <a:pPr lvl="0" algn="ctr"/>
              <a:r>
                <a:rPr lang="en-US" sz="6600"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bàngwǎn</a:t>
              </a:r>
              <a:endParaRPr lang="en-US" sz="6600"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傍晚</a:t>
              </a: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n. towards evening, at dusk</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p:txBody>
        </p:sp>
      </p:grpSp>
      <p:grpSp>
        <p:nvGrpSpPr>
          <p:cNvPr id="21" name="电台"/>
          <p:cNvGrpSpPr/>
          <p:nvPr/>
        </p:nvGrpSpPr>
        <p:grpSpPr>
          <a:xfrm>
            <a:off x="1287249" y="703579"/>
            <a:ext cx="4717415" cy="5817235"/>
            <a:chOff x="2106" y="1159"/>
            <a:chExt cx="7429" cy="9161"/>
          </a:xfrm>
          <a:solidFill>
            <a:srgbClr val="558ED5"/>
          </a:solidFill>
        </p:grpSpPr>
        <p:sp>
          <p:nvSpPr>
            <p:cNvPr id="32" name="圆角矩形 31"/>
            <p:cNvSpPr/>
            <p:nvPr/>
          </p:nvSpPr>
          <p:spPr>
            <a:xfrm>
              <a:off x="2106" y="1159"/>
              <a:ext cx="7428" cy="9161"/>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3" name="文本框 32"/>
            <p:cNvSpPr txBox="1"/>
            <p:nvPr/>
          </p:nvSpPr>
          <p:spPr>
            <a:xfrm>
              <a:off x="2106" y="3587"/>
              <a:ext cx="7429" cy="4120"/>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lvl="0" algn="ctr"/>
              <a:r>
                <a:rPr lang="en-US" sz="60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 </a:t>
              </a:r>
              <a:r>
                <a:rPr lang="en-US" sz="60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lùdì</a:t>
              </a:r>
              <a:endParaRPr lang="en-US" sz="60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陆地</a:t>
              </a:r>
            </a:p>
            <a:p>
              <a:pPr lvl="0" algn="ctr"/>
              <a:r>
                <a:rPr lang="en-US" sz="2400" b="1" dirty="0">
                  <a:solidFill>
                    <a:srgbClr val="FFFFFF"/>
                  </a:solidFill>
                  <a:sym typeface="Times New Roman" panose="02020603050405020304" pitchFamily="18" charset="0"/>
                </a:rPr>
                <a:t>n. land</a:t>
              </a:r>
            </a:p>
          </p:txBody>
        </p:sp>
      </p:grpSp>
      <p:grpSp>
        <p:nvGrpSpPr>
          <p:cNvPr id="37" name="细节"/>
          <p:cNvGrpSpPr/>
          <p:nvPr/>
        </p:nvGrpSpPr>
        <p:grpSpPr>
          <a:xfrm>
            <a:off x="1277202" y="708564"/>
            <a:ext cx="4756150" cy="5817235"/>
            <a:chOff x="2106" y="1159"/>
            <a:chExt cx="7490" cy="9161"/>
          </a:xfrm>
          <a:solidFill>
            <a:schemeClr val="tx2">
              <a:lumMod val="60000"/>
              <a:lumOff val="40000"/>
            </a:schemeClr>
          </a:solidFill>
        </p:grpSpPr>
        <p:sp>
          <p:nvSpPr>
            <p:cNvPr id="38" name="圆角矩形 37"/>
            <p:cNvSpPr/>
            <p:nvPr/>
          </p:nvSpPr>
          <p:spPr>
            <a:xfrm>
              <a:off x="2106" y="1159"/>
              <a:ext cx="7428" cy="9161"/>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9" name="文本框 38"/>
            <p:cNvSpPr txBox="1"/>
            <p:nvPr/>
          </p:nvSpPr>
          <p:spPr>
            <a:xfrm>
              <a:off x="2167" y="3606"/>
              <a:ext cx="7429" cy="3974"/>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lvl="0" algn="ctr"/>
              <a:r>
                <a:rPr lang="en-US" sz="5400" dirty="0" err="1">
                  <a:solidFill>
                    <a:srgbClr val="FFFFFF"/>
                  </a:solidFill>
                  <a:latin typeface="华文细黑" panose="02010600040101010101" pitchFamily="2" charset="-122"/>
                  <a:ea typeface="华文细黑" panose="02010600040101010101" pitchFamily="2" charset="-122"/>
                  <a:sym typeface="华文细黑" panose="02010600040101010101" pitchFamily="2" charset="-122"/>
                </a:rPr>
                <a:t>zháo</a:t>
              </a:r>
              <a:r>
                <a:rPr lang="en-US" sz="5400" dirty="0">
                  <a:solidFill>
                    <a:srgbClr val="FFFFFF"/>
                  </a:solidFill>
                  <a:latin typeface="华文细黑" panose="02010600040101010101" pitchFamily="2" charset="-122"/>
                  <a:ea typeface="华文细黑" panose="02010600040101010101" pitchFamily="2" charset="-122"/>
                  <a:sym typeface="华文细黑" panose="02010600040101010101" pitchFamily="2" charset="-122"/>
                </a:rPr>
                <a:t> </a:t>
              </a:r>
              <a:r>
                <a:rPr lang="en-US" sz="5400" dirty="0" err="1">
                  <a:solidFill>
                    <a:srgbClr val="FFFFFF"/>
                  </a:solidFill>
                  <a:latin typeface="华文细黑" panose="02010600040101010101" pitchFamily="2" charset="-122"/>
                  <a:ea typeface="华文细黑" panose="02010600040101010101" pitchFamily="2" charset="-122"/>
                  <a:sym typeface="华文细黑" panose="02010600040101010101" pitchFamily="2" charset="-122"/>
                </a:rPr>
                <a:t>huǒ</a:t>
              </a:r>
              <a:endParaRPr lang="en-US" sz="5400" dirty="0">
                <a:solidFill>
                  <a:srgbClr val="FFFFFF"/>
                </a:solidFill>
                <a:latin typeface="华文细黑" panose="02010600040101010101" pitchFamily="2" charset="-122"/>
                <a:ea typeface="华文细黑" panose="02010600040101010101" pitchFamily="2" charset="-122"/>
                <a:sym typeface="华文细黑" panose="0201060004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着火</a:t>
              </a:r>
            </a:p>
            <a:p>
              <a:pPr lvl="0" algn="ctr"/>
              <a:r>
                <a:rPr lang="en-US" sz="2400" b="1" dirty="0">
                  <a:solidFill>
                    <a:srgbClr val="FFFFFF"/>
                  </a:solidFill>
                  <a:sym typeface="Times New Roman" panose="02020603050405020304" pitchFamily="18" charset="0"/>
                </a:rPr>
                <a:t>v. to catch fire</a:t>
              </a: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0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cāi</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猜</a:t>
              </a:r>
            </a:p>
            <a:p>
              <a:pPr marL="0" marR="0" lvl="0" indent="0" algn="ctr" defTabSz="914400" rtl="0" eaLnBrk="1" fontAlgn="auto" latinLnBrk="0" hangingPunct="1">
                <a:lnSpc>
                  <a:spcPct val="100000"/>
                </a:lnSpc>
                <a:spcBef>
                  <a:spcPts val="0"/>
                </a:spcBef>
                <a:spcAft>
                  <a:spcPts val="0"/>
                </a:spcAft>
                <a:buClrTx/>
                <a:buSzTx/>
                <a:buFontTx/>
                <a:buNone/>
                <a:defRPr sz="1800"/>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v. to guess</a:t>
              </a: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zhǐhǎo</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只好</a:t>
              </a:r>
            </a:p>
            <a:p>
              <a:pPr marL="0" marR="0" lvl="0" indent="0" algn="ctr" defTabSz="914400" rtl="0" eaLnBrk="1" fontAlgn="auto" latinLnBrk="0" hangingPunct="1">
                <a:lnSpc>
                  <a:spcPct val="100000"/>
                </a:lnSpc>
                <a:spcBef>
                  <a:spcPts val="0"/>
                </a:spcBef>
                <a:spcAft>
                  <a:spcPts val="0"/>
                </a:spcAft>
                <a:buClrTx/>
                <a:buSzTx/>
                <a:buFontTx/>
                <a:buNone/>
                <a:defRPr/>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adv. cannot but, to be forced to</a:t>
              </a: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láidejí</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来得及</a:t>
              </a:r>
            </a:p>
            <a:p>
              <a:pPr marL="0" marR="0" lvl="0" indent="0" algn="ctr" defTabSz="914400" rtl="0" eaLnBrk="1" fontAlgn="auto" latinLnBrk="0" hangingPunct="1">
                <a:lnSpc>
                  <a:spcPct val="100000"/>
                </a:lnSpc>
                <a:spcBef>
                  <a:spcPts val="0"/>
                </a:spcBef>
                <a:spcAft>
                  <a:spcPts val="0"/>
                </a:spcAft>
                <a:buClrTx/>
                <a:buSzTx/>
                <a:buFontTx/>
                <a:buNone/>
                <a:defRPr sz="1800"/>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v. there’s still time (to do sth.)</a:t>
              </a:r>
            </a:p>
          </p:txBody>
        </p:sp>
      </p:grpSp>
      <p:grpSp>
        <p:nvGrpSpPr>
          <p:cNvPr id="76" name="组合 75"/>
          <p:cNvGrpSpPr/>
          <p:nvPr/>
        </p:nvGrpSpPr>
        <p:grpSpPr>
          <a:xfrm>
            <a:off x="1294347" y="749052"/>
            <a:ext cx="4716780" cy="5816600"/>
            <a:chOff x="2107" y="1159"/>
            <a:chExt cx="7428" cy="9160"/>
          </a:xfrm>
        </p:grpSpPr>
        <p:sp>
          <p:nvSpPr>
            <p:cNvPr id="74" name="圆角矩形 73"/>
            <p:cNvSpPr/>
            <p:nvPr/>
          </p:nvSpPr>
          <p:spPr>
            <a:xfrm>
              <a:off x="2107" y="1159"/>
              <a:ext cx="7428" cy="9161"/>
            </a:xfrm>
            <a:prstGeom prst="roundRect">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pic>
          <p:nvPicPr>
            <p:cNvPr id="19" name="图片 18" descr="1"/>
            <p:cNvPicPr>
              <a:picLocks noChangeAspect="1"/>
            </p:cNvPicPr>
            <p:nvPr/>
          </p:nvPicPr>
          <p:blipFill>
            <a:blip r:embed="rId4"/>
            <a:stretch>
              <a:fillRect/>
            </a:stretch>
          </p:blipFill>
          <p:spPr>
            <a:xfrm>
              <a:off x="3372" y="3070"/>
              <a:ext cx="4898" cy="4898"/>
            </a:xfrm>
            <a:prstGeom prst="rect">
              <a:avLst/>
            </a:prstGeom>
          </p:spPr>
        </p:pic>
      </p:grpSp>
      <p:grpSp>
        <p:nvGrpSpPr>
          <p:cNvPr id="15" name="组合 14"/>
          <p:cNvGrpSpPr/>
          <p:nvPr/>
        </p:nvGrpSpPr>
        <p:grpSpPr>
          <a:xfrm>
            <a:off x="5628323" y="1699260"/>
            <a:ext cx="935990" cy="4041140"/>
            <a:chOff x="8862" y="2676"/>
            <a:chExt cx="1474" cy="6364"/>
          </a:xfrm>
        </p:grpSpPr>
        <p:sp>
          <p:nvSpPr>
            <p:cNvPr id="10" name="空心弧 9"/>
            <p:cNvSpPr/>
            <p:nvPr/>
          </p:nvSpPr>
          <p:spPr>
            <a:xfrm>
              <a:off x="8862" y="267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2" name="空心弧 11"/>
            <p:cNvSpPr/>
            <p:nvPr/>
          </p:nvSpPr>
          <p:spPr>
            <a:xfrm>
              <a:off x="8862" y="4571"/>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3" name="空心弧 12"/>
            <p:cNvSpPr/>
            <p:nvPr/>
          </p:nvSpPr>
          <p:spPr>
            <a:xfrm>
              <a:off x="8862" y="646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4" name="空心弧 13"/>
            <p:cNvSpPr/>
            <p:nvPr/>
          </p:nvSpPr>
          <p:spPr>
            <a:xfrm>
              <a:off x="8862" y="8248"/>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xit" presetSubtype="8" fill="hold" nodeType="clickEffect">
                                  <p:stCondLst>
                                    <p:cond delay="0"/>
                                  </p:stCondLst>
                                  <p:childTnLst>
                                    <p:anim calcmode="lin" valueType="num">
                                      <p:cBhvr additive="base">
                                        <p:cTn id="6" dur="500"/>
                                        <p:tgtEl>
                                          <p:spTgt spid="29"/>
                                        </p:tgtEl>
                                        <p:attrNameLst>
                                          <p:attrName>ppt_x</p:attrName>
                                        </p:attrNameLst>
                                      </p:cBhvr>
                                      <p:tavLst>
                                        <p:tav tm="0">
                                          <p:val>
                                            <p:strVal val="ppt_x"/>
                                          </p:val>
                                        </p:tav>
                                        <p:tav tm="100000">
                                          <p:val>
                                            <p:strVal val="ppt_x-ppt_w/2"/>
                                          </p:val>
                                        </p:tav>
                                      </p:tavLst>
                                    </p:anim>
                                    <p:anim calcmode="lin" valueType="num">
                                      <p:cBhvr additive="base">
                                        <p:cTn id="7" dur="500"/>
                                        <p:tgtEl>
                                          <p:spTgt spid="29"/>
                                        </p:tgtEl>
                                        <p:attrNameLst>
                                          <p:attrName>ppt_y</p:attrName>
                                        </p:attrNameLst>
                                      </p:cBhvr>
                                      <p:tavLst>
                                        <p:tav tm="0">
                                          <p:val>
                                            <p:strVal val="ppt_y"/>
                                          </p:val>
                                        </p:tav>
                                        <p:tav tm="100000">
                                          <p:val>
                                            <p:strVal val="ppt_y"/>
                                          </p:val>
                                        </p:tav>
                                      </p:tavLst>
                                    </p:anim>
                                    <p:anim calcmode="lin" valueType="num">
                                      <p:cBhvr additive="base">
                                        <p:cTn id="8" dur="500"/>
                                        <p:tgtEl>
                                          <p:spTgt spid="29"/>
                                        </p:tgtEl>
                                        <p:attrNameLst>
                                          <p:attrName>ppt_w</p:attrName>
                                        </p:attrNameLst>
                                      </p:cBhvr>
                                      <p:tavLst>
                                        <p:tav tm="0">
                                          <p:val>
                                            <p:strVal val="ppt_w"/>
                                          </p:val>
                                        </p:tav>
                                        <p:tav tm="100000">
                                          <p:val>
                                            <p:fltVal val="0"/>
                                          </p:val>
                                        </p:tav>
                                      </p:tavLst>
                                    </p:anim>
                                    <p:anim calcmode="lin" valueType="num">
                                      <p:cBhvr additive="base">
                                        <p:cTn id="9" dur="500"/>
                                        <p:tgtEl>
                                          <p:spTgt spid="29"/>
                                        </p:tgtEl>
                                        <p:attrNameLst>
                                          <p:attrName>ppt_h</p:attrName>
                                        </p:attrNameLst>
                                      </p:cBhvr>
                                      <p:tavLst>
                                        <p:tav tm="0">
                                          <p:val>
                                            <p:strVal val="ppt_h"/>
                                          </p:val>
                                        </p:tav>
                                        <p:tav tm="100000">
                                          <p:val>
                                            <p:strVal val="ppt_h"/>
                                          </p:val>
                                        </p:tav>
                                      </p:tavLst>
                                    </p:anim>
                                    <p:set>
                                      <p:cBhvr additive="base">
                                        <p:cTn id="10" dur="1" fill="hold">
                                          <p:stCondLst>
                                            <p:cond delay="499"/>
                                          </p:stCondLst>
                                        </p:cTn>
                                        <p:tgtEl>
                                          <p:spTgt spid="29"/>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3" name="翻书声.wav"/>
                                        </p:tgtEl>
                                      </p:cMediaNode>
                                    </p:audio>
                                  </p:subTnLst>
                                </p:cTn>
                              </p:par>
                            </p:childTnLst>
                          </p:cTn>
                        </p:par>
                        <p:par>
                          <p:cTn id="11" fill="hold">
                            <p:stCondLst>
                              <p:cond delay="500"/>
                            </p:stCondLst>
                            <p:childTnLst>
                              <p:par>
                                <p:cTn id="12" presetID="17" presetClass="entr" presetSubtype="2" fill="hold" nodeType="afterEffect">
                                  <p:stCondLst>
                                    <p:cond delay="0"/>
                                  </p:stCondLst>
                                  <p:childTnLst>
                                    <p:set>
                                      <p:cBhvr additive="base">
                                        <p:cTn id="13" dur="500"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ppt_w/2"/>
                                          </p:val>
                                        </p:tav>
                                        <p:tav tm="100000">
                                          <p:val>
                                            <p:strVal val="#ppt_x"/>
                                          </p:val>
                                        </p:tav>
                                      </p:tavLst>
                                    </p:anim>
                                    <p:anim calcmode="lin" valueType="num">
                                      <p:cBhvr additive="base">
                                        <p:cTn id="15" dur="500" fill="hold"/>
                                        <p:tgtEl>
                                          <p:spTgt spid="23"/>
                                        </p:tgtEl>
                                        <p:attrNameLst>
                                          <p:attrName>ppt_y</p:attrName>
                                        </p:attrNameLst>
                                      </p:cBhvr>
                                      <p:tavLst>
                                        <p:tav tm="0">
                                          <p:val>
                                            <p:strVal val="#ppt_y"/>
                                          </p:val>
                                        </p:tav>
                                        <p:tav tm="100000">
                                          <p:val>
                                            <p:strVal val="#ppt_y"/>
                                          </p:val>
                                        </p:tav>
                                      </p:tavLst>
                                    </p:anim>
                                    <p:anim calcmode="lin" valueType="num">
                                      <p:cBhvr additive="base">
                                        <p:cTn id="16" dur="500" fill="hold"/>
                                        <p:tgtEl>
                                          <p:spTgt spid="23"/>
                                        </p:tgtEl>
                                        <p:attrNameLst>
                                          <p:attrName>ppt_w</p:attrName>
                                        </p:attrNameLst>
                                      </p:cBhvr>
                                      <p:tavLst>
                                        <p:tav tm="0">
                                          <p:val>
                                            <p:fltVal val="0"/>
                                          </p:val>
                                        </p:tav>
                                        <p:tav tm="100000">
                                          <p:val>
                                            <p:strVal val="#ppt_w"/>
                                          </p:val>
                                        </p:tav>
                                      </p:tavLst>
                                    </p:anim>
                                    <p:anim calcmode="lin" valueType="num">
                                      <p:cBhvr additive="base">
                                        <p:cTn id="17" dur="500" fill="hold"/>
                                        <p:tgtEl>
                                          <p:spTgt spid="23"/>
                                        </p:tgtEl>
                                        <p:attrNameLst>
                                          <p:attrName>ppt_h</p:attrName>
                                        </p:attrNameLst>
                                      </p:cBhvr>
                                      <p:tavLst>
                                        <p:tav tm="0">
                                          <p:val>
                                            <p:strVal val="#ppt_h"/>
                                          </p:val>
                                        </p:tav>
                                        <p:tav tm="100000">
                                          <p:val>
                                            <p:strVal val="#ppt_h"/>
                                          </p:val>
                                        </p:tav>
                                      </p:tavLst>
                                    </p:anim>
                                  </p:childTnLst>
                                </p:cTn>
                              </p:par>
                              <p:par>
                                <p:cTn id="18" presetID="17" presetClass="entr" presetSubtype="2" fill="hold" nodeType="withEffect">
                                  <p:stCondLst>
                                    <p:cond delay="0"/>
                                  </p:stCondLst>
                                  <p:childTnLst>
                                    <p:set>
                                      <p:cBhvr additive="base">
                                        <p:cTn id="19" dur="500"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ppt_x+#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anim calcmode="lin" valueType="num">
                                      <p:cBhvr additive="base">
                                        <p:cTn id="22" dur="500" fill="hold"/>
                                        <p:tgtEl>
                                          <p:spTgt spid="15"/>
                                        </p:tgtEl>
                                        <p:attrNameLst>
                                          <p:attrName>ppt_w</p:attrName>
                                        </p:attrNameLst>
                                      </p:cBhvr>
                                      <p:tavLst>
                                        <p:tav tm="0">
                                          <p:val>
                                            <p:fltVal val="0"/>
                                          </p:val>
                                        </p:tav>
                                        <p:tav tm="100000">
                                          <p:val>
                                            <p:strVal val="#ppt_w"/>
                                          </p:val>
                                        </p:tav>
                                      </p:tavLst>
                                    </p:anim>
                                    <p:anim calcmode="lin" valueType="num">
                                      <p:cBhvr additive="base">
                                        <p:cTn id="23"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xit" presetSubtype="8" fill="hold" nodeType="clickEffect">
                                  <p:stCondLst>
                                    <p:cond delay="0"/>
                                  </p:stCondLst>
                                  <p:childTnLst>
                                    <p:anim calcmode="lin" valueType="num">
                                      <p:cBhvr additive="base">
                                        <p:cTn id="27" dur="500"/>
                                        <p:tgtEl>
                                          <p:spTgt spid="2"/>
                                        </p:tgtEl>
                                        <p:attrNameLst>
                                          <p:attrName>ppt_x</p:attrName>
                                        </p:attrNameLst>
                                      </p:cBhvr>
                                      <p:tavLst>
                                        <p:tav tm="0">
                                          <p:val>
                                            <p:strVal val="ppt_x"/>
                                          </p:val>
                                        </p:tav>
                                        <p:tav tm="100000">
                                          <p:val>
                                            <p:strVal val="ppt_x-ppt_w/2"/>
                                          </p:val>
                                        </p:tav>
                                      </p:tavLst>
                                    </p:anim>
                                    <p:anim calcmode="lin" valueType="num">
                                      <p:cBhvr additive="base">
                                        <p:cTn id="28" dur="500"/>
                                        <p:tgtEl>
                                          <p:spTgt spid="2"/>
                                        </p:tgtEl>
                                        <p:attrNameLst>
                                          <p:attrName>ppt_y</p:attrName>
                                        </p:attrNameLst>
                                      </p:cBhvr>
                                      <p:tavLst>
                                        <p:tav tm="0">
                                          <p:val>
                                            <p:strVal val="ppt_y"/>
                                          </p:val>
                                        </p:tav>
                                        <p:tav tm="100000">
                                          <p:val>
                                            <p:strVal val="ppt_y"/>
                                          </p:val>
                                        </p:tav>
                                      </p:tavLst>
                                    </p:anim>
                                    <p:anim calcmode="lin" valueType="num">
                                      <p:cBhvr additive="base">
                                        <p:cTn id="29" dur="500"/>
                                        <p:tgtEl>
                                          <p:spTgt spid="2"/>
                                        </p:tgtEl>
                                        <p:attrNameLst>
                                          <p:attrName>ppt_w</p:attrName>
                                        </p:attrNameLst>
                                      </p:cBhvr>
                                      <p:tavLst>
                                        <p:tav tm="0">
                                          <p:val>
                                            <p:strVal val="ppt_w"/>
                                          </p:val>
                                        </p:tav>
                                        <p:tav tm="100000">
                                          <p:val>
                                            <p:fltVal val="0"/>
                                          </p:val>
                                        </p:tav>
                                      </p:tavLst>
                                    </p:anim>
                                    <p:anim calcmode="lin" valueType="num">
                                      <p:cBhvr additive="base">
                                        <p:cTn id="30" dur="500"/>
                                        <p:tgtEl>
                                          <p:spTgt spid="2"/>
                                        </p:tgtEl>
                                        <p:attrNameLst>
                                          <p:attrName>ppt_h</p:attrName>
                                        </p:attrNameLst>
                                      </p:cBhvr>
                                      <p:tavLst>
                                        <p:tav tm="0">
                                          <p:val>
                                            <p:strVal val="ppt_h"/>
                                          </p:val>
                                        </p:tav>
                                        <p:tav tm="100000">
                                          <p:val>
                                            <p:strVal val="ppt_h"/>
                                          </p:val>
                                        </p:tav>
                                      </p:tavLst>
                                    </p:anim>
                                    <p:set>
                                      <p:cBhvr additive="base">
                                        <p:cTn id="31" dur="1" fill="hold">
                                          <p:stCondLst>
                                            <p:cond delay="499"/>
                                          </p:stCondLst>
                                        </p:cTn>
                                        <p:tgtEl>
                                          <p:spTgt spid="2"/>
                                        </p:tgtEl>
                                        <p:attrNameLst>
                                          <p:attrName>style.visibility</p:attrName>
                                        </p:attrNameLst>
                                      </p:cBhvr>
                                      <p:to>
                                        <p:strVal val="hidden"/>
                                      </p:to>
                                    </p:set>
                                  </p:childTnLst>
                                </p:cTn>
                              </p:par>
                            </p:childTnLst>
                          </p:cTn>
                        </p:par>
                        <p:par>
                          <p:cTn id="32" fill="hold">
                            <p:stCondLst>
                              <p:cond delay="500"/>
                            </p:stCondLst>
                            <p:childTnLst>
                              <p:par>
                                <p:cTn id="33" presetID="17" presetClass="entr" presetSubtype="2" fill="hold" nodeType="afterEffect">
                                  <p:stCondLst>
                                    <p:cond delay="0"/>
                                  </p:stCondLst>
                                  <p:childTnLst>
                                    <p:set>
                                      <p:cBhvr additive="base">
                                        <p:cTn id="34" dur="500"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anim calcmode="lin" valueType="num">
                                      <p:cBhvr additive="base">
                                        <p:cTn id="37" dur="500" fill="hold"/>
                                        <p:tgtEl>
                                          <p:spTgt spid="6"/>
                                        </p:tgtEl>
                                        <p:attrNameLst>
                                          <p:attrName>ppt_w</p:attrName>
                                        </p:attrNameLst>
                                      </p:cBhvr>
                                      <p:tavLst>
                                        <p:tav tm="0">
                                          <p:val>
                                            <p:fltVal val="0"/>
                                          </p:val>
                                        </p:tav>
                                        <p:tav tm="100000">
                                          <p:val>
                                            <p:strVal val="#ppt_w"/>
                                          </p:val>
                                        </p:tav>
                                      </p:tavLst>
                                    </p:anim>
                                    <p:anim calcmode="lin" valueType="num">
                                      <p:cBhvr additive="base">
                                        <p:cTn id="38"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3" name="翻书声.wav"/>
                                        </p:tgtEl>
                                      </p:cMediaNode>
                                    </p:audio>
                                  </p:subTnLst>
                                </p:cTn>
                              </p:par>
                            </p:childTnLst>
                          </p:cTn>
                        </p:par>
                      </p:childTnLst>
                    </p:cTn>
                  </p:par>
                  <p:par>
                    <p:cTn id="39" fill="hold">
                      <p:stCondLst>
                        <p:cond delay="indefinite"/>
                      </p:stCondLst>
                      <p:childTnLst>
                        <p:par>
                          <p:cTn id="40" fill="hold">
                            <p:stCondLst>
                              <p:cond delay="0"/>
                            </p:stCondLst>
                            <p:childTnLst>
                              <p:par>
                                <p:cTn id="41" presetID="17" presetClass="exit" presetSubtype="8" fill="hold" nodeType="clickEffect">
                                  <p:stCondLst>
                                    <p:cond delay="0"/>
                                  </p:stCondLst>
                                  <p:childTnLst>
                                    <p:anim calcmode="lin" valueType="num">
                                      <p:cBhvr additive="base">
                                        <p:cTn id="42" dur="500"/>
                                        <p:tgtEl>
                                          <p:spTgt spid="16"/>
                                        </p:tgtEl>
                                        <p:attrNameLst>
                                          <p:attrName>ppt_x</p:attrName>
                                        </p:attrNameLst>
                                      </p:cBhvr>
                                      <p:tavLst>
                                        <p:tav tm="0">
                                          <p:val>
                                            <p:strVal val="ppt_x"/>
                                          </p:val>
                                        </p:tav>
                                        <p:tav tm="100000">
                                          <p:val>
                                            <p:strVal val="ppt_x-ppt_w/2"/>
                                          </p:val>
                                        </p:tav>
                                      </p:tavLst>
                                    </p:anim>
                                    <p:anim calcmode="lin" valueType="num">
                                      <p:cBhvr additive="base">
                                        <p:cTn id="43" dur="500"/>
                                        <p:tgtEl>
                                          <p:spTgt spid="16"/>
                                        </p:tgtEl>
                                        <p:attrNameLst>
                                          <p:attrName>ppt_y</p:attrName>
                                        </p:attrNameLst>
                                      </p:cBhvr>
                                      <p:tavLst>
                                        <p:tav tm="0">
                                          <p:val>
                                            <p:strVal val="ppt_y"/>
                                          </p:val>
                                        </p:tav>
                                        <p:tav tm="100000">
                                          <p:val>
                                            <p:strVal val="ppt_y"/>
                                          </p:val>
                                        </p:tav>
                                      </p:tavLst>
                                    </p:anim>
                                    <p:anim calcmode="lin" valueType="num">
                                      <p:cBhvr additive="base">
                                        <p:cTn id="44" dur="500"/>
                                        <p:tgtEl>
                                          <p:spTgt spid="16"/>
                                        </p:tgtEl>
                                        <p:attrNameLst>
                                          <p:attrName>ppt_w</p:attrName>
                                        </p:attrNameLst>
                                      </p:cBhvr>
                                      <p:tavLst>
                                        <p:tav tm="0">
                                          <p:val>
                                            <p:strVal val="ppt_w"/>
                                          </p:val>
                                        </p:tav>
                                        <p:tav tm="100000">
                                          <p:val>
                                            <p:fltVal val="0"/>
                                          </p:val>
                                        </p:tav>
                                      </p:tavLst>
                                    </p:anim>
                                    <p:anim calcmode="lin" valueType="num">
                                      <p:cBhvr additive="base">
                                        <p:cTn id="45" dur="500"/>
                                        <p:tgtEl>
                                          <p:spTgt spid="16"/>
                                        </p:tgtEl>
                                        <p:attrNameLst>
                                          <p:attrName>ppt_h</p:attrName>
                                        </p:attrNameLst>
                                      </p:cBhvr>
                                      <p:tavLst>
                                        <p:tav tm="0">
                                          <p:val>
                                            <p:strVal val="ppt_h"/>
                                          </p:val>
                                        </p:tav>
                                        <p:tav tm="100000">
                                          <p:val>
                                            <p:strVal val="ppt_h"/>
                                          </p:val>
                                        </p:tav>
                                      </p:tavLst>
                                    </p:anim>
                                    <p:set>
                                      <p:cBhvr additive="base">
                                        <p:cTn id="46" dur="1" fill="hold">
                                          <p:stCondLst>
                                            <p:cond delay="499"/>
                                          </p:stCondLst>
                                        </p:cTn>
                                        <p:tgtEl>
                                          <p:spTgt spid="16"/>
                                        </p:tgtEl>
                                        <p:attrNameLst>
                                          <p:attrName>style.visibility</p:attrName>
                                        </p:attrNameLst>
                                      </p:cBhvr>
                                      <p:to>
                                        <p:strVal val="hidden"/>
                                      </p:to>
                                    </p:set>
                                  </p:childTnLst>
                                </p:cTn>
                              </p:par>
                            </p:childTnLst>
                          </p:cTn>
                        </p:par>
                        <p:par>
                          <p:cTn id="47" fill="hold">
                            <p:stCondLst>
                              <p:cond delay="500"/>
                            </p:stCondLst>
                            <p:childTnLst>
                              <p:par>
                                <p:cTn id="48" presetID="17" presetClass="entr" presetSubtype="2" fill="hold" nodeType="afterEffect">
                                  <p:stCondLst>
                                    <p:cond delay="0"/>
                                  </p:stCondLst>
                                  <p:childTnLst>
                                    <p:set>
                                      <p:cBhvr additive="base">
                                        <p:cTn id="49" dur="500" fill="hold">
                                          <p:stCondLst>
                                            <p:cond delay="0"/>
                                          </p:stCondLst>
                                        </p:cTn>
                                        <p:tgtEl>
                                          <p:spTgt spid="21"/>
                                        </p:tgtEl>
                                        <p:attrNameLst>
                                          <p:attrName>style.visibility</p:attrName>
                                        </p:attrNameLst>
                                      </p:cBhvr>
                                      <p:to>
                                        <p:strVal val="visible"/>
                                      </p:to>
                                    </p:set>
                                    <p:anim calcmode="lin" valueType="num">
                                      <p:cBhvr additive="base">
                                        <p:cTn id="50" dur="500" fill="hold"/>
                                        <p:tgtEl>
                                          <p:spTgt spid="21"/>
                                        </p:tgtEl>
                                        <p:attrNameLst>
                                          <p:attrName>ppt_x</p:attrName>
                                        </p:attrNameLst>
                                      </p:cBhvr>
                                      <p:tavLst>
                                        <p:tav tm="0">
                                          <p:val>
                                            <p:strVal val="#ppt_x+#ppt_w/2"/>
                                          </p:val>
                                        </p:tav>
                                        <p:tav tm="100000">
                                          <p:val>
                                            <p:strVal val="#ppt_x"/>
                                          </p:val>
                                        </p:tav>
                                      </p:tavLst>
                                    </p:anim>
                                    <p:anim calcmode="lin" valueType="num">
                                      <p:cBhvr additive="base">
                                        <p:cTn id="51" dur="500" fill="hold"/>
                                        <p:tgtEl>
                                          <p:spTgt spid="21"/>
                                        </p:tgtEl>
                                        <p:attrNameLst>
                                          <p:attrName>ppt_y</p:attrName>
                                        </p:attrNameLst>
                                      </p:cBhvr>
                                      <p:tavLst>
                                        <p:tav tm="0">
                                          <p:val>
                                            <p:strVal val="#ppt_y"/>
                                          </p:val>
                                        </p:tav>
                                        <p:tav tm="100000">
                                          <p:val>
                                            <p:strVal val="#ppt_y"/>
                                          </p:val>
                                        </p:tav>
                                      </p:tavLst>
                                    </p:anim>
                                    <p:anim calcmode="lin" valueType="num">
                                      <p:cBhvr additive="base">
                                        <p:cTn id="52" dur="500" fill="hold"/>
                                        <p:tgtEl>
                                          <p:spTgt spid="21"/>
                                        </p:tgtEl>
                                        <p:attrNameLst>
                                          <p:attrName>ppt_w</p:attrName>
                                        </p:attrNameLst>
                                      </p:cBhvr>
                                      <p:tavLst>
                                        <p:tav tm="0">
                                          <p:val>
                                            <p:fltVal val="0"/>
                                          </p:val>
                                        </p:tav>
                                        <p:tav tm="100000">
                                          <p:val>
                                            <p:strVal val="#ppt_w"/>
                                          </p:val>
                                        </p:tav>
                                      </p:tavLst>
                                    </p:anim>
                                    <p:anim calcmode="lin" valueType="num">
                                      <p:cBhvr additive="base">
                                        <p:cTn id="53"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8"/>
                                            </p:cond>
                                          </p:stCondLst>
                                          <p:endCondLst>
                                            <p:cond evt="onStopAudio" delay="0">
                                              <p:tgtEl>
                                                <p:sldTgt/>
                                              </p:tgtEl>
                                            </p:cond>
                                          </p:endCondLst>
                                        </p:cTn>
                                        <p:tgtEl>
                                          <p:sndTgt r:embed="rId3" name="翻书声.wav"/>
                                        </p:tgtEl>
                                      </p:cMediaNode>
                                    </p:audio>
                                  </p:subTnLst>
                                </p:cTn>
                              </p:par>
                            </p:childTnLst>
                          </p:cTn>
                        </p:par>
                      </p:childTnLst>
                    </p:cTn>
                  </p:par>
                  <p:par>
                    <p:cTn id="54" fill="hold">
                      <p:stCondLst>
                        <p:cond delay="indefinite"/>
                      </p:stCondLst>
                      <p:childTnLst>
                        <p:par>
                          <p:cTn id="55" fill="hold">
                            <p:stCondLst>
                              <p:cond delay="0"/>
                            </p:stCondLst>
                            <p:childTnLst>
                              <p:par>
                                <p:cTn id="56" presetID="17" presetClass="exit" presetSubtype="8" fill="hold" nodeType="clickEffect">
                                  <p:stCondLst>
                                    <p:cond delay="0"/>
                                  </p:stCondLst>
                                  <p:childTnLst>
                                    <p:anim calcmode="lin" valueType="num">
                                      <p:cBhvr additive="base">
                                        <p:cTn id="57" dur="500"/>
                                        <p:tgtEl>
                                          <p:spTgt spid="34"/>
                                        </p:tgtEl>
                                        <p:attrNameLst>
                                          <p:attrName>ppt_x</p:attrName>
                                        </p:attrNameLst>
                                      </p:cBhvr>
                                      <p:tavLst>
                                        <p:tav tm="0">
                                          <p:val>
                                            <p:strVal val="ppt_x"/>
                                          </p:val>
                                        </p:tav>
                                        <p:tav tm="100000">
                                          <p:val>
                                            <p:strVal val="ppt_x-ppt_w/2"/>
                                          </p:val>
                                        </p:tav>
                                      </p:tavLst>
                                    </p:anim>
                                    <p:anim calcmode="lin" valueType="num">
                                      <p:cBhvr additive="base">
                                        <p:cTn id="58" dur="500"/>
                                        <p:tgtEl>
                                          <p:spTgt spid="34"/>
                                        </p:tgtEl>
                                        <p:attrNameLst>
                                          <p:attrName>ppt_y</p:attrName>
                                        </p:attrNameLst>
                                      </p:cBhvr>
                                      <p:tavLst>
                                        <p:tav tm="0">
                                          <p:val>
                                            <p:strVal val="ppt_y"/>
                                          </p:val>
                                        </p:tav>
                                        <p:tav tm="100000">
                                          <p:val>
                                            <p:strVal val="ppt_y"/>
                                          </p:val>
                                        </p:tav>
                                      </p:tavLst>
                                    </p:anim>
                                    <p:anim calcmode="lin" valueType="num">
                                      <p:cBhvr additive="base">
                                        <p:cTn id="59" dur="500"/>
                                        <p:tgtEl>
                                          <p:spTgt spid="34"/>
                                        </p:tgtEl>
                                        <p:attrNameLst>
                                          <p:attrName>ppt_w</p:attrName>
                                        </p:attrNameLst>
                                      </p:cBhvr>
                                      <p:tavLst>
                                        <p:tav tm="0">
                                          <p:val>
                                            <p:strVal val="ppt_w"/>
                                          </p:val>
                                        </p:tav>
                                        <p:tav tm="100000">
                                          <p:val>
                                            <p:fltVal val="0"/>
                                          </p:val>
                                        </p:tav>
                                      </p:tavLst>
                                    </p:anim>
                                    <p:anim calcmode="lin" valueType="num">
                                      <p:cBhvr additive="base">
                                        <p:cTn id="60" dur="500"/>
                                        <p:tgtEl>
                                          <p:spTgt spid="34"/>
                                        </p:tgtEl>
                                        <p:attrNameLst>
                                          <p:attrName>ppt_h</p:attrName>
                                        </p:attrNameLst>
                                      </p:cBhvr>
                                      <p:tavLst>
                                        <p:tav tm="0">
                                          <p:val>
                                            <p:strVal val="ppt_h"/>
                                          </p:val>
                                        </p:tav>
                                        <p:tav tm="100000">
                                          <p:val>
                                            <p:strVal val="ppt_h"/>
                                          </p:val>
                                        </p:tav>
                                      </p:tavLst>
                                    </p:anim>
                                    <p:set>
                                      <p:cBhvr additive="base">
                                        <p:cTn id="61" dur="1" fill="hold">
                                          <p:stCondLst>
                                            <p:cond delay="499"/>
                                          </p:stCondLst>
                                        </p:cTn>
                                        <p:tgtEl>
                                          <p:spTgt spid="34"/>
                                        </p:tgtEl>
                                        <p:attrNameLst>
                                          <p:attrName>style.visibility</p:attrName>
                                        </p:attrNameLst>
                                      </p:cBhvr>
                                      <p:to>
                                        <p:strVal val="hidden"/>
                                      </p:to>
                                    </p:set>
                                  </p:childTnLst>
                                </p:cTn>
                              </p:par>
                            </p:childTnLst>
                          </p:cTn>
                        </p:par>
                        <p:par>
                          <p:cTn id="62" fill="hold">
                            <p:stCondLst>
                              <p:cond delay="500"/>
                            </p:stCondLst>
                            <p:childTnLst>
                              <p:par>
                                <p:cTn id="63" presetID="17" presetClass="entr" presetSubtype="2" fill="hold" nodeType="afterEffect">
                                  <p:stCondLst>
                                    <p:cond delay="0"/>
                                  </p:stCondLst>
                                  <p:childTnLst>
                                    <p:set>
                                      <p:cBhvr additive="base">
                                        <p:cTn id="64" dur="500"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ppt_w/2"/>
                                          </p:val>
                                        </p:tav>
                                        <p:tav tm="100000">
                                          <p:val>
                                            <p:strVal val="#ppt_x"/>
                                          </p:val>
                                        </p:tav>
                                      </p:tavLst>
                                    </p:anim>
                                    <p:anim calcmode="lin" valueType="num">
                                      <p:cBhvr additive="base">
                                        <p:cTn id="66" dur="500" fill="hold"/>
                                        <p:tgtEl>
                                          <p:spTgt spid="37"/>
                                        </p:tgtEl>
                                        <p:attrNameLst>
                                          <p:attrName>ppt_y</p:attrName>
                                        </p:attrNameLst>
                                      </p:cBhvr>
                                      <p:tavLst>
                                        <p:tav tm="0">
                                          <p:val>
                                            <p:strVal val="#ppt_y"/>
                                          </p:val>
                                        </p:tav>
                                        <p:tav tm="100000">
                                          <p:val>
                                            <p:strVal val="#ppt_y"/>
                                          </p:val>
                                        </p:tav>
                                      </p:tavLst>
                                    </p:anim>
                                    <p:anim calcmode="lin" valueType="num">
                                      <p:cBhvr additive="base">
                                        <p:cTn id="67" dur="500" fill="hold"/>
                                        <p:tgtEl>
                                          <p:spTgt spid="37"/>
                                        </p:tgtEl>
                                        <p:attrNameLst>
                                          <p:attrName>ppt_w</p:attrName>
                                        </p:attrNameLst>
                                      </p:cBhvr>
                                      <p:tavLst>
                                        <p:tav tm="0">
                                          <p:val>
                                            <p:fltVal val="0"/>
                                          </p:val>
                                        </p:tav>
                                        <p:tav tm="100000">
                                          <p:val>
                                            <p:strVal val="#ppt_w"/>
                                          </p:val>
                                        </p:tav>
                                      </p:tavLst>
                                    </p:anim>
                                    <p:anim calcmode="lin" valueType="num">
                                      <p:cBhvr additive="base">
                                        <p:cTn id="68" dur="5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3" name="翻书声.wav"/>
                                        </p:tgtEl>
                                      </p:cMediaNode>
                                    </p:audio>
                                  </p:subTnLst>
                                </p:cTn>
                              </p:par>
                            </p:childTnLst>
                          </p:cTn>
                        </p:par>
                      </p:childTnLst>
                    </p:cTn>
                  </p:par>
                  <p:par>
                    <p:cTn id="69" fill="hold">
                      <p:stCondLst>
                        <p:cond delay="indefinite"/>
                      </p:stCondLst>
                      <p:childTnLst>
                        <p:par>
                          <p:cTn id="70" fill="hold">
                            <p:stCondLst>
                              <p:cond delay="0"/>
                            </p:stCondLst>
                            <p:childTnLst>
                              <p:par>
                                <p:cTn id="71" presetID="17" presetClass="exit" presetSubtype="8" fill="hold" nodeType="clickEffect">
                                  <p:stCondLst>
                                    <p:cond delay="0"/>
                                  </p:stCondLst>
                                  <p:childTnLst>
                                    <p:anim calcmode="lin" valueType="num">
                                      <p:cBhvr additive="base">
                                        <p:cTn id="72" dur="500"/>
                                        <p:tgtEl>
                                          <p:spTgt spid="58"/>
                                        </p:tgtEl>
                                        <p:attrNameLst>
                                          <p:attrName>ppt_x</p:attrName>
                                        </p:attrNameLst>
                                      </p:cBhvr>
                                      <p:tavLst>
                                        <p:tav tm="0">
                                          <p:val>
                                            <p:strVal val="ppt_x"/>
                                          </p:val>
                                        </p:tav>
                                        <p:tav tm="100000">
                                          <p:val>
                                            <p:strVal val="ppt_x-ppt_w/2"/>
                                          </p:val>
                                        </p:tav>
                                      </p:tavLst>
                                    </p:anim>
                                    <p:anim calcmode="lin" valueType="num">
                                      <p:cBhvr additive="base">
                                        <p:cTn id="73" dur="500"/>
                                        <p:tgtEl>
                                          <p:spTgt spid="58"/>
                                        </p:tgtEl>
                                        <p:attrNameLst>
                                          <p:attrName>ppt_y</p:attrName>
                                        </p:attrNameLst>
                                      </p:cBhvr>
                                      <p:tavLst>
                                        <p:tav tm="0">
                                          <p:val>
                                            <p:strVal val="ppt_y"/>
                                          </p:val>
                                        </p:tav>
                                        <p:tav tm="100000">
                                          <p:val>
                                            <p:strVal val="ppt_y"/>
                                          </p:val>
                                        </p:tav>
                                      </p:tavLst>
                                    </p:anim>
                                    <p:anim calcmode="lin" valueType="num">
                                      <p:cBhvr additive="base">
                                        <p:cTn id="74" dur="500"/>
                                        <p:tgtEl>
                                          <p:spTgt spid="58"/>
                                        </p:tgtEl>
                                        <p:attrNameLst>
                                          <p:attrName>ppt_w</p:attrName>
                                        </p:attrNameLst>
                                      </p:cBhvr>
                                      <p:tavLst>
                                        <p:tav tm="0">
                                          <p:val>
                                            <p:strVal val="ppt_w"/>
                                          </p:val>
                                        </p:tav>
                                        <p:tav tm="100000">
                                          <p:val>
                                            <p:fltVal val="0"/>
                                          </p:val>
                                        </p:tav>
                                      </p:tavLst>
                                    </p:anim>
                                    <p:anim calcmode="lin" valueType="num">
                                      <p:cBhvr additive="base">
                                        <p:cTn id="75" dur="500"/>
                                        <p:tgtEl>
                                          <p:spTgt spid="58"/>
                                        </p:tgtEl>
                                        <p:attrNameLst>
                                          <p:attrName>ppt_h</p:attrName>
                                        </p:attrNameLst>
                                      </p:cBhvr>
                                      <p:tavLst>
                                        <p:tav tm="0">
                                          <p:val>
                                            <p:strVal val="ppt_h"/>
                                          </p:val>
                                        </p:tav>
                                        <p:tav tm="100000">
                                          <p:val>
                                            <p:strVal val="ppt_h"/>
                                          </p:val>
                                        </p:tav>
                                      </p:tavLst>
                                    </p:anim>
                                    <p:set>
                                      <p:cBhvr additive="base">
                                        <p:cTn id="76" dur="1" fill="hold">
                                          <p:stCondLst>
                                            <p:cond delay="499"/>
                                          </p:stCondLst>
                                        </p:cTn>
                                        <p:tgtEl>
                                          <p:spTgt spid="58"/>
                                        </p:tgtEl>
                                        <p:attrNameLst>
                                          <p:attrName>style.visibility</p:attrName>
                                        </p:attrNameLst>
                                      </p:cBhvr>
                                      <p:to>
                                        <p:strVal val="hidden"/>
                                      </p:to>
                                    </p:set>
                                  </p:childTnLst>
                                </p:cTn>
                              </p:par>
                            </p:childTnLst>
                          </p:cTn>
                        </p:par>
                        <p:par>
                          <p:cTn id="77" fill="hold">
                            <p:stCondLst>
                              <p:cond delay="500"/>
                            </p:stCondLst>
                            <p:childTnLst>
                              <p:par>
                                <p:cTn id="78" presetID="17" presetClass="entr" presetSubtype="2" fill="hold" nodeType="afterEffect">
                                  <p:stCondLst>
                                    <p:cond delay="0"/>
                                  </p:stCondLst>
                                  <p:childTnLst>
                                    <p:set>
                                      <p:cBhvr additive="base">
                                        <p:cTn id="79" dur="500" fill="hold">
                                          <p:stCondLst>
                                            <p:cond delay="0"/>
                                          </p:stCondLst>
                                        </p:cTn>
                                        <p:tgtEl>
                                          <p:spTgt spid="61"/>
                                        </p:tgtEl>
                                        <p:attrNameLst>
                                          <p:attrName>style.visibility</p:attrName>
                                        </p:attrNameLst>
                                      </p:cBhvr>
                                      <p:to>
                                        <p:strVal val="visible"/>
                                      </p:to>
                                    </p:set>
                                    <p:anim calcmode="lin" valueType="num">
                                      <p:cBhvr additive="base">
                                        <p:cTn id="80" dur="500" fill="hold"/>
                                        <p:tgtEl>
                                          <p:spTgt spid="61"/>
                                        </p:tgtEl>
                                        <p:attrNameLst>
                                          <p:attrName>ppt_x</p:attrName>
                                        </p:attrNameLst>
                                      </p:cBhvr>
                                      <p:tavLst>
                                        <p:tav tm="0">
                                          <p:val>
                                            <p:strVal val="#ppt_x+#ppt_w/2"/>
                                          </p:val>
                                        </p:tav>
                                        <p:tav tm="100000">
                                          <p:val>
                                            <p:strVal val="#ppt_x"/>
                                          </p:val>
                                        </p:tav>
                                      </p:tavLst>
                                    </p:anim>
                                    <p:anim calcmode="lin" valueType="num">
                                      <p:cBhvr additive="base">
                                        <p:cTn id="81" dur="500" fill="hold"/>
                                        <p:tgtEl>
                                          <p:spTgt spid="61"/>
                                        </p:tgtEl>
                                        <p:attrNameLst>
                                          <p:attrName>ppt_y</p:attrName>
                                        </p:attrNameLst>
                                      </p:cBhvr>
                                      <p:tavLst>
                                        <p:tav tm="0">
                                          <p:val>
                                            <p:strVal val="#ppt_y"/>
                                          </p:val>
                                        </p:tav>
                                        <p:tav tm="100000">
                                          <p:val>
                                            <p:strVal val="#ppt_y"/>
                                          </p:val>
                                        </p:tav>
                                      </p:tavLst>
                                    </p:anim>
                                    <p:anim calcmode="lin" valueType="num">
                                      <p:cBhvr additive="base">
                                        <p:cTn id="82" dur="500" fill="hold"/>
                                        <p:tgtEl>
                                          <p:spTgt spid="61"/>
                                        </p:tgtEl>
                                        <p:attrNameLst>
                                          <p:attrName>ppt_w</p:attrName>
                                        </p:attrNameLst>
                                      </p:cBhvr>
                                      <p:tavLst>
                                        <p:tav tm="0">
                                          <p:val>
                                            <p:fltVal val="0"/>
                                          </p:val>
                                        </p:tav>
                                        <p:tav tm="100000">
                                          <p:val>
                                            <p:strVal val="#ppt_w"/>
                                          </p:val>
                                        </p:tav>
                                      </p:tavLst>
                                    </p:anim>
                                    <p:anim calcmode="lin" valueType="num">
                                      <p:cBhvr additive="base">
                                        <p:cTn id="83"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3" name="翻书声.wav"/>
                                        </p:tgtEl>
                                      </p:cMediaNode>
                                    </p:audio>
                                  </p:subTnLst>
                                </p:cTn>
                              </p:par>
                            </p:childTnLst>
                          </p:cTn>
                        </p:par>
                      </p:childTnLst>
                    </p:cTn>
                  </p:par>
                  <p:par>
                    <p:cTn id="84" fill="hold">
                      <p:stCondLst>
                        <p:cond delay="indefinite"/>
                      </p:stCondLst>
                      <p:childTnLst>
                        <p:par>
                          <p:cTn id="85" fill="hold">
                            <p:stCondLst>
                              <p:cond delay="0"/>
                            </p:stCondLst>
                            <p:childTnLst>
                              <p:par>
                                <p:cTn id="86" presetID="17" presetClass="exit" presetSubtype="8" fill="hold" nodeType="clickEffect">
                                  <p:stCondLst>
                                    <p:cond delay="0"/>
                                  </p:stCondLst>
                                  <p:childTnLst>
                                    <p:anim calcmode="lin" valueType="num">
                                      <p:cBhvr additive="base">
                                        <p:cTn id="87" dur="500"/>
                                        <p:tgtEl>
                                          <p:spTgt spid="64"/>
                                        </p:tgtEl>
                                        <p:attrNameLst>
                                          <p:attrName>ppt_x</p:attrName>
                                        </p:attrNameLst>
                                      </p:cBhvr>
                                      <p:tavLst>
                                        <p:tav tm="0">
                                          <p:val>
                                            <p:strVal val="ppt_x"/>
                                          </p:val>
                                        </p:tav>
                                        <p:tav tm="100000">
                                          <p:val>
                                            <p:strVal val="ppt_x-ppt_w/2"/>
                                          </p:val>
                                        </p:tav>
                                      </p:tavLst>
                                    </p:anim>
                                    <p:anim calcmode="lin" valueType="num">
                                      <p:cBhvr additive="base">
                                        <p:cTn id="88" dur="500"/>
                                        <p:tgtEl>
                                          <p:spTgt spid="64"/>
                                        </p:tgtEl>
                                        <p:attrNameLst>
                                          <p:attrName>ppt_y</p:attrName>
                                        </p:attrNameLst>
                                      </p:cBhvr>
                                      <p:tavLst>
                                        <p:tav tm="0">
                                          <p:val>
                                            <p:strVal val="ppt_y"/>
                                          </p:val>
                                        </p:tav>
                                        <p:tav tm="100000">
                                          <p:val>
                                            <p:strVal val="ppt_y"/>
                                          </p:val>
                                        </p:tav>
                                      </p:tavLst>
                                    </p:anim>
                                    <p:anim calcmode="lin" valueType="num">
                                      <p:cBhvr additive="base">
                                        <p:cTn id="89" dur="500"/>
                                        <p:tgtEl>
                                          <p:spTgt spid="64"/>
                                        </p:tgtEl>
                                        <p:attrNameLst>
                                          <p:attrName>ppt_w</p:attrName>
                                        </p:attrNameLst>
                                      </p:cBhvr>
                                      <p:tavLst>
                                        <p:tav tm="0">
                                          <p:val>
                                            <p:strVal val="ppt_w"/>
                                          </p:val>
                                        </p:tav>
                                        <p:tav tm="100000">
                                          <p:val>
                                            <p:fltVal val="0"/>
                                          </p:val>
                                        </p:tav>
                                      </p:tavLst>
                                    </p:anim>
                                    <p:anim calcmode="lin" valueType="num">
                                      <p:cBhvr additive="base">
                                        <p:cTn id="90" dur="500"/>
                                        <p:tgtEl>
                                          <p:spTgt spid="64"/>
                                        </p:tgtEl>
                                        <p:attrNameLst>
                                          <p:attrName>ppt_h</p:attrName>
                                        </p:attrNameLst>
                                      </p:cBhvr>
                                      <p:tavLst>
                                        <p:tav tm="0">
                                          <p:val>
                                            <p:strVal val="ppt_h"/>
                                          </p:val>
                                        </p:tav>
                                        <p:tav tm="100000">
                                          <p:val>
                                            <p:strVal val="ppt_h"/>
                                          </p:val>
                                        </p:tav>
                                      </p:tavLst>
                                    </p:anim>
                                    <p:set>
                                      <p:cBhvr additive="base">
                                        <p:cTn id="91" dur="1" fill="hold">
                                          <p:stCondLst>
                                            <p:cond delay="499"/>
                                          </p:stCondLst>
                                        </p:cTn>
                                        <p:tgtEl>
                                          <p:spTgt spid="64"/>
                                        </p:tgtEl>
                                        <p:attrNameLst>
                                          <p:attrName>style.visibility</p:attrName>
                                        </p:attrNameLst>
                                      </p:cBhvr>
                                      <p:to>
                                        <p:strVal val="hidden"/>
                                      </p:to>
                                    </p:set>
                                  </p:childTnLst>
                                </p:cTn>
                              </p:par>
                            </p:childTnLst>
                          </p:cTn>
                        </p:par>
                        <p:par>
                          <p:cTn id="92" fill="hold">
                            <p:stCondLst>
                              <p:cond delay="500"/>
                            </p:stCondLst>
                            <p:childTnLst>
                              <p:par>
                                <p:cTn id="93" presetID="17" presetClass="entr" presetSubtype="2" fill="hold" nodeType="afterEffect">
                                  <p:stCondLst>
                                    <p:cond delay="0"/>
                                  </p:stCondLst>
                                  <p:childTnLst>
                                    <p:set>
                                      <p:cBhvr additive="base">
                                        <p:cTn id="94" dur="500" fill="hold">
                                          <p:stCondLst>
                                            <p:cond delay="0"/>
                                          </p:stCondLst>
                                        </p:cTn>
                                        <p:tgtEl>
                                          <p:spTgt spid="67"/>
                                        </p:tgtEl>
                                        <p:attrNameLst>
                                          <p:attrName>style.visibility</p:attrName>
                                        </p:attrNameLst>
                                      </p:cBhvr>
                                      <p:to>
                                        <p:strVal val="visible"/>
                                      </p:to>
                                    </p:set>
                                    <p:anim calcmode="lin" valueType="num">
                                      <p:cBhvr additive="base">
                                        <p:cTn id="95" dur="500" fill="hold"/>
                                        <p:tgtEl>
                                          <p:spTgt spid="67"/>
                                        </p:tgtEl>
                                        <p:attrNameLst>
                                          <p:attrName>ppt_x</p:attrName>
                                        </p:attrNameLst>
                                      </p:cBhvr>
                                      <p:tavLst>
                                        <p:tav tm="0">
                                          <p:val>
                                            <p:strVal val="#ppt_x+#ppt_w/2"/>
                                          </p:val>
                                        </p:tav>
                                        <p:tav tm="100000">
                                          <p:val>
                                            <p:strVal val="#ppt_x"/>
                                          </p:val>
                                        </p:tav>
                                      </p:tavLst>
                                    </p:anim>
                                    <p:anim calcmode="lin" valueType="num">
                                      <p:cBhvr additive="base">
                                        <p:cTn id="96" dur="500" fill="hold"/>
                                        <p:tgtEl>
                                          <p:spTgt spid="67"/>
                                        </p:tgtEl>
                                        <p:attrNameLst>
                                          <p:attrName>ppt_y</p:attrName>
                                        </p:attrNameLst>
                                      </p:cBhvr>
                                      <p:tavLst>
                                        <p:tav tm="0">
                                          <p:val>
                                            <p:strVal val="#ppt_y"/>
                                          </p:val>
                                        </p:tav>
                                        <p:tav tm="100000">
                                          <p:val>
                                            <p:strVal val="#ppt_y"/>
                                          </p:val>
                                        </p:tav>
                                      </p:tavLst>
                                    </p:anim>
                                    <p:anim calcmode="lin" valueType="num">
                                      <p:cBhvr additive="base">
                                        <p:cTn id="97" dur="500" fill="hold"/>
                                        <p:tgtEl>
                                          <p:spTgt spid="67"/>
                                        </p:tgtEl>
                                        <p:attrNameLst>
                                          <p:attrName>ppt_w</p:attrName>
                                        </p:attrNameLst>
                                      </p:cBhvr>
                                      <p:tavLst>
                                        <p:tav tm="0">
                                          <p:val>
                                            <p:fltVal val="0"/>
                                          </p:val>
                                        </p:tav>
                                        <p:tav tm="100000">
                                          <p:val>
                                            <p:strVal val="#ppt_w"/>
                                          </p:val>
                                        </p:tav>
                                      </p:tavLst>
                                    </p:anim>
                                    <p:anim calcmode="lin" valueType="num">
                                      <p:cBhvr additive="base">
                                        <p:cTn id="98"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3"/>
                                            </p:cond>
                                          </p:stCondLst>
                                          <p:endCondLst>
                                            <p:cond evt="onStopAudio" delay="0">
                                              <p:tgtEl>
                                                <p:sldTgt/>
                                              </p:tgtEl>
                                            </p:cond>
                                          </p:endCondLst>
                                        </p:cTn>
                                        <p:tgtEl>
                                          <p:sndTgt r:embed="rId3" name="翻书声.wav"/>
                                        </p:tgtEl>
                                      </p:cMediaNode>
                                    </p:audio>
                                  </p:subTnLst>
                                </p:cTn>
                              </p:par>
                            </p:childTnLst>
                          </p:cTn>
                        </p:par>
                      </p:childTnLst>
                    </p:cTn>
                  </p:par>
                  <p:par>
                    <p:cTn id="99" fill="hold">
                      <p:stCondLst>
                        <p:cond delay="indefinite"/>
                      </p:stCondLst>
                      <p:childTnLst>
                        <p:par>
                          <p:cTn id="100" fill="hold">
                            <p:stCondLst>
                              <p:cond delay="0"/>
                            </p:stCondLst>
                            <p:childTnLst>
                              <p:par>
                                <p:cTn id="101" presetID="17" presetClass="exit" presetSubtype="8" fill="hold" nodeType="clickEffect">
                                  <p:stCondLst>
                                    <p:cond delay="0"/>
                                  </p:stCondLst>
                                  <p:childTnLst>
                                    <p:anim calcmode="lin" valueType="num">
                                      <p:cBhvr additive="base">
                                        <p:cTn id="102" dur="500"/>
                                        <p:tgtEl>
                                          <p:spTgt spid="70"/>
                                        </p:tgtEl>
                                        <p:attrNameLst>
                                          <p:attrName>ppt_x</p:attrName>
                                        </p:attrNameLst>
                                      </p:cBhvr>
                                      <p:tavLst>
                                        <p:tav tm="0">
                                          <p:val>
                                            <p:strVal val="ppt_x"/>
                                          </p:val>
                                        </p:tav>
                                        <p:tav tm="100000">
                                          <p:val>
                                            <p:strVal val="ppt_x-ppt_w/2"/>
                                          </p:val>
                                        </p:tav>
                                      </p:tavLst>
                                    </p:anim>
                                    <p:anim calcmode="lin" valueType="num">
                                      <p:cBhvr additive="base">
                                        <p:cTn id="103" dur="500"/>
                                        <p:tgtEl>
                                          <p:spTgt spid="70"/>
                                        </p:tgtEl>
                                        <p:attrNameLst>
                                          <p:attrName>ppt_y</p:attrName>
                                        </p:attrNameLst>
                                      </p:cBhvr>
                                      <p:tavLst>
                                        <p:tav tm="0">
                                          <p:val>
                                            <p:strVal val="ppt_y"/>
                                          </p:val>
                                        </p:tav>
                                        <p:tav tm="100000">
                                          <p:val>
                                            <p:strVal val="ppt_y"/>
                                          </p:val>
                                        </p:tav>
                                      </p:tavLst>
                                    </p:anim>
                                    <p:anim calcmode="lin" valueType="num">
                                      <p:cBhvr additive="base">
                                        <p:cTn id="104" dur="500"/>
                                        <p:tgtEl>
                                          <p:spTgt spid="70"/>
                                        </p:tgtEl>
                                        <p:attrNameLst>
                                          <p:attrName>ppt_w</p:attrName>
                                        </p:attrNameLst>
                                      </p:cBhvr>
                                      <p:tavLst>
                                        <p:tav tm="0">
                                          <p:val>
                                            <p:strVal val="ppt_w"/>
                                          </p:val>
                                        </p:tav>
                                        <p:tav tm="100000">
                                          <p:val>
                                            <p:fltVal val="0"/>
                                          </p:val>
                                        </p:tav>
                                      </p:tavLst>
                                    </p:anim>
                                    <p:anim calcmode="lin" valueType="num">
                                      <p:cBhvr additive="base">
                                        <p:cTn id="105" dur="500"/>
                                        <p:tgtEl>
                                          <p:spTgt spid="70"/>
                                        </p:tgtEl>
                                        <p:attrNameLst>
                                          <p:attrName>ppt_h</p:attrName>
                                        </p:attrNameLst>
                                      </p:cBhvr>
                                      <p:tavLst>
                                        <p:tav tm="0">
                                          <p:val>
                                            <p:strVal val="ppt_h"/>
                                          </p:val>
                                        </p:tav>
                                        <p:tav tm="100000">
                                          <p:val>
                                            <p:strVal val="ppt_h"/>
                                          </p:val>
                                        </p:tav>
                                      </p:tavLst>
                                    </p:anim>
                                    <p:set>
                                      <p:cBhvr additive="base">
                                        <p:cTn id="106"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101"/>
                                            </p:cond>
                                          </p:stCondLst>
                                          <p:endCondLst>
                                            <p:cond evt="onStopAudio" delay="0">
                                              <p:tgtEl>
                                                <p:sldTgt/>
                                              </p:tgtEl>
                                            </p:cond>
                                          </p:endCondLst>
                                        </p:cTn>
                                        <p:tgtEl>
                                          <p:sndTgt r:embed="rId3" name="翻书声.wav"/>
                                        </p:tgtEl>
                                      </p:cMediaNode>
                                    </p:audio>
                                  </p:subTnLst>
                                </p:cTn>
                              </p:par>
                            </p:childTnLst>
                          </p:cTn>
                        </p:par>
                        <p:par>
                          <p:cTn id="107" fill="hold">
                            <p:stCondLst>
                              <p:cond delay="500"/>
                            </p:stCondLst>
                            <p:childTnLst>
                              <p:par>
                                <p:cTn id="108" presetID="17" presetClass="entr" presetSubtype="2" fill="hold" nodeType="afterEffect">
                                  <p:stCondLst>
                                    <p:cond delay="0"/>
                                  </p:stCondLst>
                                  <p:childTnLst>
                                    <p:set>
                                      <p:cBhvr additive="base">
                                        <p:cTn id="109" dur="500" fill="hold">
                                          <p:stCondLst>
                                            <p:cond delay="0"/>
                                          </p:stCondLst>
                                        </p:cTn>
                                        <p:tgtEl>
                                          <p:spTgt spid="27"/>
                                        </p:tgtEl>
                                        <p:attrNameLst>
                                          <p:attrName>style.visibility</p:attrName>
                                        </p:attrNameLst>
                                      </p:cBhvr>
                                      <p:to>
                                        <p:strVal val="visible"/>
                                      </p:to>
                                    </p:set>
                                    <p:anim calcmode="lin" valueType="num">
                                      <p:cBhvr additive="base">
                                        <p:cTn id="110" dur="500" fill="hold"/>
                                        <p:tgtEl>
                                          <p:spTgt spid="27"/>
                                        </p:tgtEl>
                                        <p:attrNameLst>
                                          <p:attrName>ppt_x</p:attrName>
                                        </p:attrNameLst>
                                      </p:cBhvr>
                                      <p:tavLst>
                                        <p:tav tm="0">
                                          <p:val>
                                            <p:strVal val="#ppt_x+#ppt_w/2"/>
                                          </p:val>
                                        </p:tav>
                                        <p:tav tm="100000">
                                          <p:val>
                                            <p:strVal val="#ppt_x"/>
                                          </p:val>
                                        </p:tav>
                                      </p:tavLst>
                                    </p:anim>
                                    <p:anim calcmode="lin" valueType="num">
                                      <p:cBhvr additive="base">
                                        <p:cTn id="111" dur="500" fill="hold"/>
                                        <p:tgtEl>
                                          <p:spTgt spid="27"/>
                                        </p:tgtEl>
                                        <p:attrNameLst>
                                          <p:attrName>ppt_y</p:attrName>
                                        </p:attrNameLst>
                                      </p:cBhvr>
                                      <p:tavLst>
                                        <p:tav tm="0">
                                          <p:val>
                                            <p:strVal val="#ppt_y"/>
                                          </p:val>
                                        </p:tav>
                                        <p:tav tm="100000">
                                          <p:val>
                                            <p:strVal val="#ppt_y"/>
                                          </p:val>
                                        </p:tav>
                                      </p:tavLst>
                                    </p:anim>
                                    <p:anim calcmode="lin" valueType="num">
                                      <p:cBhvr additive="base">
                                        <p:cTn id="112" dur="500" fill="hold"/>
                                        <p:tgtEl>
                                          <p:spTgt spid="27"/>
                                        </p:tgtEl>
                                        <p:attrNameLst>
                                          <p:attrName>ppt_w</p:attrName>
                                        </p:attrNameLst>
                                      </p:cBhvr>
                                      <p:tavLst>
                                        <p:tav tm="0">
                                          <p:val>
                                            <p:fltVal val="0"/>
                                          </p:val>
                                        </p:tav>
                                        <p:tav tm="100000">
                                          <p:val>
                                            <p:strVal val="#ppt_w"/>
                                          </p:val>
                                        </p:tav>
                                      </p:tavLst>
                                    </p:anim>
                                    <p:anim calcmode="lin" valueType="num">
                                      <p:cBhvr additive="base">
                                        <p:cTn id="113"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8"/>
                                            </p:cond>
                                          </p:stCondLst>
                                          <p:endCondLst>
                                            <p:cond evt="onStopAudio" delay="0">
                                              <p:tgtEl>
                                                <p:sldTgt/>
                                              </p:tgtEl>
                                            </p:cond>
                                          </p:endCondLst>
                                        </p:cTn>
                                        <p:tgtEl>
                                          <p:sndTgt r:embed="rId3" name="翻书声.wav"/>
                                        </p:tgtEl>
                                      </p:cMediaNode>
                                    </p:audio>
                                  </p:subTnLst>
                                </p:cTn>
                              </p:par>
                            </p:childTnLst>
                          </p:cTn>
                        </p:par>
                      </p:childTnLst>
                    </p:cTn>
                  </p:par>
                  <p:par>
                    <p:cTn id="114" fill="hold">
                      <p:stCondLst>
                        <p:cond delay="indefinite"/>
                      </p:stCondLst>
                      <p:childTnLst>
                        <p:par>
                          <p:cTn id="115" fill="hold">
                            <p:stCondLst>
                              <p:cond delay="0"/>
                            </p:stCondLst>
                            <p:childTnLst>
                              <p:par>
                                <p:cTn id="116" presetID="17" presetClass="exit" presetSubtype="8" fill="hold" nodeType="clickEffect">
                                  <p:stCondLst>
                                    <p:cond delay="0"/>
                                  </p:stCondLst>
                                  <p:childTnLst>
                                    <p:anim calcmode="lin" valueType="num">
                                      <p:cBhvr additive="base">
                                        <p:cTn id="117" dur="500"/>
                                        <p:tgtEl>
                                          <p:spTgt spid="22"/>
                                        </p:tgtEl>
                                        <p:attrNameLst>
                                          <p:attrName>ppt_x</p:attrName>
                                        </p:attrNameLst>
                                      </p:cBhvr>
                                      <p:tavLst>
                                        <p:tav tm="0">
                                          <p:val>
                                            <p:strVal val="ppt_x"/>
                                          </p:val>
                                        </p:tav>
                                        <p:tav tm="100000">
                                          <p:val>
                                            <p:strVal val="ppt_x-ppt_w/2"/>
                                          </p:val>
                                        </p:tav>
                                      </p:tavLst>
                                    </p:anim>
                                    <p:anim calcmode="lin" valueType="num">
                                      <p:cBhvr additive="base">
                                        <p:cTn id="118" dur="500"/>
                                        <p:tgtEl>
                                          <p:spTgt spid="22"/>
                                        </p:tgtEl>
                                        <p:attrNameLst>
                                          <p:attrName>ppt_y</p:attrName>
                                        </p:attrNameLst>
                                      </p:cBhvr>
                                      <p:tavLst>
                                        <p:tav tm="0">
                                          <p:val>
                                            <p:strVal val="ppt_y"/>
                                          </p:val>
                                        </p:tav>
                                        <p:tav tm="100000">
                                          <p:val>
                                            <p:strVal val="ppt_y"/>
                                          </p:val>
                                        </p:tav>
                                      </p:tavLst>
                                    </p:anim>
                                    <p:anim calcmode="lin" valueType="num">
                                      <p:cBhvr additive="base">
                                        <p:cTn id="119" dur="500"/>
                                        <p:tgtEl>
                                          <p:spTgt spid="22"/>
                                        </p:tgtEl>
                                        <p:attrNameLst>
                                          <p:attrName>ppt_w</p:attrName>
                                        </p:attrNameLst>
                                      </p:cBhvr>
                                      <p:tavLst>
                                        <p:tav tm="0">
                                          <p:val>
                                            <p:strVal val="ppt_w"/>
                                          </p:val>
                                        </p:tav>
                                        <p:tav tm="100000">
                                          <p:val>
                                            <p:fltVal val="0"/>
                                          </p:val>
                                        </p:tav>
                                      </p:tavLst>
                                    </p:anim>
                                    <p:anim calcmode="lin" valueType="num">
                                      <p:cBhvr additive="base">
                                        <p:cTn id="120" dur="500"/>
                                        <p:tgtEl>
                                          <p:spTgt spid="22"/>
                                        </p:tgtEl>
                                        <p:attrNameLst>
                                          <p:attrName>ppt_h</p:attrName>
                                        </p:attrNameLst>
                                      </p:cBhvr>
                                      <p:tavLst>
                                        <p:tav tm="0">
                                          <p:val>
                                            <p:strVal val="ppt_h"/>
                                          </p:val>
                                        </p:tav>
                                        <p:tav tm="100000">
                                          <p:val>
                                            <p:strVal val="ppt_h"/>
                                          </p:val>
                                        </p:tav>
                                      </p:tavLst>
                                    </p:anim>
                                    <p:set>
                                      <p:cBhvr additive="base">
                                        <p:cTn id="121" dur="1" fill="hold">
                                          <p:stCondLst>
                                            <p:cond delay="499"/>
                                          </p:stCondLst>
                                        </p:cTn>
                                        <p:tgtEl>
                                          <p:spTgt spid="22"/>
                                        </p:tgtEl>
                                        <p:attrNameLst>
                                          <p:attrName>style.visibility</p:attrName>
                                        </p:attrNameLst>
                                      </p:cBhvr>
                                      <p:to>
                                        <p:strVal val="hidden"/>
                                      </p:to>
                                    </p:set>
                                  </p:childTnLst>
                                </p:cTn>
                              </p:par>
                            </p:childTnLst>
                          </p:cTn>
                        </p:par>
                        <p:par>
                          <p:cTn id="122" fill="hold">
                            <p:stCondLst>
                              <p:cond delay="500"/>
                            </p:stCondLst>
                            <p:childTnLst>
                              <p:par>
                                <p:cTn id="123" presetID="17" presetClass="entr" presetSubtype="2" fill="hold" nodeType="afterEffect">
                                  <p:stCondLst>
                                    <p:cond delay="0"/>
                                  </p:stCondLst>
                                  <p:childTnLst>
                                    <p:set>
                                      <p:cBhvr additive="base">
                                        <p:cTn id="124" dur="500" fill="hold">
                                          <p:stCondLst>
                                            <p:cond delay="0"/>
                                          </p:stCondLst>
                                        </p:cTn>
                                        <p:tgtEl>
                                          <p:spTgt spid="76"/>
                                        </p:tgtEl>
                                        <p:attrNameLst>
                                          <p:attrName>style.visibility</p:attrName>
                                        </p:attrNameLst>
                                      </p:cBhvr>
                                      <p:to>
                                        <p:strVal val="visible"/>
                                      </p:to>
                                    </p:set>
                                    <p:anim calcmode="lin" valueType="num">
                                      <p:cBhvr additive="base">
                                        <p:cTn id="125" dur="500" fill="hold"/>
                                        <p:tgtEl>
                                          <p:spTgt spid="76"/>
                                        </p:tgtEl>
                                        <p:attrNameLst>
                                          <p:attrName>ppt_x</p:attrName>
                                        </p:attrNameLst>
                                      </p:cBhvr>
                                      <p:tavLst>
                                        <p:tav tm="0">
                                          <p:val>
                                            <p:strVal val="#ppt_x+#ppt_w/2"/>
                                          </p:val>
                                        </p:tav>
                                        <p:tav tm="100000">
                                          <p:val>
                                            <p:strVal val="#ppt_x"/>
                                          </p:val>
                                        </p:tav>
                                      </p:tavLst>
                                    </p:anim>
                                    <p:anim calcmode="lin" valueType="num">
                                      <p:cBhvr additive="base">
                                        <p:cTn id="126" dur="500" fill="hold"/>
                                        <p:tgtEl>
                                          <p:spTgt spid="76"/>
                                        </p:tgtEl>
                                        <p:attrNameLst>
                                          <p:attrName>ppt_y</p:attrName>
                                        </p:attrNameLst>
                                      </p:cBhvr>
                                      <p:tavLst>
                                        <p:tav tm="0">
                                          <p:val>
                                            <p:strVal val="#ppt_y"/>
                                          </p:val>
                                        </p:tav>
                                        <p:tav tm="100000">
                                          <p:val>
                                            <p:strVal val="#ppt_y"/>
                                          </p:val>
                                        </p:tav>
                                      </p:tavLst>
                                    </p:anim>
                                    <p:anim calcmode="lin" valueType="num">
                                      <p:cBhvr additive="base">
                                        <p:cTn id="127" dur="500" fill="hold"/>
                                        <p:tgtEl>
                                          <p:spTgt spid="76"/>
                                        </p:tgtEl>
                                        <p:attrNameLst>
                                          <p:attrName>ppt_w</p:attrName>
                                        </p:attrNameLst>
                                      </p:cBhvr>
                                      <p:tavLst>
                                        <p:tav tm="0">
                                          <p:val>
                                            <p:fltVal val="0"/>
                                          </p:val>
                                        </p:tav>
                                        <p:tav tm="100000">
                                          <p:val>
                                            <p:strVal val="#ppt_w"/>
                                          </p:val>
                                        </p:tav>
                                      </p:tavLst>
                                    </p:anim>
                                    <p:anim calcmode="lin" valueType="num">
                                      <p:cBhvr additive="base">
                                        <p:cTn id="128" dur="500" fill="hold"/>
                                        <p:tgtEl>
                                          <p:spTgt spid="76"/>
                                        </p:tgtEl>
                                        <p:attrNameLst>
                                          <p:attrName>ppt_h</p:attrName>
                                        </p:attrNameLst>
                                      </p:cBhvr>
                                      <p:tavLst>
                                        <p:tav tm="0">
                                          <p:val>
                                            <p:strVal val="#ppt_h"/>
                                          </p:val>
                                        </p:tav>
                                        <p:tav tm="100000">
                                          <p:val>
                                            <p:strVal val="#ppt_h"/>
                                          </p:val>
                                        </p:tav>
                                      </p:tavLst>
                                    </p:anim>
                                  </p:childTnLst>
                                </p:cTn>
                              </p:par>
                            </p:childTnLst>
                          </p:cTn>
                        </p:par>
                        <p:par>
                          <p:cTn id="129" fill="hold">
                            <p:stCondLst>
                              <p:cond delay="1000"/>
                            </p:stCondLst>
                            <p:childTnLst>
                              <p:par>
                                <p:cTn id="130" presetID="17" presetClass="exit" presetSubtype="8" fill="hold" nodeType="afterEffect">
                                  <p:stCondLst>
                                    <p:cond delay="0"/>
                                  </p:stCondLst>
                                  <p:childTnLst>
                                    <p:anim calcmode="lin" valueType="num">
                                      <p:cBhvr additive="base">
                                        <p:cTn id="131" dur="500"/>
                                        <p:tgtEl>
                                          <p:spTgt spid="15"/>
                                        </p:tgtEl>
                                        <p:attrNameLst>
                                          <p:attrName>ppt_x</p:attrName>
                                        </p:attrNameLst>
                                      </p:cBhvr>
                                      <p:tavLst>
                                        <p:tav tm="0">
                                          <p:val>
                                            <p:strVal val="ppt_x"/>
                                          </p:val>
                                        </p:tav>
                                        <p:tav tm="100000">
                                          <p:val>
                                            <p:strVal val="ppt_x-ppt_w/2"/>
                                          </p:val>
                                        </p:tav>
                                      </p:tavLst>
                                    </p:anim>
                                    <p:anim calcmode="lin" valueType="num">
                                      <p:cBhvr additive="base">
                                        <p:cTn id="132" dur="500"/>
                                        <p:tgtEl>
                                          <p:spTgt spid="15"/>
                                        </p:tgtEl>
                                        <p:attrNameLst>
                                          <p:attrName>ppt_y</p:attrName>
                                        </p:attrNameLst>
                                      </p:cBhvr>
                                      <p:tavLst>
                                        <p:tav tm="0">
                                          <p:val>
                                            <p:strVal val="ppt_y"/>
                                          </p:val>
                                        </p:tav>
                                        <p:tav tm="100000">
                                          <p:val>
                                            <p:strVal val="ppt_y"/>
                                          </p:val>
                                        </p:tav>
                                      </p:tavLst>
                                    </p:anim>
                                    <p:anim calcmode="lin" valueType="num">
                                      <p:cBhvr additive="base">
                                        <p:cTn id="133" dur="500"/>
                                        <p:tgtEl>
                                          <p:spTgt spid="15"/>
                                        </p:tgtEl>
                                        <p:attrNameLst>
                                          <p:attrName>ppt_w</p:attrName>
                                        </p:attrNameLst>
                                      </p:cBhvr>
                                      <p:tavLst>
                                        <p:tav tm="0">
                                          <p:val>
                                            <p:strVal val="ppt_w"/>
                                          </p:val>
                                        </p:tav>
                                        <p:tav tm="100000">
                                          <p:val>
                                            <p:fltVal val="0"/>
                                          </p:val>
                                        </p:tav>
                                      </p:tavLst>
                                    </p:anim>
                                    <p:anim calcmode="lin" valueType="num">
                                      <p:cBhvr additive="base">
                                        <p:cTn id="134" dur="500"/>
                                        <p:tgtEl>
                                          <p:spTgt spid="15"/>
                                        </p:tgtEl>
                                        <p:attrNameLst>
                                          <p:attrName>ppt_h</p:attrName>
                                        </p:attrNameLst>
                                      </p:cBhvr>
                                      <p:tavLst>
                                        <p:tav tm="0">
                                          <p:val>
                                            <p:strVal val="ppt_h"/>
                                          </p:val>
                                        </p:tav>
                                        <p:tav tm="100000">
                                          <p:val>
                                            <p:strVal val="ppt_h"/>
                                          </p:val>
                                        </p:tav>
                                      </p:tavLst>
                                    </p:anim>
                                    <p:set>
                                      <p:cBhvr additive="base">
                                        <p:cTn id="135"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1316355" y="178435"/>
            <a:ext cx="2386330" cy="3194050"/>
            <a:chOff x="2073" y="281"/>
            <a:chExt cx="3758" cy="5030"/>
          </a:xfrm>
        </p:grpSpPr>
        <p:grpSp>
          <p:nvGrpSpPr>
            <p:cNvPr id="2" name="组合 1"/>
            <p:cNvGrpSpPr/>
            <p:nvPr/>
          </p:nvGrpSpPr>
          <p:grpSpPr>
            <a:xfrm>
              <a:off x="2141" y="281"/>
              <a:ext cx="3491" cy="5030"/>
              <a:chOff x="304" y="2028"/>
              <a:chExt cx="3491" cy="5030"/>
            </a:xfrm>
          </p:grpSpPr>
          <p:grpSp>
            <p:nvGrpSpPr>
              <p:cNvPr id="43" name="组合 42"/>
              <p:cNvGrpSpPr/>
              <p:nvPr/>
            </p:nvGrpSpPr>
            <p:grpSpPr>
              <a:xfrm>
                <a:off x="330" y="2028"/>
                <a:ext cx="3465" cy="5030"/>
                <a:chOff x="1486086" y="120403"/>
                <a:chExt cx="2200089" cy="3194297"/>
              </a:xfrm>
            </p:grpSpPr>
            <p:sp>
              <p:nvSpPr>
                <p:cNvPr id="44"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45" name="图片 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9" name="文本框 7"/>
              <p:cNvSpPr txBox="1"/>
              <p:nvPr/>
            </p:nvSpPr>
            <p:spPr>
              <a:xfrm>
                <a:off x="304" y="4252"/>
                <a:ext cx="349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轮流</a:t>
                </a:r>
                <a:endParaRPr lang="zh-CN" altLang="en-US" sz="5400" b="1" noProof="0" dirty="0">
                  <a:ln>
                    <a:noFill/>
                  </a:ln>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v. to take turns</a:t>
                </a:r>
              </a:p>
            </p:txBody>
          </p:sp>
        </p:grpSp>
        <p:sp>
          <p:nvSpPr>
            <p:cNvPr id="10" name="文本框 7"/>
            <p:cNvSpPr txBox="1"/>
            <p:nvPr/>
          </p:nvSpPr>
          <p:spPr>
            <a:xfrm>
              <a:off x="2073" y="1440"/>
              <a:ext cx="3759" cy="1018"/>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lúnliú</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grpSp>
        <p:nvGrpSpPr>
          <p:cNvPr id="27" name="组合 26"/>
          <p:cNvGrpSpPr/>
          <p:nvPr/>
        </p:nvGrpSpPr>
        <p:grpSpPr>
          <a:xfrm>
            <a:off x="7010400" y="227965"/>
            <a:ext cx="2385060" cy="3194050"/>
            <a:chOff x="11040" y="359"/>
            <a:chExt cx="3756" cy="5030"/>
          </a:xfrm>
        </p:grpSpPr>
        <p:grpSp>
          <p:nvGrpSpPr>
            <p:cNvPr id="4" name="组合 3"/>
            <p:cNvGrpSpPr/>
            <p:nvPr/>
          </p:nvGrpSpPr>
          <p:grpSpPr>
            <a:xfrm>
              <a:off x="11191" y="359"/>
              <a:ext cx="3465" cy="5030"/>
              <a:chOff x="9330" y="2028"/>
              <a:chExt cx="3465" cy="5030"/>
            </a:xfrm>
          </p:grpSpPr>
          <p:grpSp>
            <p:nvGrpSpPr>
              <p:cNvPr id="57" name="组合 56"/>
              <p:cNvGrpSpPr/>
              <p:nvPr/>
            </p:nvGrpSpPr>
            <p:grpSpPr>
              <a:xfrm>
                <a:off x="9330" y="2028"/>
                <a:ext cx="3465" cy="5030"/>
                <a:chOff x="1486086" y="120403"/>
                <a:chExt cx="2200089" cy="3194297"/>
              </a:xfrm>
            </p:grpSpPr>
            <p:sp>
              <p:nvSpPr>
                <p:cNvPr id="5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9" name="图片 5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60" name="文本框 7"/>
              <p:cNvSpPr txBox="1"/>
              <p:nvPr/>
            </p:nvSpPr>
            <p:spPr>
              <a:xfrm>
                <a:off x="9341" y="4214"/>
                <a:ext cx="3353"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n>
                      <a:noFill/>
                    </a:ln>
                    <a:effectLst/>
                    <a:uLnTx/>
                    <a:uFillTx/>
                    <a:latin typeface="华文细黑" panose="02010600040101010101" pitchFamily="2" charset="-122"/>
                    <a:ea typeface="华文细黑" panose="02010600040101010101" pitchFamily="2" charset="-122"/>
                    <a:sym typeface="+mn-ea"/>
                  </a:rPr>
                  <a:t>傍晚</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towards evening, at dusk</a:t>
                </a:r>
              </a:p>
            </p:txBody>
          </p:sp>
        </p:grpSp>
        <p:sp>
          <p:nvSpPr>
            <p:cNvPr id="62" name="文本框 7"/>
            <p:cNvSpPr txBox="1"/>
            <p:nvPr/>
          </p:nvSpPr>
          <p:spPr>
            <a:xfrm>
              <a:off x="11040" y="1494"/>
              <a:ext cx="3757" cy="921"/>
            </a:xfrm>
            <a:prstGeom prst="rect">
              <a:avLst/>
            </a:prstGeom>
            <a:noFill/>
          </p:spPr>
          <p:txBody>
            <a:bodyPr wrap="square">
              <a:spAutoFit/>
            </a:bodyPr>
            <a:lstStyle/>
            <a:p>
              <a:pPr algn="ct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bàngwǎn</a:t>
              </a:r>
              <a:endPar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grpSp>
        <p:nvGrpSpPr>
          <p:cNvPr id="26" name="组合 25"/>
          <p:cNvGrpSpPr/>
          <p:nvPr/>
        </p:nvGrpSpPr>
        <p:grpSpPr>
          <a:xfrm>
            <a:off x="4304665" y="198120"/>
            <a:ext cx="2208530" cy="3194050"/>
            <a:chOff x="6779" y="312"/>
            <a:chExt cx="3478" cy="5030"/>
          </a:xfrm>
        </p:grpSpPr>
        <p:grpSp>
          <p:nvGrpSpPr>
            <p:cNvPr id="6" name="组合 5"/>
            <p:cNvGrpSpPr/>
            <p:nvPr/>
          </p:nvGrpSpPr>
          <p:grpSpPr>
            <a:xfrm>
              <a:off x="6779" y="312"/>
              <a:ext cx="3479" cy="5030"/>
              <a:chOff x="9330" y="2028"/>
              <a:chExt cx="3479" cy="5030"/>
            </a:xfrm>
          </p:grpSpPr>
          <p:grpSp>
            <p:nvGrpSpPr>
              <p:cNvPr id="7" name="组合 6"/>
              <p:cNvGrpSpPr/>
              <p:nvPr/>
            </p:nvGrpSpPr>
            <p:grpSpPr>
              <a:xfrm>
                <a:off x="9330" y="2028"/>
                <a:ext cx="3465" cy="5030"/>
                <a:chOff x="1486086" y="120403"/>
                <a:chExt cx="2200089" cy="3194297"/>
              </a:xfrm>
            </p:grpSpPr>
            <p:sp>
              <p:nvSpPr>
                <p:cNvPr id="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12" name="文本框 7"/>
              <p:cNvSpPr txBox="1"/>
              <p:nvPr/>
            </p:nvSpPr>
            <p:spPr>
              <a:xfrm>
                <a:off x="9330" y="4252"/>
                <a:ext cx="3479"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n>
                      <a:noFill/>
                    </a:ln>
                    <a:effectLst/>
                    <a:uLnTx/>
                    <a:uFillTx/>
                    <a:latin typeface="华文细黑" panose="02010600040101010101" pitchFamily="2" charset="-122"/>
                    <a:ea typeface="华文细黑" panose="02010600040101010101" pitchFamily="2" charset="-122"/>
                    <a:sym typeface="+mn-ea"/>
                  </a:rPr>
                  <a:t>海鲜</a:t>
                </a:r>
                <a:endParaRPr lang="zh-CN" sz="5400" b="1" noProof="0" dirty="0">
                  <a:ln>
                    <a:noFill/>
                  </a:ln>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seafood</a:t>
                </a:r>
              </a:p>
            </p:txBody>
          </p:sp>
        </p:grpSp>
        <p:sp>
          <p:nvSpPr>
            <p:cNvPr id="13" name="文本框 7"/>
            <p:cNvSpPr txBox="1"/>
            <p:nvPr/>
          </p:nvSpPr>
          <p:spPr>
            <a:xfrm>
              <a:off x="6798" y="1471"/>
              <a:ext cx="3457" cy="1018"/>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hǎixiān</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grpSp>
        <p:nvGrpSpPr>
          <p:cNvPr id="29" name="组合 28"/>
          <p:cNvGrpSpPr/>
          <p:nvPr/>
        </p:nvGrpSpPr>
        <p:grpSpPr>
          <a:xfrm>
            <a:off x="1316355" y="3688080"/>
            <a:ext cx="2228850" cy="3194050"/>
            <a:chOff x="2073" y="5808"/>
            <a:chExt cx="3510" cy="5030"/>
          </a:xfrm>
        </p:grpSpPr>
        <p:grpSp>
          <p:nvGrpSpPr>
            <p:cNvPr id="14" name="组合 13"/>
            <p:cNvGrpSpPr/>
            <p:nvPr/>
          </p:nvGrpSpPr>
          <p:grpSpPr>
            <a:xfrm>
              <a:off x="2073" y="5808"/>
              <a:ext cx="3511" cy="5030"/>
              <a:chOff x="4717" y="1909"/>
              <a:chExt cx="3511" cy="5030"/>
            </a:xfrm>
          </p:grpSpPr>
          <p:grpSp>
            <p:nvGrpSpPr>
              <p:cNvPr id="15" name="组合 14"/>
              <p:cNvGrpSpPr/>
              <p:nvPr/>
            </p:nvGrpSpPr>
            <p:grpSpPr>
              <a:xfrm>
                <a:off x="4718" y="1909"/>
                <a:ext cx="3465" cy="5030"/>
                <a:chOff x="1486086" y="120403"/>
                <a:chExt cx="2200089" cy="3194297"/>
              </a:xfrm>
            </p:grpSpPr>
            <p:sp>
              <p:nvSpPr>
                <p:cNvPr id="1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6" cy="3004708"/>
                </a:xfrm>
                <a:prstGeom prst="rect">
                  <a:avLst/>
                </a:prstGeom>
              </p:spPr>
            </p:pic>
          </p:grpSp>
          <p:sp>
            <p:nvSpPr>
              <p:cNvPr id="20" name="文本框 7"/>
              <p:cNvSpPr txBox="1"/>
              <p:nvPr/>
            </p:nvSpPr>
            <p:spPr>
              <a:xfrm>
                <a:off x="4717" y="4133"/>
                <a:ext cx="351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陆地</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land</a:t>
                </a:r>
              </a:p>
            </p:txBody>
          </p:sp>
        </p:grpSp>
        <p:sp>
          <p:nvSpPr>
            <p:cNvPr id="21" name="文本框 7"/>
            <p:cNvSpPr txBox="1"/>
            <p:nvPr/>
          </p:nvSpPr>
          <p:spPr>
            <a:xfrm>
              <a:off x="2073" y="6967"/>
              <a:ext cx="3511" cy="1018"/>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lùdì</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grpSp>
        <p:nvGrpSpPr>
          <p:cNvPr id="34" name="组合 33"/>
          <p:cNvGrpSpPr/>
          <p:nvPr/>
        </p:nvGrpSpPr>
        <p:grpSpPr>
          <a:xfrm>
            <a:off x="4036695" y="3663950"/>
            <a:ext cx="2754630" cy="3194050"/>
            <a:chOff x="6357" y="5770"/>
            <a:chExt cx="4338" cy="5030"/>
          </a:xfrm>
        </p:grpSpPr>
        <p:grpSp>
          <p:nvGrpSpPr>
            <p:cNvPr id="3" name="组合 2"/>
            <p:cNvGrpSpPr/>
            <p:nvPr/>
          </p:nvGrpSpPr>
          <p:grpSpPr>
            <a:xfrm>
              <a:off x="6711" y="5770"/>
              <a:ext cx="3533" cy="5030"/>
              <a:chOff x="9262" y="2028"/>
              <a:chExt cx="3533" cy="5030"/>
            </a:xfrm>
          </p:grpSpPr>
          <p:grpSp>
            <p:nvGrpSpPr>
              <p:cNvPr id="17" name="组合 16"/>
              <p:cNvGrpSpPr/>
              <p:nvPr/>
            </p:nvGrpSpPr>
            <p:grpSpPr>
              <a:xfrm>
                <a:off x="9330" y="2028"/>
                <a:ext cx="3465" cy="5030"/>
                <a:chOff x="1486086" y="120403"/>
                <a:chExt cx="2200089" cy="3194297"/>
              </a:xfrm>
            </p:grpSpPr>
            <p:sp>
              <p:nvSpPr>
                <p:cNvPr id="22"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4" name="文本框 7"/>
              <p:cNvSpPr txBox="1"/>
              <p:nvPr/>
            </p:nvSpPr>
            <p:spPr>
              <a:xfrm>
                <a:off x="9262" y="4252"/>
                <a:ext cx="3532"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各自</a:t>
                </a: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pron. each, respective</a:t>
                </a:r>
              </a:p>
            </p:txBody>
          </p:sp>
        </p:grpSp>
        <p:sp>
          <p:nvSpPr>
            <p:cNvPr id="30" name="文本框 7"/>
            <p:cNvSpPr txBox="1"/>
            <p:nvPr/>
          </p:nvSpPr>
          <p:spPr>
            <a:xfrm>
              <a:off x="6357" y="6967"/>
              <a:ext cx="4338" cy="1018"/>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gèzì</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grpSp>
        <p:nvGrpSpPr>
          <p:cNvPr id="37" name="组合 36"/>
          <p:cNvGrpSpPr/>
          <p:nvPr/>
        </p:nvGrpSpPr>
        <p:grpSpPr>
          <a:xfrm>
            <a:off x="7195820" y="3679190"/>
            <a:ext cx="2257425" cy="3194050"/>
            <a:chOff x="11332" y="5794"/>
            <a:chExt cx="3555" cy="5030"/>
          </a:xfrm>
        </p:grpSpPr>
        <p:grpSp>
          <p:nvGrpSpPr>
            <p:cNvPr id="31" name="组合 30"/>
            <p:cNvGrpSpPr/>
            <p:nvPr/>
          </p:nvGrpSpPr>
          <p:grpSpPr>
            <a:xfrm>
              <a:off x="11332" y="5794"/>
              <a:ext cx="3533" cy="5030"/>
              <a:chOff x="4718" y="1909"/>
              <a:chExt cx="3533" cy="5030"/>
            </a:xfrm>
          </p:grpSpPr>
          <p:grpSp>
            <p:nvGrpSpPr>
              <p:cNvPr id="32" name="组合 31"/>
              <p:cNvGrpSpPr/>
              <p:nvPr/>
            </p:nvGrpSpPr>
            <p:grpSpPr>
              <a:xfrm>
                <a:off x="4718" y="1909"/>
                <a:ext cx="3465" cy="5030"/>
                <a:chOff x="1486086" y="120403"/>
                <a:chExt cx="2200089" cy="3194297"/>
              </a:xfrm>
            </p:grpSpPr>
            <p:sp>
              <p:nvSpPr>
                <p:cNvPr id="33"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0" y="196147"/>
                  <a:ext cx="2124196" cy="3004708"/>
                </a:xfrm>
                <a:prstGeom prst="rect">
                  <a:avLst/>
                </a:prstGeom>
              </p:spPr>
            </p:pic>
          </p:grpSp>
          <p:sp>
            <p:nvSpPr>
              <p:cNvPr id="36" name="文本框 7"/>
              <p:cNvSpPr txBox="1"/>
              <p:nvPr/>
            </p:nvSpPr>
            <p:spPr>
              <a:xfrm>
                <a:off x="4740" y="4154"/>
                <a:ext cx="351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着火</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v. to catch fire</a:t>
                </a:r>
              </a:p>
            </p:txBody>
          </p:sp>
        </p:grpSp>
        <p:sp>
          <p:nvSpPr>
            <p:cNvPr id="38" name="文本框 7"/>
            <p:cNvSpPr txBox="1"/>
            <p:nvPr/>
          </p:nvSpPr>
          <p:spPr>
            <a:xfrm>
              <a:off x="11377" y="7064"/>
              <a:ext cx="3511" cy="921"/>
            </a:xfrm>
            <a:prstGeom prst="rect">
              <a:avLst/>
            </a:prstGeom>
            <a:noFill/>
          </p:spPr>
          <p:txBody>
            <a:bodyPr wrap="square">
              <a:spAutoFit/>
            </a:bodyPr>
            <a:lstStyle/>
            <a:p>
              <a:pPr algn="ct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zháo</a:t>
              </a:r>
              <a:r>
                <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 </a:t>
              </a: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huǒ</a:t>
              </a:r>
              <a:endPar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grpSp>
        <p:nvGrpSpPr>
          <p:cNvPr id="28" name="组合 27"/>
          <p:cNvGrpSpPr/>
          <p:nvPr/>
        </p:nvGrpSpPr>
        <p:grpSpPr>
          <a:xfrm>
            <a:off x="9714230" y="197485"/>
            <a:ext cx="2754630" cy="3194050"/>
            <a:chOff x="15298" y="311"/>
            <a:chExt cx="4338" cy="5030"/>
          </a:xfrm>
        </p:grpSpPr>
        <p:grpSp>
          <p:nvGrpSpPr>
            <p:cNvPr id="47" name="组合 46"/>
            <p:cNvGrpSpPr/>
            <p:nvPr/>
          </p:nvGrpSpPr>
          <p:grpSpPr>
            <a:xfrm>
              <a:off x="15667" y="311"/>
              <a:ext cx="3533" cy="5030"/>
              <a:chOff x="9262" y="2028"/>
              <a:chExt cx="3533" cy="5030"/>
            </a:xfrm>
          </p:grpSpPr>
          <p:grpSp>
            <p:nvGrpSpPr>
              <p:cNvPr id="48" name="组合 47"/>
              <p:cNvGrpSpPr/>
              <p:nvPr/>
            </p:nvGrpSpPr>
            <p:grpSpPr>
              <a:xfrm>
                <a:off x="9330" y="2028"/>
                <a:ext cx="3465" cy="5030"/>
                <a:chOff x="1486086" y="120403"/>
                <a:chExt cx="2200089" cy="3194297"/>
              </a:xfrm>
            </p:grpSpPr>
            <p:sp>
              <p:nvSpPr>
                <p:cNvPr id="50"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1" name="图片 5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49" name="文本框 7"/>
              <p:cNvSpPr txBox="1"/>
              <p:nvPr/>
            </p:nvSpPr>
            <p:spPr>
              <a:xfrm>
                <a:off x="9262" y="4252"/>
                <a:ext cx="3532"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盼望</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v. to look forward to</a:t>
                </a:r>
              </a:p>
            </p:txBody>
          </p:sp>
        </p:grpSp>
        <p:sp>
          <p:nvSpPr>
            <p:cNvPr id="52" name="文本框 7"/>
            <p:cNvSpPr txBox="1"/>
            <p:nvPr/>
          </p:nvSpPr>
          <p:spPr>
            <a:xfrm>
              <a:off x="15298" y="1522"/>
              <a:ext cx="4338" cy="921"/>
            </a:xfrm>
            <a:prstGeom prst="rect">
              <a:avLst/>
            </a:prstGeom>
            <a:noFill/>
          </p:spPr>
          <p:txBody>
            <a:bodyPr wrap="square">
              <a:spAutoFit/>
            </a:bodyPr>
            <a:lstStyle/>
            <a:p>
              <a:pPr algn="ct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pànwàng</a:t>
              </a:r>
              <a:endPar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grpSp>
        <p:nvGrpSpPr>
          <p:cNvPr id="39" name="组合 38"/>
          <p:cNvGrpSpPr/>
          <p:nvPr/>
        </p:nvGrpSpPr>
        <p:grpSpPr>
          <a:xfrm>
            <a:off x="9818370" y="3612515"/>
            <a:ext cx="2754630" cy="3194050"/>
            <a:chOff x="15462" y="5689"/>
            <a:chExt cx="4338" cy="5030"/>
          </a:xfrm>
        </p:grpSpPr>
        <p:grpSp>
          <p:nvGrpSpPr>
            <p:cNvPr id="53" name="组合 52"/>
            <p:cNvGrpSpPr/>
            <p:nvPr/>
          </p:nvGrpSpPr>
          <p:grpSpPr>
            <a:xfrm>
              <a:off x="15886" y="5689"/>
              <a:ext cx="3532" cy="5030"/>
              <a:chOff x="9317" y="2028"/>
              <a:chExt cx="3532" cy="5030"/>
            </a:xfrm>
          </p:grpSpPr>
          <p:grpSp>
            <p:nvGrpSpPr>
              <p:cNvPr id="54" name="组合 53"/>
              <p:cNvGrpSpPr/>
              <p:nvPr/>
            </p:nvGrpSpPr>
            <p:grpSpPr>
              <a:xfrm>
                <a:off x="9330" y="2028"/>
                <a:ext cx="3465" cy="5030"/>
                <a:chOff x="1486086" y="120403"/>
                <a:chExt cx="2200089" cy="3194297"/>
              </a:xfrm>
            </p:grpSpPr>
            <p:sp>
              <p:nvSpPr>
                <p:cNvPr id="56"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61" name="图片 6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55" name="文本框 7"/>
              <p:cNvSpPr txBox="1"/>
              <p:nvPr/>
            </p:nvSpPr>
            <p:spPr>
              <a:xfrm>
                <a:off x="9317" y="4371"/>
                <a:ext cx="3532"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时刻</a:t>
                </a: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moment</a:t>
                </a:r>
              </a:p>
            </p:txBody>
          </p:sp>
        </p:grpSp>
        <p:sp>
          <p:nvSpPr>
            <p:cNvPr id="63" name="文本框 7"/>
            <p:cNvSpPr txBox="1"/>
            <p:nvPr/>
          </p:nvSpPr>
          <p:spPr>
            <a:xfrm>
              <a:off x="15462" y="6967"/>
              <a:ext cx="4338" cy="1018"/>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shíkè</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pic>
        <p:nvPicPr>
          <p:cNvPr id="40" name="图片 39"/>
          <p:cNvPicPr/>
          <p:nvPr/>
        </p:nvPicPr>
        <p:blipFill>
          <a:blip r:embed="rId5"/>
          <a:stretch>
            <a:fillRect/>
          </a:stretch>
        </p:blipFill>
        <p:spPr>
          <a:xfrm>
            <a:off x="2990850" y="1297305"/>
            <a:ext cx="6723380" cy="4263390"/>
          </a:xfrm>
          <a:prstGeom prst="rect">
            <a:avLst/>
          </a:prstGeom>
        </p:spPr>
      </p:pic>
      <p:pic>
        <p:nvPicPr>
          <p:cNvPr id="41" name="图片 40"/>
          <p:cNvPicPr/>
          <p:nvPr/>
        </p:nvPicPr>
        <p:blipFill>
          <a:blip r:embed="rId6"/>
          <a:stretch>
            <a:fillRect/>
          </a:stretch>
        </p:blipFill>
        <p:spPr>
          <a:xfrm>
            <a:off x="2262505" y="178435"/>
            <a:ext cx="3650615" cy="6653530"/>
          </a:xfrm>
          <a:prstGeom prst="rect">
            <a:avLst/>
          </a:prstGeom>
        </p:spPr>
      </p:pic>
      <p:pic>
        <p:nvPicPr>
          <p:cNvPr id="42" name="图片 41"/>
          <p:cNvPicPr/>
          <p:nvPr/>
        </p:nvPicPr>
        <p:blipFill>
          <a:blip r:embed="rId7"/>
          <a:stretch>
            <a:fillRect/>
          </a:stretch>
        </p:blipFill>
        <p:spPr>
          <a:xfrm>
            <a:off x="6513830" y="702310"/>
            <a:ext cx="3784600" cy="5447665"/>
          </a:xfrm>
          <a:prstGeom prst="rect">
            <a:avLst/>
          </a:prstGeom>
        </p:spPr>
      </p:pic>
      <p:grpSp>
        <p:nvGrpSpPr>
          <p:cNvPr id="65" name="组合 64"/>
          <p:cNvGrpSpPr/>
          <p:nvPr/>
        </p:nvGrpSpPr>
        <p:grpSpPr>
          <a:xfrm>
            <a:off x="2990850" y="254635"/>
            <a:ext cx="4762500" cy="6350000"/>
            <a:chOff x="4710" y="401"/>
            <a:chExt cx="7500" cy="10000"/>
          </a:xfrm>
        </p:grpSpPr>
        <p:pic>
          <p:nvPicPr>
            <p:cNvPr id="46" name="图片 45"/>
            <p:cNvPicPr/>
            <p:nvPr/>
          </p:nvPicPr>
          <p:blipFill>
            <a:blip r:embed="rId8"/>
            <a:stretch>
              <a:fillRect/>
            </a:stretch>
          </p:blipFill>
          <p:spPr>
            <a:xfrm>
              <a:off x="4710" y="401"/>
              <a:ext cx="7500" cy="10000"/>
            </a:xfrm>
            <a:prstGeom prst="rect">
              <a:avLst/>
            </a:prstGeom>
          </p:spPr>
        </p:pic>
        <p:sp>
          <p:nvSpPr>
            <p:cNvPr id="64" name="文本框 63"/>
            <p:cNvSpPr txBox="1"/>
            <p:nvPr/>
          </p:nvSpPr>
          <p:spPr>
            <a:xfrm>
              <a:off x="5594" y="2851"/>
              <a:ext cx="5056" cy="919"/>
            </a:xfrm>
            <a:prstGeom prst="rect">
              <a:avLst/>
            </a:prstGeom>
            <a:noFill/>
          </p:spPr>
          <p:txBody>
            <a:bodyPr wrap="square" rtlCol="0">
              <a:spAutoFit/>
            </a:bodyPr>
            <a:lstStyle/>
            <a:p>
              <a:r>
                <a:rPr lang="zh-CN" altLang="en-US" sz="3200"/>
                <a:t>盼望父母回家</a:t>
              </a:r>
            </a:p>
          </p:txBody>
        </p:sp>
      </p:grpSp>
      <p:grpSp>
        <p:nvGrpSpPr>
          <p:cNvPr id="68" name="组合 67"/>
          <p:cNvGrpSpPr/>
          <p:nvPr/>
        </p:nvGrpSpPr>
        <p:grpSpPr>
          <a:xfrm>
            <a:off x="7113270" y="-51435"/>
            <a:ext cx="4898390" cy="6858000"/>
            <a:chOff x="11202" y="-81"/>
            <a:chExt cx="7714" cy="10800"/>
          </a:xfrm>
        </p:grpSpPr>
        <p:pic>
          <p:nvPicPr>
            <p:cNvPr id="66" name="图片 65"/>
            <p:cNvPicPr/>
            <p:nvPr/>
          </p:nvPicPr>
          <p:blipFill>
            <a:blip r:embed="rId9"/>
            <a:stretch>
              <a:fillRect/>
            </a:stretch>
          </p:blipFill>
          <p:spPr>
            <a:xfrm>
              <a:off x="11202" y="-81"/>
              <a:ext cx="7714" cy="10800"/>
            </a:xfrm>
            <a:prstGeom prst="rect">
              <a:avLst/>
            </a:prstGeom>
          </p:spPr>
        </p:pic>
        <p:sp>
          <p:nvSpPr>
            <p:cNvPr id="67" name="文本框 66"/>
            <p:cNvSpPr txBox="1"/>
            <p:nvPr/>
          </p:nvSpPr>
          <p:spPr>
            <a:xfrm>
              <a:off x="12210" y="2488"/>
              <a:ext cx="5056" cy="919"/>
            </a:xfrm>
            <a:prstGeom prst="rect">
              <a:avLst/>
            </a:prstGeom>
            <a:noFill/>
          </p:spPr>
          <p:txBody>
            <a:bodyPr wrap="square" rtlCol="0">
              <a:spAutoFit/>
            </a:bodyPr>
            <a:lstStyle/>
            <a:p>
              <a:r>
                <a:rPr lang="zh-CN" altLang="en-US" sz="3200"/>
                <a:t>盼望丰收</a:t>
              </a:r>
            </a:p>
          </p:txBody>
        </p:sp>
      </p:grpSp>
    </p:spTree>
    <p:custDataLst>
      <p:tags r:id="rId1"/>
    </p:custDataLst>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nodeType="clickEffect">
                                  <p:stCondLst>
                                    <p:cond delay="0"/>
                                  </p:stCondLst>
                                  <p:childTnLst>
                                    <p:animEffect transition="out" filter="blinds(horizontal)">
                                      <p:cBhvr>
                                        <p:cTn id="18" dur="500"/>
                                        <p:tgtEl>
                                          <p:spTgt spid="40"/>
                                        </p:tgtEl>
                                      </p:cBhvr>
                                    </p:animEffect>
                                    <p:set>
                                      <p:cBhvr>
                                        <p:cTn id="19" dur="1" fill="hold">
                                          <p:stCondLst>
                                            <p:cond delay="499"/>
                                          </p:stCondLst>
                                        </p:cTn>
                                        <p:tgtEl>
                                          <p:spTgt spid="40"/>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additive="base">
                                        <p:cTn id="24" dur="500" fill="hold"/>
                                        <p:tgtEl>
                                          <p:spTgt spid="26"/>
                                        </p:tgtEl>
                                        <p:attrNameLst>
                                          <p:attrName>ppt_x</p:attrName>
                                        </p:attrNameLst>
                                      </p:cBhvr>
                                      <p:tavLst>
                                        <p:tav tm="0">
                                          <p:val>
                                            <p:strVal val="#ppt_x"/>
                                          </p:val>
                                        </p:tav>
                                        <p:tav tm="100000">
                                          <p:val>
                                            <p:strVal val="#ppt_x"/>
                                          </p:val>
                                        </p:tav>
                                      </p:tavLst>
                                    </p:anim>
                                    <p:anim calcmode="lin" valueType="num">
                                      <p:cBhvr additive="base">
                                        <p:cTn id="25"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500" fill="hold"/>
                                        <p:tgtEl>
                                          <p:spTgt spid="27"/>
                                        </p:tgtEl>
                                        <p:attrNameLst>
                                          <p:attrName>ppt_x</p:attrName>
                                        </p:attrNameLst>
                                      </p:cBhvr>
                                      <p:tavLst>
                                        <p:tav tm="0">
                                          <p:val>
                                            <p:strVal val="#ppt_x"/>
                                          </p:val>
                                        </p:tav>
                                        <p:tav tm="100000">
                                          <p:val>
                                            <p:strVal val="#ppt_x"/>
                                          </p:val>
                                        </p:tav>
                                      </p:tavLst>
                                    </p:anim>
                                    <p:anim calcmode="lin" valueType="num">
                                      <p:cBhvr additive="base">
                                        <p:cTn id="31"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1"/>
                                        </p:tgtEl>
                                        <p:attrNameLst>
                                          <p:attrName>style.visibility</p:attrName>
                                        </p:attrNameLst>
                                      </p:cBhvr>
                                      <p:to>
                                        <p:strVal val="visible"/>
                                      </p:to>
                                    </p:set>
                                    <p:anim calcmode="lin" valueType="num">
                                      <p:cBhvr additive="base">
                                        <p:cTn id="36" dur="500" fill="hold"/>
                                        <p:tgtEl>
                                          <p:spTgt spid="41"/>
                                        </p:tgtEl>
                                        <p:attrNameLst>
                                          <p:attrName>ppt_x</p:attrName>
                                        </p:attrNameLst>
                                      </p:cBhvr>
                                      <p:tavLst>
                                        <p:tav tm="0">
                                          <p:val>
                                            <p:strVal val="#ppt_x"/>
                                          </p:val>
                                        </p:tav>
                                        <p:tav tm="100000">
                                          <p:val>
                                            <p:strVal val="#ppt_x"/>
                                          </p:val>
                                        </p:tav>
                                      </p:tavLst>
                                    </p:anim>
                                    <p:anim calcmode="lin" valueType="num">
                                      <p:cBhvr additive="base">
                                        <p:cTn id="37" dur="500" fill="hold"/>
                                        <p:tgtEl>
                                          <p:spTgt spid="41"/>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42"/>
                                        </p:tgtEl>
                                        <p:attrNameLst>
                                          <p:attrName>style.visibility</p:attrName>
                                        </p:attrNameLst>
                                      </p:cBhvr>
                                      <p:to>
                                        <p:strVal val="visible"/>
                                      </p:to>
                                    </p:set>
                                    <p:anim calcmode="lin" valueType="num">
                                      <p:cBhvr additive="base">
                                        <p:cTn id="40" dur="500" fill="hold"/>
                                        <p:tgtEl>
                                          <p:spTgt spid="42"/>
                                        </p:tgtEl>
                                        <p:attrNameLst>
                                          <p:attrName>ppt_x</p:attrName>
                                        </p:attrNameLst>
                                      </p:cBhvr>
                                      <p:tavLst>
                                        <p:tav tm="0">
                                          <p:val>
                                            <p:strVal val="#ppt_x"/>
                                          </p:val>
                                        </p:tav>
                                        <p:tav tm="100000">
                                          <p:val>
                                            <p:strVal val="#ppt_x"/>
                                          </p:val>
                                        </p:tav>
                                      </p:tavLst>
                                    </p:anim>
                                    <p:anim calcmode="lin" valueType="num">
                                      <p:cBhvr additive="base">
                                        <p:cTn id="41"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xit" presetSubtype="10" fill="hold" nodeType="clickEffect">
                                  <p:stCondLst>
                                    <p:cond delay="0"/>
                                  </p:stCondLst>
                                  <p:childTnLst>
                                    <p:animEffect transition="out" filter="blinds(horizontal)">
                                      <p:cBhvr>
                                        <p:cTn id="45" dur="500"/>
                                        <p:tgtEl>
                                          <p:spTgt spid="42"/>
                                        </p:tgtEl>
                                      </p:cBhvr>
                                    </p:animEffect>
                                    <p:set>
                                      <p:cBhvr>
                                        <p:cTn id="46" dur="1" fill="hold">
                                          <p:stCondLst>
                                            <p:cond delay="499"/>
                                          </p:stCondLst>
                                        </p:cTn>
                                        <p:tgtEl>
                                          <p:spTgt spid="42"/>
                                        </p:tgtEl>
                                        <p:attrNameLst>
                                          <p:attrName>style.visibility</p:attrName>
                                        </p:attrNameLst>
                                      </p:cBhvr>
                                      <p:to>
                                        <p:strVal val="hidden"/>
                                      </p:to>
                                    </p:set>
                                  </p:childTnLst>
                                </p:cTn>
                              </p:par>
                              <p:par>
                                <p:cTn id="47" presetID="3" presetClass="exit" presetSubtype="10" fill="hold" nodeType="withEffect">
                                  <p:stCondLst>
                                    <p:cond delay="0"/>
                                  </p:stCondLst>
                                  <p:childTnLst>
                                    <p:animEffect transition="out" filter="blinds(horizontal)">
                                      <p:cBhvr>
                                        <p:cTn id="48" dur="500"/>
                                        <p:tgtEl>
                                          <p:spTgt spid="41"/>
                                        </p:tgtEl>
                                      </p:cBhvr>
                                    </p:animEffect>
                                    <p:set>
                                      <p:cBhvr>
                                        <p:cTn id="49" dur="1" fill="hold">
                                          <p:stCondLst>
                                            <p:cond delay="499"/>
                                          </p:stCondLst>
                                        </p:cTn>
                                        <p:tgtEl>
                                          <p:spTgt spid="41"/>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additive="base">
                                        <p:cTn id="54" dur="500" fill="hold"/>
                                        <p:tgtEl>
                                          <p:spTgt spid="28"/>
                                        </p:tgtEl>
                                        <p:attrNameLst>
                                          <p:attrName>ppt_x</p:attrName>
                                        </p:attrNameLst>
                                      </p:cBhvr>
                                      <p:tavLst>
                                        <p:tav tm="0">
                                          <p:val>
                                            <p:strVal val="#ppt_x"/>
                                          </p:val>
                                        </p:tav>
                                        <p:tav tm="100000">
                                          <p:val>
                                            <p:strVal val="#ppt_x"/>
                                          </p:val>
                                        </p:tav>
                                      </p:tavLst>
                                    </p:anim>
                                    <p:anim calcmode="lin" valueType="num">
                                      <p:cBhvr additive="base">
                                        <p:cTn id="5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65"/>
                                        </p:tgtEl>
                                        <p:attrNameLst>
                                          <p:attrName>style.visibility</p:attrName>
                                        </p:attrNameLst>
                                      </p:cBhvr>
                                      <p:to>
                                        <p:strVal val="visible"/>
                                      </p:to>
                                    </p:set>
                                    <p:anim calcmode="lin" valueType="num">
                                      <p:cBhvr additive="base">
                                        <p:cTn id="60" dur="500" fill="hold"/>
                                        <p:tgtEl>
                                          <p:spTgt spid="65"/>
                                        </p:tgtEl>
                                        <p:attrNameLst>
                                          <p:attrName>ppt_x</p:attrName>
                                        </p:attrNameLst>
                                      </p:cBhvr>
                                      <p:tavLst>
                                        <p:tav tm="0">
                                          <p:val>
                                            <p:strVal val="#ppt_x"/>
                                          </p:val>
                                        </p:tav>
                                        <p:tav tm="100000">
                                          <p:val>
                                            <p:strVal val="#ppt_x"/>
                                          </p:val>
                                        </p:tav>
                                      </p:tavLst>
                                    </p:anim>
                                    <p:anim calcmode="lin" valueType="num">
                                      <p:cBhvr additive="base">
                                        <p:cTn id="61"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68"/>
                                        </p:tgtEl>
                                        <p:attrNameLst>
                                          <p:attrName>style.visibility</p:attrName>
                                        </p:attrNameLst>
                                      </p:cBhvr>
                                      <p:to>
                                        <p:strVal val="visible"/>
                                      </p:to>
                                    </p:set>
                                    <p:anim calcmode="lin" valueType="num">
                                      <p:cBhvr additive="base">
                                        <p:cTn id="66" dur="500" fill="hold"/>
                                        <p:tgtEl>
                                          <p:spTgt spid="68"/>
                                        </p:tgtEl>
                                        <p:attrNameLst>
                                          <p:attrName>ppt_x</p:attrName>
                                        </p:attrNameLst>
                                      </p:cBhvr>
                                      <p:tavLst>
                                        <p:tav tm="0">
                                          <p:val>
                                            <p:strVal val="#ppt_x"/>
                                          </p:val>
                                        </p:tav>
                                        <p:tav tm="100000">
                                          <p:val>
                                            <p:strVal val="#ppt_x"/>
                                          </p:val>
                                        </p:tav>
                                      </p:tavLst>
                                    </p:anim>
                                    <p:anim calcmode="lin" valueType="num">
                                      <p:cBhvr additive="base">
                                        <p:cTn id="67"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nodeType="clickEffect">
                                  <p:stCondLst>
                                    <p:cond delay="0"/>
                                  </p:stCondLst>
                                  <p:childTnLst>
                                    <p:animEffect transition="out" filter="blinds(horizontal)">
                                      <p:cBhvr>
                                        <p:cTn id="71" dur="500"/>
                                        <p:tgtEl>
                                          <p:spTgt spid="65"/>
                                        </p:tgtEl>
                                      </p:cBhvr>
                                    </p:animEffect>
                                    <p:set>
                                      <p:cBhvr>
                                        <p:cTn id="72" dur="1" fill="hold">
                                          <p:stCondLst>
                                            <p:cond delay="499"/>
                                          </p:stCondLst>
                                        </p:cTn>
                                        <p:tgtEl>
                                          <p:spTgt spid="65"/>
                                        </p:tgtEl>
                                        <p:attrNameLst>
                                          <p:attrName>style.visibility</p:attrName>
                                        </p:attrNameLst>
                                      </p:cBhvr>
                                      <p:to>
                                        <p:strVal val="hidden"/>
                                      </p:to>
                                    </p:set>
                                  </p:childTnLst>
                                </p:cTn>
                              </p:par>
                              <p:par>
                                <p:cTn id="73" presetID="3" presetClass="exit" presetSubtype="10" fill="hold" nodeType="withEffect">
                                  <p:stCondLst>
                                    <p:cond delay="0"/>
                                  </p:stCondLst>
                                  <p:childTnLst>
                                    <p:animEffect transition="out" filter="blinds(horizontal)">
                                      <p:cBhvr>
                                        <p:cTn id="74" dur="500"/>
                                        <p:tgtEl>
                                          <p:spTgt spid="68"/>
                                        </p:tgtEl>
                                      </p:cBhvr>
                                    </p:animEffect>
                                    <p:set>
                                      <p:cBhvr>
                                        <p:cTn id="75" dur="1" fill="hold">
                                          <p:stCondLst>
                                            <p:cond delay="499"/>
                                          </p:stCondLst>
                                        </p:cTn>
                                        <p:tgtEl>
                                          <p:spTgt spid="68"/>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29"/>
                                        </p:tgtEl>
                                        <p:attrNameLst>
                                          <p:attrName>style.visibility</p:attrName>
                                        </p:attrNameLst>
                                      </p:cBhvr>
                                      <p:to>
                                        <p:strVal val="visible"/>
                                      </p:to>
                                    </p:set>
                                    <p:anim calcmode="lin" valueType="num">
                                      <p:cBhvr additive="base">
                                        <p:cTn id="80" dur="500" fill="hold"/>
                                        <p:tgtEl>
                                          <p:spTgt spid="29"/>
                                        </p:tgtEl>
                                        <p:attrNameLst>
                                          <p:attrName>ppt_x</p:attrName>
                                        </p:attrNameLst>
                                      </p:cBhvr>
                                      <p:tavLst>
                                        <p:tav tm="0">
                                          <p:val>
                                            <p:strVal val="#ppt_x"/>
                                          </p:val>
                                        </p:tav>
                                        <p:tav tm="100000">
                                          <p:val>
                                            <p:strVal val="#ppt_x"/>
                                          </p:val>
                                        </p:tav>
                                      </p:tavLst>
                                    </p:anim>
                                    <p:anim calcmode="lin" valueType="num">
                                      <p:cBhvr additive="base">
                                        <p:cTn id="8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34"/>
                                        </p:tgtEl>
                                        <p:attrNameLst>
                                          <p:attrName>style.visibility</p:attrName>
                                        </p:attrNameLst>
                                      </p:cBhvr>
                                      <p:to>
                                        <p:strVal val="visible"/>
                                      </p:to>
                                    </p:set>
                                    <p:anim calcmode="lin" valueType="num">
                                      <p:cBhvr additive="base">
                                        <p:cTn id="86" dur="500" fill="hold"/>
                                        <p:tgtEl>
                                          <p:spTgt spid="34"/>
                                        </p:tgtEl>
                                        <p:attrNameLst>
                                          <p:attrName>ppt_x</p:attrName>
                                        </p:attrNameLst>
                                      </p:cBhvr>
                                      <p:tavLst>
                                        <p:tav tm="0">
                                          <p:val>
                                            <p:strVal val="#ppt_x"/>
                                          </p:val>
                                        </p:tav>
                                        <p:tav tm="100000">
                                          <p:val>
                                            <p:strVal val="#ppt_x"/>
                                          </p:val>
                                        </p:tav>
                                      </p:tavLst>
                                    </p:anim>
                                    <p:anim calcmode="lin" valueType="num">
                                      <p:cBhvr additive="base">
                                        <p:cTn id="87"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37"/>
                                        </p:tgtEl>
                                        <p:attrNameLst>
                                          <p:attrName>style.visibility</p:attrName>
                                        </p:attrNameLst>
                                      </p:cBhvr>
                                      <p:to>
                                        <p:strVal val="visible"/>
                                      </p:to>
                                    </p:set>
                                    <p:anim calcmode="lin" valueType="num">
                                      <p:cBhvr additive="base">
                                        <p:cTn id="92" dur="500" fill="hold"/>
                                        <p:tgtEl>
                                          <p:spTgt spid="37"/>
                                        </p:tgtEl>
                                        <p:attrNameLst>
                                          <p:attrName>ppt_x</p:attrName>
                                        </p:attrNameLst>
                                      </p:cBhvr>
                                      <p:tavLst>
                                        <p:tav tm="0">
                                          <p:val>
                                            <p:strVal val="#ppt_x"/>
                                          </p:val>
                                        </p:tav>
                                        <p:tav tm="100000">
                                          <p:val>
                                            <p:strVal val="#ppt_x"/>
                                          </p:val>
                                        </p:tav>
                                      </p:tavLst>
                                    </p:anim>
                                    <p:anim calcmode="lin" valueType="num">
                                      <p:cBhvr additive="base">
                                        <p:cTn id="93"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nodeType="clickEffect">
                                  <p:stCondLst>
                                    <p:cond delay="0"/>
                                  </p:stCondLst>
                                  <p:childTnLst>
                                    <p:set>
                                      <p:cBhvr>
                                        <p:cTn id="97" dur="1" fill="hold">
                                          <p:stCondLst>
                                            <p:cond delay="0"/>
                                          </p:stCondLst>
                                        </p:cTn>
                                        <p:tgtEl>
                                          <p:spTgt spid="39"/>
                                        </p:tgtEl>
                                        <p:attrNameLst>
                                          <p:attrName>style.visibility</p:attrName>
                                        </p:attrNameLst>
                                      </p:cBhvr>
                                      <p:to>
                                        <p:strVal val="visible"/>
                                      </p:to>
                                    </p:set>
                                    <p:anim calcmode="lin" valueType="num">
                                      <p:cBhvr additive="base">
                                        <p:cTn id="98" dur="500" fill="hold"/>
                                        <p:tgtEl>
                                          <p:spTgt spid="39"/>
                                        </p:tgtEl>
                                        <p:attrNameLst>
                                          <p:attrName>ppt_x</p:attrName>
                                        </p:attrNameLst>
                                      </p:cBhvr>
                                      <p:tavLst>
                                        <p:tav tm="0">
                                          <p:val>
                                            <p:strVal val="#ppt_x"/>
                                          </p:val>
                                        </p:tav>
                                        <p:tav tm="100000">
                                          <p:val>
                                            <p:strVal val="#ppt_x"/>
                                          </p:val>
                                        </p:tav>
                                      </p:tavLst>
                                    </p:anim>
                                    <p:anim calcmode="lin" valueType="num">
                                      <p:cBhvr additive="base">
                                        <p:cTn id="99"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59852" y="178608"/>
            <a:ext cx="2216785" cy="3194050"/>
            <a:chOff x="304" y="2028"/>
            <a:chExt cx="3491" cy="5030"/>
          </a:xfrm>
        </p:grpSpPr>
        <p:grpSp>
          <p:nvGrpSpPr>
            <p:cNvPr id="43" name="组合 42"/>
            <p:cNvGrpSpPr/>
            <p:nvPr/>
          </p:nvGrpSpPr>
          <p:grpSpPr>
            <a:xfrm>
              <a:off x="330" y="2028"/>
              <a:ext cx="3465" cy="5030"/>
              <a:chOff x="1486086" y="120403"/>
              <a:chExt cx="2200089" cy="3194297"/>
            </a:xfrm>
          </p:grpSpPr>
          <p:sp>
            <p:nvSpPr>
              <p:cNvPr id="44"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9" name="文本框 7"/>
            <p:cNvSpPr txBox="1"/>
            <p:nvPr/>
          </p:nvSpPr>
          <p:spPr>
            <a:xfrm>
              <a:off x="304" y="4252"/>
              <a:ext cx="349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轮流</a:t>
              </a:r>
              <a:endParaRPr lang="zh-CN" altLang="en-US" sz="5400" b="1" noProof="0" dirty="0">
                <a:ln>
                  <a:noFill/>
                </a:ln>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v. to take turns</a:t>
              </a:r>
            </a:p>
          </p:txBody>
        </p:sp>
      </p:grpSp>
      <p:sp>
        <p:nvSpPr>
          <p:cNvPr id="10" name="文本框 7"/>
          <p:cNvSpPr txBox="1"/>
          <p:nvPr/>
        </p:nvSpPr>
        <p:spPr>
          <a:xfrm>
            <a:off x="1316672" y="914573"/>
            <a:ext cx="2386965"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lúnliú</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sp>
        <p:nvSpPr>
          <p:cNvPr id="5" name="文本框 7"/>
          <p:cNvSpPr txBox="1"/>
          <p:nvPr/>
        </p:nvSpPr>
        <p:spPr>
          <a:xfrm>
            <a:off x="165735" y="213995"/>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6" name="文本框 7"/>
          <p:cNvSpPr txBox="1"/>
          <p:nvPr/>
        </p:nvSpPr>
        <p:spPr>
          <a:xfrm>
            <a:off x="237490" y="702310"/>
            <a:ext cx="104013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grpSp>
        <p:nvGrpSpPr>
          <p:cNvPr id="4" name="组合 3"/>
          <p:cNvGrpSpPr/>
          <p:nvPr/>
        </p:nvGrpSpPr>
        <p:grpSpPr>
          <a:xfrm>
            <a:off x="7105968" y="227648"/>
            <a:ext cx="2200275" cy="3194050"/>
            <a:chOff x="9330" y="2028"/>
            <a:chExt cx="3465" cy="5030"/>
          </a:xfrm>
        </p:grpSpPr>
        <p:grpSp>
          <p:nvGrpSpPr>
            <p:cNvPr id="57" name="组合 56"/>
            <p:cNvGrpSpPr/>
            <p:nvPr/>
          </p:nvGrpSpPr>
          <p:grpSpPr>
            <a:xfrm>
              <a:off x="9330" y="2028"/>
              <a:ext cx="3465" cy="5030"/>
              <a:chOff x="1486086" y="120403"/>
              <a:chExt cx="2200089" cy="3194297"/>
            </a:xfrm>
          </p:grpSpPr>
          <p:sp>
            <p:nvSpPr>
              <p:cNvPr id="5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60" name="文本框 7"/>
            <p:cNvSpPr txBox="1"/>
            <p:nvPr/>
          </p:nvSpPr>
          <p:spPr>
            <a:xfrm>
              <a:off x="9341" y="4214"/>
              <a:ext cx="3353"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n>
                    <a:noFill/>
                  </a:ln>
                  <a:effectLst/>
                  <a:uLnTx/>
                  <a:uFillTx/>
                  <a:latin typeface="华文细黑" panose="02010600040101010101" pitchFamily="2" charset="-122"/>
                  <a:ea typeface="华文细黑" panose="02010600040101010101" pitchFamily="2" charset="-122"/>
                  <a:sym typeface="+mn-ea"/>
                </a:rPr>
                <a:t>傍晚</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towards evening, at dusk</a:t>
              </a:r>
            </a:p>
          </p:txBody>
        </p:sp>
      </p:grpSp>
      <p:sp>
        <p:nvSpPr>
          <p:cNvPr id="62" name="文本框 7"/>
          <p:cNvSpPr txBox="1"/>
          <p:nvPr/>
        </p:nvSpPr>
        <p:spPr>
          <a:xfrm>
            <a:off x="7010716" y="948740"/>
            <a:ext cx="2385695" cy="584775"/>
          </a:xfrm>
          <a:prstGeom prst="rect">
            <a:avLst/>
          </a:prstGeom>
          <a:noFill/>
        </p:spPr>
        <p:txBody>
          <a:bodyPr wrap="square">
            <a:spAutoFit/>
          </a:bodyPr>
          <a:lstStyle/>
          <a:p>
            <a:pPr algn="ct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bàngwǎn</a:t>
            </a:r>
            <a:endPar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6" name="组合 5"/>
          <p:cNvGrpSpPr/>
          <p:nvPr/>
        </p:nvGrpSpPr>
        <p:grpSpPr>
          <a:xfrm>
            <a:off x="4304665" y="197831"/>
            <a:ext cx="2209165" cy="3194050"/>
            <a:chOff x="9330" y="2028"/>
            <a:chExt cx="3479" cy="5030"/>
          </a:xfrm>
        </p:grpSpPr>
        <p:grpSp>
          <p:nvGrpSpPr>
            <p:cNvPr id="7" name="组合 6"/>
            <p:cNvGrpSpPr/>
            <p:nvPr/>
          </p:nvGrpSpPr>
          <p:grpSpPr>
            <a:xfrm>
              <a:off x="9330" y="2028"/>
              <a:ext cx="3465" cy="5030"/>
              <a:chOff x="1486086" y="120403"/>
              <a:chExt cx="2200089" cy="3194297"/>
            </a:xfrm>
          </p:grpSpPr>
          <p:sp>
            <p:nvSpPr>
              <p:cNvPr id="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12" name="文本框 7"/>
            <p:cNvSpPr txBox="1"/>
            <p:nvPr/>
          </p:nvSpPr>
          <p:spPr>
            <a:xfrm>
              <a:off x="9330" y="4252"/>
              <a:ext cx="3479"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noProof="0" dirty="0">
                  <a:ln>
                    <a:noFill/>
                  </a:ln>
                  <a:effectLst/>
                  <a:uLnTx/>
                  <a:uFillTx/>
                  <a:latin typeface="华文细黑" panose="02010600040101010101" pitchFamily="2" charset="-122"/>
                  <a:ea typeface="华文细黑" panose="02010600040101010101" pitchFamily="2" charset="-122"/>
                  <a:sym typeface="+mn-ea"/>
                </a:rPr>
                <a:t>海鲜</a:t>
              </a:r>
              <a:endParaRPr lang="zh-CN" sz="5400" b="1" noProof="0" dirty="0">
                <a:ln>
                  <a:noFill/>
                </a:ln>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seafood</a:t>
              </a:r>
            </a:p>
          </p:txBody>
        </p:sp>
      </p:grpSp>
      <p:sp>
        <p:nvSpPr>
          <p:cNvPr id="13" name="文本框 7"/>
          <p:cNvSpPr txBox="1"/>
          <p:nvPr/>
        </p:nvSpPr>
        <p:spPr>
          <a:xfrm>
            <a:off x="4316730" y="933796"/>
            <a:ext cx="2195195"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hǎixiān</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14" name="组合 13"/>
          <p:cNvGrpSpPr/>
          <p:nvPr/>
        </p:nvGrpSpPr>
        <p:grpSpPr>
          <a:xfrm>
            <a:off x="1316672" y="3687950"/>
            <a:ext cx="2229485" cy="3194050"/>
            <a:chOff x="4717" y="1909"/>
            <a:chExt cx="3511" cy="5030"/>
          </a:xfrm>
        </p:grpSpPr>
        <p:grpSp>
          <p:nvGrpSpPr>
            <p:cNvPr id="15" name="组合 14"/>
            <p:cNvGrpSpPr/>
            <p:nvPr/>
          </p:nvGrpSpPr>
          <p:grpSpPr>
            <a:xfrm>
              <a:off x="4718" y="1909"/>
              <a:ext cx="3465" cy="5030"/>
              <a:chOff x="1486086" y="120403"/>
              <a:chExt cx="2200089" cy="3194297"/>
            </a:xfrm>
          </p:grpSpPr>
          <p:sp>
            <p:nvSpPr>
              <p:cNvPr id="18"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6" cy="3004708"/>
              </a:xfrm>
              <a:prstGeom prst="rect">
                <a:avLst/>
              </a:prstGeom>
            </p:spPr>
          </p:pic>
        </p:grpSp>
        <p:sp>
          <p:nvSpPr>
            <p:cNvPr id="20" name="文本框 7"/>
            <p:cNvSpPr txBox="1"/>
            <p:nvPr/>
          </p:nvSpPr>
          <p:spPr>
            <a:xfrm>
              <a:off x="4717" y="4133"/>
              <a:ext cx="351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陆地</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land</a:t>
              </a:r>
            </a:p>
          </p:txBody>
        </p:sp>
      </p:grpSp>
      <p:sp>
        <p:nvSpPr>
          <p:cNvPr id="21" name="文本框 7"/>
          <p:cNvSpPr txBox="1"/>
          <p:nvPr/>
        </p:nvSpPr>
        <p:spPr>
          <a:xfrm>
            <a:off x="1316672" y="4423915"/>
            <a:ext cx="2229485"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lùdì</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3" name="组合 2"/>
          <p:cNvGrpSpPr/>
          <p:nvPr/>
        </p:nvGrpSpPr>
        <p:grpSpPr>
          <a:xfrm>
            <a:off x="4261485" y="3663950"/>
            <a:ext cx="2243455" cy="3194050"/>
            <a:chOff x="9262" y="2028"/>
            <a:chExt cx="3533" cy="5030"/>
          </a:xfrm>
        </p:grpSpPr>
        <p:grpSp>
          <p:nvGrpSpPr>
            <p:cNvPr id="17" name="组合 16"/>
            <p:cNvGrpSpPr/>
            <p:nvPr/>
          </p:nvGrpSpPr>
          <p:grpSpPr>
            <a:xfrm>
              <a:off x="9330" y="2028"/>
              <a:ext cx="3465" cy="5030"/>
              <a:chOff x="1486086" y="120403"/>
              <a:chExt cx="2200089" cy="3194297"/>
            </a:xfrm>
          </p:grpSpPr>
          <p:sp>
            <p:nvSpPr>
              <p:cNvPr id="22"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3" name="图片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24" name="文本框 7"/>
            <p:cNvSpPr txBox="1"/>
            <p:nvPr/>
          </p:nvSpPr>
          <p:spPr>
            <a:xfrm>
              <a:off x="9262" y="4252"/>
              <a:ext cx="3532"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各自</a:t>
              </a: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pron. each, respective</a:t>
              </a:r>
            </a:p>
          </p:txBody>
        </p:sp>
      </p:grpSp>
      <p:sp>
        <p:nvSpPr>
          <p:cNvPr id="30" name="文本框 7"/>
          <p:cNvSpPr txBox="1"/>
          <p:nvPr/>
        </p:nvSpPr>
        <p:spPr>
          <a:xfrm>
            <a:off x="4037012" y="4423915"/>
            <a:ext cx="2754630"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gèzì</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31" name="组合 30"/>
          <p:cNvGrpSpPr/>
          <p:nvPr/>
        </p:nvGrpSpPr>
        <p:grpSpPr>
          <a:xfrm>
            <a:off x="7196136" y="3679276"/>
            <a:ext cx="2243455" cy="3194050"/>
            <a:chOff x="4718" y="1909"/>
            <a:chExt cx="3533" cy="5030"/>
          </a:xfrm>
        </p:grpSpPr>
        <p:grpSp>
          <p:nvGrpSpPr>
            <p:cNvPr id="32" name="组合 31"/>
            <p:cNvGrpSpPr/>
            <p:nvPr/>
          </p:nvGrpSpPr>
          <p:grpSpPr>
            <a:xfrm>
              <a:off x="4718" y="1909"/>
              <a:ext cx="3465" cy="5030"/>
              <a:chOff x="1486086" y="120403"/>
              <a:chExt cx="2200089" cy="3194297"/>
            </a:xfrm>
          </p:grpSpPr>
          <p:sp>
            <p:nvSpPr>
              <p:cNvPr id="33"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35" name="图片 3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0" y="196147"/>
                <a:ext cx="2124196" cy="3004708"/>
              </a:xfrm>
              <a:prstGeom prst="rect">
                <a:avLst/>
              </a:prstGeom>
            </p:spPr>
          </p:pic>
        </p:grpSp>
        <p:sp>
          <p:nvSpPr>
            <p:cNvPr id="36" name="文本框 7"/>
            <p:cNvSpPr txBox="1"/>
            <p:nvPr/>
          </p:nvSpPr>
          <p:spPr>
            <a:xfrm>
              <a:off x="4740" y="4154"/>
              <a:ext cx="3511"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着火</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v. to catch fire</a:t>
              </a:r>
            </a:p>
          </p:txBody>
        </p:sp>
      </p:grpSp>
      <p:sp>
        <p:nvSpPr>
          <p:cNvPr id="38" name="文本框 7"/>
          <p:cNvSpPr txBox="1"/>
          <p:nvPr/>
        </p:nvSpPr>
        <p:spPr>
          <a:xfrm>
            <a:off x="7224332" y="4485471"/>
            <a:ext cx="2229485" cy="584775"/>
          </a:xfrm>
          <a:prstGeom prst="rect">
            <a:avLst/>
          </a:prstGeom>
          <a:noFill/>
        </p:spPr>
        <p:txBody>
          <a:bodyPr wrap="square">
            <a:spAutoFit/>
          </a:bodyPr>
          <a:lstStyle/>
          <a:p>
            <a:pPr algn="ct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zháo</a:t>
            </a:r>
            <a:r>
              <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 </a:t>
            </a: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huǒ</a:t>
            </a:r>
            <a:endPar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47" name="组合 46"/>
          <p:cNvGrpSpPr/>
          <p:nvPr/>
        </p:nvGrpSpPr>
        <p:grpSpPr>
          <a:xfrm>
            <a:off x="9948545" y="197745"/>
            <a:ext cx="2243455" cy="3194050"/>
            <a:chOff x="9262" y="2028"/>
            <a:chExt cx="3533" cy="5030"/>
          </a:xfrm>
        </p:grpSpPr>
        <p:grpSp>
          <p:nvGrpSpPr>
            <p:cNvPr id="48" name="组合 47"/>
            <p:cNvGrpSpPr/>
            <p:nvPr/>
          </p:nvGrpSpPr>
          <p:grpSpPr>
            <a:xfrm>
              <a:off x="9330" y="2028"/>
              <a:ext cx="3465" cy="5030"/>
              <a:chOff x="1486086" y="120403"/>
              <a:chExt cx="2200089" cy="3194297"/>
            </a:xfrm>
          </p:grpSpPr>
          <p:sp>
            <p:nvSpPr>
              <p:cNvPr id="50"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51" name="图片 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49" name="文本框 7"/>
            <p:cNvSpPr txBox="1"/>
            <p:nvPr/>
          </p:nvSpPr>
          <p:spPr>
            <a:xfrm>
              <a:off x="9262" y="4252"/>
              <a:ext cx="3532" cy="24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rPr>
                <a:t>盼望</a:t>
              </a: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v. to look forward to</a:t>
              </a:r>
            </a:p>
          </p:txBody>
        </p:sp>
      </p:grpSp>
      <p:sp>
        <p:nvSpPr>
          <p:cNvPr id="52" name="文本框 7"/>
          <p:cNvSpPr txBox="1"/>
          <p:nvPr/>
        </p:nvSpPr>
        <p:spPr>
          <a:xfrm>
            <a:off x="9714547" y="966240"/>
            <a:ext cx="2754630" cy="584775"/>
          </a:xfrm>
          <a:prstGeom prst="rect">
            <a:avLst/>
          </a:prstGeom>
          <a:noFill/>
        </p:spPr>
        <p:txBody>
          <a:bodyPr wrap="square">
            <a:spAutoFit/>
          </a:bodyPr>
          <a:lstStyle/>
          <a:p>
            <a:pPr algn="ctr"/>
            <a:r>
              <a:rPr lang="en-US" altLang="zh-CN" sz="32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pànwàng</a:t>
            </a:r>
            <a:endParaRPr lang="en-US" altLang="zh-CN" sz="32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grpSp>
        <p:nvGrpSpPr>
          <p:cNvPr id="53" name="组合 52"/>
          <p:cNvGrpSpPr/>
          <p:nvPr/>
        </p:nvGrpSpPr>
        <p:grpSpPr>
          <a:xfrm>
            <a:off x="10087607" y="3612387"/>
            <a:ext cx="2242820" cy="3194050"/>
            <a:chOff x="9317" y="2028"/>
            <a:chExt cx="3532" cy="5030"/>
          </a:xfrm>
        </p:grpSpPr>
        <p:grpSp>
          <p:nvGrpSpPr>
            <p:cNvPr id="54" name="组合 53"/>
            <p:cNvGrpSpPr/>
            <p:nvPr/>
          </p:nvGrpSpPr>
          <p:grpSpPr>
            <a:xfrm>
              <a:off x="9330" y="2028"/>
              <a:ext cx="3465" cy="5030"/>
              <a:chOff x="1486086" y="120403"/>
              <a:chExt cx="2200089" cy="3194297"/>
            </a:xfrm>
          </p:grpSpPr>
          <p:sp>
            <p:nvSpPr>
              <p:cNvPr id="56" name="矩形: 圆角 76"/>
              <p:cNvSpPr/>
              <p:nvPr/>
            </p:nvSpPr>
            <p:spPr>
              <a:xfrm>
                <a:off x="1486086" y="120403"/>
                <a:ext cx="2200089" cy="3194297"/>
              </a:xfrm>
              <a:prstGeom prst="roundRect">
                <a:avLst/>
              </a:prstGeom>
              <a:solidFill>
                <a:srgbClr val="E2AEA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61" name="图片 6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4281" y="196147"/>
                <a:ext cx="2124195" cy="3004708"/>
              </a:xfrm>
              <a:prstGeom prst="rect">
                <a:avLst/>
              </a:prstGeom>
            </p:spPr>
          </p:pic>
        </p:grpSp>
        <p:sp>
          <p:nvSpPr>
            <p:cNvPr id="55" name="文本框 7"/>
            <p:cNvSpPr txBox="1"/>
            <p:nvPr/>
          </p:nvSpPr>
          <p:spPr>
            <a:xfrm>
              <a:off x="9317" y="4371"/>
              <a:ext cx="3532" cy="19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b="1" dirty="0">
                  <a:latin typeface="华文细黑" panose="02010600040101010101" pitchFamily="2" charset="-122"/>
                  <a:ea typeface="华文细黑" panose="02010600040101010101" pitchFamily="2" charset="-122"/>
                  <a:sym typeface="+mn-ea"/>
                </a:rPr>
                <a:t>时刻</a:t>
              </a:r>
              <a:endParaRPr kumimoji="0" lang="zh-CN" altLang="en-US" sz="5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mn-ea"/>
              </a:endParaRPr>
            </a:p>
            <a:p>
              <a:pPr lvl="0" algn="ctr">
                <a:defRPr/>
              </a:pPr>
              <a:r>
                <a:rPr lang="en-US" sz="2000" dirty="0">
                  <a:solidFill>
                    <a:schemeClr val="bg1"/>
                  </a:solidFill>
                  <a:latin typeface="Times New Roman" panose="02020603050405020304"/>
                  <a:cs typeface="Times New Roman" panose="02020603050405020304"/>
                  <a:sym typeface="Times New Roman" panose="02020603050405020304" pitchFamily="18" charset="0"/>
                </a:rPr>
                <a:t>n. moment</a:t>
              </a:r>
            </a:p>
          </p:txBody>
        </p:sp>
      </p:grpSp>
      <p:sp>
        <p:nvSpPr>
          <p:cNvPr id="63" name="文本框 7"/>
          <p:cNvSpPr txBox="1"/>
          <p:nvPr/>
        </p:nvSpPr>
        <p:spPr>
          <a:xfrm>
            <a:off x="9818684" y="4423915"/>
            <a:ext cx="2754630" cy="646331"/>
          </a:xfrm>
          <a:prstGeom prst="rect">
            <a:avLst/>
          </a:prstGeom>
          <a:noFill/>
        </p:spPr>
        <p:txBody>
          <a:bodyPr wrap="square">
            <a:spAutoFit/>
          </a:bodyPr>
          <a:lstStyle/>
          <a:p>
            <a:pPr algn="ctr"/>
            <a:r>
              <a:rPr lang="en-US" altLang="zh-CN" sz="3600" dirty="0" err="1">
                <a:solidFill>
                  <a:srgbClr val="2A2A2B"/>
                </a:solidFill>
                <a:latin typeface="华文细黑" panose="02010600040101010101" pitchFamily="2" charset="-122"/>
                <a:ea typeface="华文细黑" panose="02010600040101010101" pitchFamily="2" charset="-122"/>
                <a:sym typeface="华文细黑" panose="02010600040101010101" pitchFamily="2" charset="-122"/>
              </a:rPr>
              <a:t>shíkè</a:t>
            </a:r>
            <a:endParaRPr lang="en-US" altLang="zh-CN" sz="3600" dirty="0">
              <a:solidFill>
                <a:srgbClr val="2A2A2B"/>
              </a:solidFill>
              <a:latin typeface="华文细黑" panose="02010600040101010101" pitchFamily="2" charset="-122"/>
              <a:ea typeface="华文细黑" panose="02010600040101010101" pitchFamily="2" charset="-122"/>
              <a:sym typeface="华文细黑" panose="02010600040101010101" pitchFamily="2" charset="-122"/>
            </a:endParaRPr>
          </a:p>
        </p:txBody>
      </p:sp>
    </p:spTree>
    <p:custDataLst>
      <p:tags r:id="rId1"/>
    </p:custDataLst>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7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5" presetClass="entr" presetSubtype="0" fill="hold" nodeType="afterEffect">
                                  <p:stCondLst>
                                    <p:cond delay="0"/>
                                  </p:stCondLst>
                                  <p:childTnLst>
                                    <p:set>
                                      <p:cBhvr>
                                        <p:cTn id="12" dur="500"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strVal val="#ppt_w*0.70"/>
                                          </p:val>
                                        </p:tav>
                                        <p:tav tm="100000">
                                          <p:val>
                                            <p:strVal val="#ppt_w"/>
                                          </p:val>
                                        </p:tav>
                                      </p:tavLst>
                                    </p:anim>
                                    <p:anim calcmode="lin" valueType="num">
                                      <p:cBhvr>
                                        <p:cTn id="14" dur="500" fill="hold"/>
                                        <p:tgtEl>
                                          <p:spTgt spid="6"/>
                                        </p:tgtEl>
                                        <p:attrNameLst>
                                          <p:attrName>ppt_h</p:attrName>
                                        </p:attrNameLst>
                                      </p:cBhvr>
                                      <p:tavLst>
                                        <p:tav tm="0">
                                          <p:val>
                                            <p:strVal val="#ppt_h"/>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55" presetClass="entr" presetSubtype="0" fill="hold" nodeType="afterEffect">
                                  <p:stCondLst>
                                    <p:cond delay="0"/>
                                  </p:stCondLst>
                                  <p:childTnLst>
                                    <p:set>
                                      <p:cBhvr>
                                        <p:cTn id="18" dur="500"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strVal val="#ppt_w*0.70"/>
                                          </p:val>
                                        </p:tav>
                                        <p:tav tm="100000">
                                          <p:val>
                                            <p:strVal val="#ppt_w"/>
                                          </p:val>
                                        </p:tav>
                                      </p:tavLst>
                                    </p:anim>
                                    <p:anim calcmode="lin" valueType="num">
                                      <p:cBhvr>
                                        <p:cTn id="20" dur="500" fill="hold"/>
                                        <p:tgtEl>
                                          <p:spTgt spid="4"/>
                                        </p:tgtEl>
                                        <p:attrNameLst>
                                          <p:attrName>ppt_h</p:attrName>
                                        </p:attrNameLst>
                                      </p:cBhvr>
                                      <p:tavLst>
                                        <p:tav tm="0">
                                          <p:val>
                                            <p:strVal val="#ppt_h"/>
                                          </p:val>
                                        </p:tav>
                                        <p:tav tm="100000">
                                          <p:val>
                                            <p:strVal val="#ppt_h"/>
                                          </p:val>
                                        </p:tav>
                                      </p:tavLst>
                                    </p:anim>
                                    <p:animEffect transition="in" filter="fade">
                                      <p:cBhvr>
                                        <p:cTn id="21" dur="500"/>
                                        <p:tgtEl>
                                          <p:spTgt spid="4"/>
                                        </p:tgtEl>
                                      </p:cBhvr>
                                    </p:animEffect>
                                  </p:childTnLst>
                                </p:cTn>
                              </p:par>
                            </p:childTnLst>
                          </p:cTn>
                        </p:par>
                        <p:par>
                          <p:cTn id="22" fill="hold">
                            <p:stCondLst>
                              <p:cond delay="1500"/>
                            </p:stCondLst>
                            <p:childTnLst>
                              <p:par>
                                <p:cTn id="23" presetID="55" presetClass="entr" presetSubtype="0" fill="hold" nodeType="afterEffect">
                                  <p:stCondLst>
                                    <p:cond delay="0"/>
                                  </p:stCondLst>
                                  <p:childTnLst>
                                    <p:set>
                                      <p:cBhvr>
                                        <p:cTn id="24" dur="500"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strVal val="#ppt_w*0.70"/>
                                          </p:val>
                                        </p:tav>
                                        <p:tav tm="100000">
                                          <p:val>
                                            <p:strVal val="#ppt_w"/>
                                          </p:val>
                                        </p:tav>
                                      </p:tavLst>
                                    </p:anim>
                                    <p:anim calcmode="lin" valueType="num">
                                      <p:cBhvr>
                                        <p:cTn id="26" dur="500" fill="hold"/>
                                        <p:tgtEl>
                                          <p:spTgt spid="14"/>
                                        </p:tgtEl>
                                        <p:attrNameLst>
                                          <p:attrName>ppt_h</p:attrName>
                                        </p:attrNameLst>
                                      </p:cBhvr>
                                      <p:tavLst>
                                        <p:tav tm="0">
                                          <p:val>
                                            <p:strVal val="#ppt_h"/>
                                          </p:val>
                                        </p:tav>
                                        <p:tav tm="100000">
                                          <p:val>
                                            <p:strVal val="#ppt_h"/>
                                          </p:val>
                                        </p:tav>
                                      </p:tavLst>
                                    </p:anim>
                                    <p:animEffect transition="in" filter="fade">
                                      <p:cBhvr>
                                        <p:cTn id="27" dur="500"/>
                                        <p:tgtEl>
                                          <p:spTgt spid="14"/>
                                        </p:tgtEl>
                                      </p:cBhvr>
                                    </p:animEffect>
                                  </p:childTnLst>
                                </p:cTn>
                              </p:par>
                            </p:childTnLst>
                          </p:cTn>
                        </p:par>
                        <p:par>
                          <p:cTn id="28" fill="hold">
                            <p:stCondLst>
                              <p:cond delay="2000"/>
                            </p:stCondLst>
                            <p:childTnLst>
                              <p:par>
                                <p:cTn id="29" presetID="55" presetClass="entr" presetSubtype="0" fill="hold" nodeType="afterEffect">
                                  <p:stCondLst>
                                    <p:cond delay="0"/>
                                  </p:stCondLst>
                                  <p:childTnLst>
                                    <p:set>
                                      <p:cBhvr>
                                        <p:cTn id="30" dur="500"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ppt_w*0.70"/>
                                          </p:val>
                                        </p:tav>
                                        <p:tav tm="100000">
                                          <p:val>
                                            <p:strVal val="#ppt_w"/>
                                          </p:val>
                                        </p:tav>
                                      </p:tavLst>
                                    </p:anim>
                                    <p:anim calcmode="lin" valueType="num">
                                      <p:cBhvr>
                                        <p:cTn id="32" dur="500" fill="hold"/>
                                        <p:tgtEl>
                                          <p:spTgt spid="3"/>
                                        </p:tgtEl>
                                        <p:attrNameLst>
                                          <p:attrName>ppt_h</p:attrName>
                                        </p:attrNameLst>
                                      </p:cBhvr>
                                      <p:tavLst>
                                        <p:tav tm="0">
                                          <p:val>
                                            <p:strVal val="#ppt_h"/>
                                          </p:val>
                                        </p:tav>
                                        <p:tav tm="100000">
                                          <p:val>
                                            <p:strVal val="#ppt_h"/>
                                          </p:val>
                                        </p:tav>
                                      </p:tavLst>
                                    </p:anim>
                                    <p:animEffect transition="in" filter="fade">
                                      <p:cBhvr>
                                        <p:cTn id="33" dur="500"/>
                                        <p:tgtEl>
                                          <p:spTgt spid="3"/>
                                        </p:tgtEl>
                                      </p:cBhvr>
                                    </p:animEffect>
                                  </p:childTnLst>
                                </p:cTn>
                              </p:par>
                            </p:childTnLst>
                          </p:cTn>
                        </p:par>
                        <p:par>
                          <p:cTn id="34" fill="hold">
                            <p:stCondLst>
                              <p:cond delay="2500"/>
                            </p:stCondLst>
                            <p:childTnLst>
                              <p:par>
                                <p:cTn id="35" presetID="55" presetClass="entr" presetSubtype="0" fill="hold" nodeType="afterEffect">
                                  <p:stCondLst>
                                    <p:cond delay="0"/>
                                  </p:stCondLst>
                                  <p:childTnLst>
                                    <p:set>
                                      <p:cBhvr>
                                        <p:cTn id="36" dur="500" fill="hold">
                                          <p:stCondLst>
                                            <p:cond delay="0"/>
                                          </p:stCondLst>
                                        </p:cTn>
                                        <p:tgtEl>
                                          <p:spTgt spid="31"/>
                                        </p:tgtEl>
                                        <p:attrNameLst>
                                          <p:attrName>style.visibility</p:attrName>
                                        </p:attrNameLst>
                                      </p:cBhvr>
                                      <p:to>
                                        <p:strVal val="visible"/>
                                      </p:to>
                                    </p:set>
                                    <p:anim calcmode="lin" valueType="num">
                                      <p:cBhvr>
                                        <p:cTn id="37" dur="500" fill="hold"/>
                                        <p:tgtEl>
                                          <p:spTgt spid="31"/>
                                        </p:tgtEl>
                                        <p:attrNameLst>
                                          <p:attrName>ppt_w</p:attrName>
                                        </p:attrNameLst>
                                      </p:cBhvr>
                                      <p:tavLst>
                                        <p:tav tm="0">
                                          <p:val>
                                            <p:strVal val="#ppt_w*0.70"/>
                                          </p:val>
                                        </p:tav>
                                        <p:tav tm="100000">
                                          <p:val>
                                            <p:strVal val="#ppt_w"/>
                                          </p:val>
                                        </p:tav>
                                      </p:tavLst>
                                    </p:anim>
                                    <p:anim calcmode="lin" valueType="num">
                                      <p:cBhvr>
                                        <p:cTn id="38" dur="500" fill="hold"/>
                                        <p:tgtEl>
                                          <p:spTgt spid="31"/>
                                        </p:tgtEl>
                                        <p:attrNameLst>
                                          <p:attrName>ppt_h</p:attrName>
                                        </p:attrNameLst>
                                      </p:cBhvr>
                                      <p:tavLst>
                                        <p:tav tm="0">
                                          <p:val>
                                            <p:strVal val="#ppt_h"/>
                                          </p:val>
                                        </p:tav>
                                        <p:tav tm="100000">
                                          <p:val>
                                            <p:strVal val="#ppt_h"/>
                                          </p:val>
                                        </p:tav>
                                      </p:tavLst>
                                    </p:anim>
                                    <p:animEffect transition="in" filter="fade">
                                      <p:cBhvr>
                                        <p:cTn id="39" dur="500"/>
                                        <p:tgtEl>
                                          <p:spTgt spid="31"/>
                                        </p:tgtEl>
                                      </p:cBhvr>
                                    </p:animEffect>
                                  </p:childTnLst>
                                </p:cTn>
                              </p:par>
                            </p:childTnLst>
                          </p:cTn>
                        </p:par>
                        <p:par>
                          <p:cTn id="40" fill="hold">
                            <p:stCondLst>
                              <p:cond delay="3000"/>
                            </p:stCondLst>
                            <p:childTnLst>
                              <p:par>
                                <p:cTn id="41" presetID="55" presetClass="entr" presetSubtype="0" fill="hold" nodeType="afterEffect">
                                  <p:stCondLst>
                                    <p:cond delay="0"/>
                                  </p:stCondLst>
                                  <p:childTnLst>
                                    <p:set>
                                      <p:cBhvr>
                                        <p:cTn id="42" dur="500" fill="hold">
                                          <p:stCondLst>
                                            <p:cond delay="0"/>
                                          </p:stCondLst>
                                        </p:cTn>
                                        <p:tgtEl>
                                          <p:spTgt spid="47"/>
                                        </p:tgtEl>
                                        <p:attrNameLst>
                                          <p:attrName>style.visibility</p:attrName>
                                        </p:attrNameLst>
                                      </p:cBhvr>
                                      <p:to>
                                        <p:strVal val="visible"/>
                                      </p:to>
                                    </p:set>
                                    <p:anim calcmode="lin" valueType="num">
                                      <p:cBhvr>
                                        <p:cTn id="43" dur="500" fill="hold"/>
                                        <p:tgtEl>
                                          <p:spTgt spid="47"/>
                                        </p:tgtEl>
                                        <p:attrNameLst>
                                          <p:attrName>ppt_w</p:attrName>
                                        </p:attrNameLst>
                                      </p:cBhvr>
                                      <p:tavLst>
                                        <p:tav tm="0">
                                          <p:val>
                                            <p:strVal val="#ppt_w*0.70"/>
                                          </p:val>
                                        </p:tav>
                                        <p:tav tm="100000">
                                          <p:val>
                                            <p:strVal val="#ppt_w"/>
                                          </p:val>
                                        </p:tav>
                                      </p:tavLst>
                                    </p:anim>
                                    <p:anim calcmode="lin" valueType="num">
                                      <p:cBhvr>
                                        <p:cTn id="44" dur="500" fill="hold"/>
                                        <p:tgtEl>
                                          <p:spTgt spid="47"/>
                                        </p:tgtEl>
                                        <p:attrNameLst>
                                          <p:attrName>ppt_h</p:attrName>
                                        </p:attrNameLst>
                                      </p:cBhvr>
                                      <p:tavLst>
                                        <p:tav tm="0">
                                          <p:val>
                                            <p:strVal val="#ppt_h"/>
                                          </p:val>
                                        </p:tav>
                                        <p:tav tm="100000">
                                          <p:val>
                                            <p:strVal val="#ppt_h"/>
                                          </p:val>
                                        </p:tav>
                                      </p:tavLst>
                                    </p:anim>
                                    <p:animEffect transition="in" filter="fade">
                                      <p:cBhvr>
                                        <p:cTn id="45" dur="500"/>
                                        <p:tgtEl>
                                          <p:spTgt spid="47"/>
                                        </p:tgtEl>
                                      </p:cBhvr>
                                    </p:animEffect>
                                  </p:childTnLst>
                                </p:cTn>
                              </p:par>
                            </p:childTnLst>
                          </p:cTn>
                        </p:par>
                        <p:par>
                          <p:cTn id="46" fill="hold">
                            <p:stCondLst>
                              <p:cond delay="3500"/>
                            </p:stCondLst>
                            <p:childTnLst>
                              <p:par>
                                <p:cTn id="47" presetID="55" presetClass="entr" presetSubtype="0" fill="hold" nodeType="afterEffect">
                                  <p:stCondLst>
                                    <p:cond delay="0"/>
                                  </p:stCondLst>
                                  <p:childTnLst>
                                    <p:set>
                                      <p:cBhvr>
                                        <p:cTn id="48" dur="500" fill="hold">
                                          <p:stCondLst>
                                            <p:cond delay="0"/>
                                          </p:stCondLst>
                                        </p:cTn>
                                        <p:tgtEl>
                                          <p:spTgt spid="53"/>
                                        </p:tgtEl>
                                        <p:attrNameLst>
                                          <p:attrName>style.visibility</p:attrName>
                                        </p:attrNameLst>
                                      </p:cBhvr>
                                      <p:to>
                                        <p:strVal val="visible"/>
                                      </p:to>
                                    </p:set>
                                    <p:anim calcmode="lin" valueType="num">
                                      <p:cBhvr>
                                        <p:cTn id="49" dur="500" fill="hold"/>
                                        <p:tgtEl>
                                          <p:spTgt spid="53"/>
                                        </p:tgtEl>
                                        <p:attrNameLst>
                                          <p:attrName>ppt_w</p:attrName>
                                        </p:attrNameLst>
                                      </p:cBhvr>
                                      <p:tavLst>
                                        <p:tav tm="0">
                                          <p:val>
                                            <p:strVal val="#ppt_w*0.70"/>
                                          </p:val>
                                        </p:tav>
                                        <p:tav tm="100000">
                                          <p:val>
                                            <p:strVal val="#ppt_w"/>
                                          </p:val>
                                        </p:tav>
                                      </p:tavLst>
                                    </p:anim>
                                    <p:anim calcmode="lin" valueType="num">
                                      <p:cBhvr>
                                        <p:cTn id="50" dur="500" fill="hold"/>
                                        <p:tgtEl>
                                          <p:spTgt spid="53"/>
                                        </p:tgtEl>
                                        <p:attrNameLst>
                                          <p:attrName>ppt_h</p:attrName>
                                        </p:attrNameLst>
                                      </p:cBhvr>
                                      <p:tavLst>
                                        <p:tav tm="0">
                                          <p:val>
                                            <p:strVal val="#ppt_h"/>
                                          </p:val>
                                        </p:tav>
                                        <p:tav tm="100000">
                                          <p:val>
                                            <p:strVal val="#ppt_h"/>
                                          </p:val>
                                        </p:tav>
                                      </p:tavLst>
                                    </p:anim>
                                    <p:animEffect transition="in" filter="fade">
                                      <p:cBhvr>
                                        <p:cTn id="51"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2" restart="whenNotActive" fill="hold" evtFilter="cancelBubble" nodeType="interactiveSeq">
                <p:stCondLst>
                  <p:cond evt="onClick" delay="0">
                    <p:tgtEl>
                      <p:spTgt spid="2"/>
                    </p:tgtEl>
                  </p:cond>
                </p:stCondLst>
                <p:endSync evt="end" delay="0">
                  <p:rtn val="all"/>
                </p:endSync>
                <p:childTnLst>
                  <p:par>
                    <p:cTn id="53" fill="hold">
                      <p:stCondLst>
                        <p:cond delay="0"/>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blinds(horizontal)">
                                      <p:cBhvr>
                                        <p:cTn id="57" dur="500"/>
                                        <p:tgtEl>
                                          <p:spTgt spid="10"/>
                                        </p:tgtEl>
                                      </p:cBhvr>
                                    </p:animEffect>
                                  </p:childTnLst>
                                  <p:subTnLst>
                                    <p:audio>
                                      <p:cMediaNode>
                                        <p:cTn display="1" masterRel="sameClick">
                                          <p:stCondLst>
                                            <p:cond evt="begin" delay="0">
                                              <p:tn val="55"/>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2"/>
                  </p:tgtEl>
                </p:cond>
              </p:nextCondLst>
            </p:seq>
            <p:seq concurrent="1" nextAc="seek">
              <p:cTn id="58" restart="whenNotActive" fill="hold" evtFilter="cancelBubble" nodeType="interactiveSeq">
                <p:stCondLst>
                  <p:cond evt="onClick" delay="0">
                    <p:tgtEl>
                      <p:spTgt spid="4"/>
                    </p:tgtEl>
                  </p:cond>
                </p:stCondLst>
                <p:endSync evt="end" delay="0">
                  <p:rtn val="all"/>
                </p:endSync>
                <p:childTnLst>
                  <p:par>
                    <p:cTn id="59" fill="hold">
                      <p:stCondLst>
                        <p:cond delay="0"/>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62"/>
                                        </p:tgtEl>
                                        <p:attrNameLst>
                                          <p:attrName>style.visibility</p:attrName>
                                        </p:attrNameLst>
                                      </p:cBhvr>
                                      <p:to>
                                        <p:strVal val="visible"/>
                                      </p:to>
                                    </p:set>
                                    <p:animEffect transition="in" filter="blinds(horizontal)">
                                      <p:cBhvr>
                                        <p:cTn id="63" dur="500"/>
                                        <p:tgtEl>
                                          <p:spTgt spid="62"/>
                                        </p:tgtEl>
                                      </p:cBhvr>
                                    </p:animEffect>
                                  </p:childTnLst>
                                  <p:subTnLst>
                                    <p:audio>
                                      <p:cMediaNode>
                                        <p:cTn display="1" masterRel="sameClick">
                                          <p:stCondLst>
                                            <p:cond evt="begin" delay="0">
                                              <p:tn val="61"/>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4"/>
                  </p:tgtEl>
                </p:cond>
              </p:nextCondLst>
            </p:seq>
            <p:seq concurrent="1" nextAc="seek">
              <p:cTn id="64" restart="whenNotActive" fill="hold" evtFilter="cancelBubble" nodeType="interactiveSeq">
                <p:stCondLst>
                  <p:cond evt="onClick" delay="0">
                    <p:tgtEl>
                      <p:spTgt spid="6"/>
                    </p:tgtEl>
                  </p:cond>
                </p:stCondLst>
                <p:endSync evt="end" delay="0">
                  <p:rtn val="all"/>
                </p:endSync>
                <p:childTnLst>
                  <p:par>
                    <p:cTn id="65" fill="hold">
                      <p:stCondLst>
                        <p:cond delay="0"/>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blinds(horizontal)">
                                      <p:cBhvr>
                                        <p:cTn id="69" dur="500"/>
                                        <p:tgtEl>
                                          <p:spTgt spid="13"/>
                                        </p:tgtEl>
                                      </p:cBhvr>
                                    </p:animEffect>
                                  </p:childTnLst>
                                  <p:subTnLst>
                                    <p:audio>
                                      <p:cMediaNode>
                                        <p:cTn display="1" masterRel="sameClick">
                                          <p:stCondLst>
                                            <p:cond evt="begin" delay="0">
                                              <p:tn val="67"/>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6"/>
                  </p:tgtEl>
                </p:cond>
              </p:nextCondLst>
            </p:seq>
            <p:seq concurrent="1" nextAc="seek">
              <p:cTn id="70" restart="whenNotActive" fill="hold" evtFilter="cancelBubble" nodeType="interactiveSeq">
                <p:stCondLst>
                  <p:cond evt="onClick" delay="0">
                    <p:tgtEl>
                      <p:spTgt spid="14"/>
                    </p:tgtEl>
                  </p:cond>
                </p:stCondLst>
                <p:endSync evt="end" delay="0">
                  <p:rtn val="all"/>
                </p:endSync>
                <p:childTnLst>
                  <p:par>
                    <p:cTn id="71" fill="hold">
                      <p:stCondLst>
                        <p:cond delay="0"/>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blinds(horizontal)">
                                      <p:cBhvr>
                                        <p:cTn id="75" dur="500"/>
                                        <p:tgtEl>
                                          <p:spTgt spid="21"/>
                                        </p:tgtEl>
                                      </p:cBhvr>
                                    </p:animEffect>
                                  </p:childTnLst>
                                  <p:subTnLst>
                                    <p:audio>
                                      <p:cMediaNode>
                                        <p:cTn display="1" masterRel="sameClick">
                                          <p:stCondLst>
                                            <p:cond evt="begin" delay="0">
                                              <p:tn val="73"/>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14"/>
                  </p:tgtEl>
                </p:cond>
              </p:nextCondLst>
            </p:seq>
            <p:seq concurrent="1" nextAc="seek">
              <p:cTn id="76" restart="whenNotActive" fill="hold" evtFilter="cancelBubble" nodeType="interactiveSeq">
                <p:stCondLst>
                  <p:cond evt="onClick" delay="0">
                    <p:tgtEl>
                      <p:spTgt spid="3"/>
                    </p:tgtEl>
                  </p:cond>
                </p:stCondLst>
                <p:endSync evt="end" delay="0">
                  <p:rtn val="all"/>
                </p:endSync>
                <p:childTnLst>
                  <p:par>
                    <p:cTn id="77" fill="hold">
                      <p:stCondLst>
                        <p:cond delay="0"/>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blinds(horizontal)">
                                      <p:cBhvr>
                                        <p:cTn id="81" dur="500"/>
                                        <p:tgtEl>
                                          <p:spTgt spid="30"/>
                                        </p:tgtEl>
                                      </p:cBhvr>
                                    </p:animEffect>
                                  </p:childTnLst>
                                  <p:subTnLst>
                                    <p:audio>
                                      <p:cMediaNode>
                                        <p:cTn display="1" masterRel="sameClick">
                                          <p:stCondLst>
                                            <p:cond evt="begin" delay="0">
                                              <p:tn val="79"/>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3"/>
                  </p:tgtEl>
                </p:cond>
              </p:nextCondLst>
            </p:seq>
            <p:seq concurrent="1" nextAc="seek">
              <p:cTn id="82" restart="whenNotActive" fill="hold" evtFilter="cancelBubble" nodeType="interactiveSeq">
                <p:stCondLst>
                  <p:cond evt="onClick" delay="0">
                    <p:tgtEl>
                      <p:spTgt spid="31"/>
                    </p:tgtEl>
                  </p:cond>
                </p:stCondLst>
                <p:endSync evt="end" delay="0">
                  <p:rtn val="all"/>
                </p:endSync>
                <p:childTnLst>
                  <p:par>
                    <p:cTn id="83" fill="hold">
                      <p:stCondLst>
                        <p:cond delay="0"/>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blinds(horizontal)">
                                      <p:cBhvr>
                                        <p:cTn id="87" dur="500"/>
                                        <p:tgtEl>
                                          <p:spTgt spid="38"/>
                                        </p:tgtEl>
                                      </p:cBhvr>
                                    </p:animEffect>
                                  </p:childTnLst>
                                  <p:subTnLst>
                                    <p:audio>
                                      <p:cMediaNode>
                                        <p:cTn display="1" masterRel="sameClick">
                                          <p:stCondLst>
                                            <p:cond evt="begin" delay="0">
                                              <p:tn val="85"/>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31"/>
                  </p:tgtEl>
                </p:cond>
              </p:nextCondLst>
            </p:seq>
            <p:seq concurrent="1" nextAc="seek">
              <p:cTn id="88" restart="whenNotActive" fill="hold" evtFilter="cancelBubble" nodeType="interactiveSeq">
                <p:stCondLst>
                  <p:cond evt="onClick" delay="0">
                    <p:tgtEl>
                      <p:spTgt spid="47"/>
                    </p:tgtEl>
                  </p:cond>
                </p:stCondLst>
                <p:endSync evt="end" delay="0">
                  <p:rtn val="all"/>
                </p:endSync>
                <p:childTnLst>
                  <p:par>
                    <p:cTn id="89" fill="hold">
                      <p:stCondLst>
                        <p:cond delay="0"/>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blinds(horizontal)">
                                      <p:cBhvr>
                                        <p:cTn id="93" dur="500"/>
                                        <p:tgtEl>
                                          <p:spTgt spid="52"/>
                                        </p:tgtEl>
                                      </p:cBhvr>
                                    </p:animEffect>
                                  </p:childTnLst>
                                  <p:subTnLst>
                                    <p:audio>
                                      <p:cMediaNode>
                                        <p:cTn display="0" masterRel="sameClick">
                                          <p:stCondLst>
                                            <p:cond evt="begin" delay="0">
                                              <p:tn val="91"/>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47"/>
                  </p:tgtEl>
                </p:cond>
              </p:nextCondLst>
            </p:seq>
            <p:seq concurrent="1" nextAc="seek">
              <p:cTn id="94" restart="whenNotActive" fill="hold" evtFilter="cancelBubble" nodeType="interactiveSeq">
                <p:stCondLst>
                  <p:cond evt="onClick" delay="0">
                    <p:tgtEl>
                      <p:spTgt spid="53"/>
                    </p:tgtEl>
                  </p:cond>
                </p:stCondLst>
                <p:endSync evt="end" delay="0">
                  <p:rtn val="all"/>
                </p:endSync>
                <p:childTnLst>
                  <p:par>
                    <p:cTn id="95" fill="hold">
                      <p:stCondLst>
                        <p:cond delay="0"/>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63"/>
                                        </p:tgtEl>
                                        <p:attrNameLst>
                                          <p:attrName>style.visibility</p:attrName>
                                        </p:attrNameLst>
                                      </p:cBhvr>
                                      <p:to>
                                        <p:strVal val="visible"/>
                                      </p:to>
                                    </p:set>
                                    <p:animEffect transition="in" filter="blinds(horizontal)">
                                      <p:cBhvr>
                                        <p:cTn id="99" dur="500"/>
                                        <p:tgtEl>
                                          <p:spTgt spid="63"/>
                                        </p:tgtEl>
                                      </p:cBhvr>
                                    </p:animEffect>
                                  </p:childTnLst>
                                  <p:subTnLst>
                                    <p:audio>
                                      <p:cMediaNode>
                                        <p:cTn display="0" masterRel="sameClick">
                                          <p:stCondLst>
                                            <p:cond evt="begin" delay="0">
                                              <p:tn val="97"/>
                                            </p:cond>
                                          </p:stCondLst>
                                          <p:endCondLst>
                                            <p:cond evt="onStopAudio" delay="0">
                                              <p:tgtEl>
                                                <p:sldTgt/>
                                              </p:tgtEl>
                                            </p:cond>
                                          </p:endCondLst>
                                        </p:cTn>
                                        <p:tgtEl>
                                          <p:sndTgt r:embed="rId4" name="click.wav"/>
                                        </p:tgtEl>
                                      </p:cMediaNode>
                                    </p:audio>
                                  </p:subTnLst>
                                </p:cTn>
                              </p:par>
                            </p:childTnLst>
                          </p:cTn>
                        </p:par>
                      </p:childTnLst>
                    </p:cTn>
                  </p:par>
                </p:childTnLst>
              </p:cTn>
              <p:nextCondLst>
                <p:cond evt="onClick" delay="0">
                  <p:tgtEl>
                    <p:spTgt spid="53"/>
                  </p:tgtEl>
                </p:cond>
              </p:nextCondLst>
            </p:seq>
          </p:childTnLst>
        </p:cTn>
      </p:par>
    </p:tnLst>
    <p:bldLst>
      <p:bldP spid="10" grpId="0"/>
      <p:bldP spid="62" grpId="0"/>
      <p:bldP spid="13" grpId="0"/>
      <p:bldP spid="21" grpId="0"/>
      <p:bldP spid="30" grpId="0"/>
      <p:bldP spid="38" grpId="0"/>
      <p:bldP spid="52" grpId="0"/>
      <p:bldP spid="6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7649" y="1458569"/>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727390" y="2548984"/>
            <a:ext cx="1912841" cy="3847195"/>
            <a:chOff x="8662" y="2546"/>
            <a:chExt cx="3816" cy="3570"/>
          </a:xfrm>
        </p:grpSpPr>
        <p:sp>
          <p:nvSpPr>
            <p:cNvPr id="33" name="圆角矩形 32"/>
            <p:cNvSpPr/>
            <p:nvPr/>
          </p:nvSpPr>
          <p:spPr>
            <a:xfrm>
              <a:off x="8759" y="2632"/>
              <a:ext cx="3577" cy="1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662" y="2546"/>
              <a:ext cx="3816" cy="3570"/>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各自</a:t>
              </a:r>
              <a:endParaRPr lang="zh-CN" altLang="zh-CN" sz="2000"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代词，常和</a:t>
              </a:r>
              <a:endParaRPr lang="en-US"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所指对象一起做主语、定语</a:t>
              </a:r>
              <a:endParaRPr lang="vi-V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vi-V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Đại từ, thường cùng các từ chỉ đối tượng (  công ty, thành viên...)làm chủ ngữ, định ngữ </a:t>
              </a:r>
              <a:endPar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endParaRPr lang="zh-C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grpSp>
        <p:nvGrpSpPr>
          <p:cNvPr id="68" name="组合 67"/>
          <p:cNvGrpSpPr/>
          <p:nvPr/>
        </p:nvGrpSpPr>
        <p:grpSpPr>
          <a:xfrm>
            <a:off x="328295" y="1870075"/>
            <a:ext cx="8539480" cy="1091998"/>
            <a:chOff x="517" y="2814"/>
            <a:chExt cx="13448" cy="1375"/>
          </a:xfrm>
        </p:grpSpPr>
        <p:sp>
          <p:nvSpPr>
            <p:cNvPr id="62" name="圆角矩形 61"/>
            <p:cNvSpPr/>
            <p:nvPr/>
          </p:nvSpPr>
          <p:spPr>
            <a:xfrm>
              <a:off x="518" y="2814"/>
              <a:ext cx="13447" cy="1312"/>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7" y="2834"/>
              <a:ext cx="13447" cy="1355"/>
            </a:xfrm>
            <a:prstGeom prst="rect">
              <a:avLst/>
            </a:prstGeom>
            <a:noFill/>
          </p:spPr>
          <p:txBody>
            <a:bodyPr wrap="square">
              <a:spAutoFit/>
            </a:bodyPr>
            <a:lstStyle/>
            <a:p>
              <a:pPr fontAlgn="base" hangingPunct="0"/>
              <a:r>
                <a:rPr lang="zh-CN" altLang="en-US" sz="3200" b="1" dirty="0">
                  <a:latin typeface="华文楷体" panose="02010600040101010101" charset="-122"/>
                  <a:ea typeface="华文楷体" panose="02010600040101010101" charset="-122"/>
                  <a:sym typeface="华文细黑" panose="02010600040101010101" pitchFamily="2" charset="-122"/>
                </a:rPr>
                <a:t>中场休息时间到了，比赛双方队员</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各自</a:t>
              </a:r>
              <a:r>
                <a:rPr lang="zh-CN" altLang="en-US" sz="3200" b="1" dirty="0">
                  <a:latin typeface="华文楷体" panose="02010600040101010101" charset="-122"/>
                  <a:ea typeface="华文楷体" panose="02010600040101010101" charset="-122"/>
                  <a:sym typeface="华文细黑" panose="02010600040101010101" pitchFamily="2" charset="-122"/>
                </a:rPr>
                <a:t>回场外休息。</a:t>
              </a:r>
            </a:p>
          </p:txBody>
        </p:sp>
      </p:grpSp>
      <p:grpSp>
        <p:nvGrpSpPr>
          <p:cNvPr id="80" name="组合 79"/>
          <p:cNvGrpSpPr/>
          <p:nvPr/>
        </p:nvGrpSpPr>
        <p:grpSpPr>
          <a:xfrm>
            <a:off x="246633" y="3320435"/>
            <a:ext cx="8997062" cy="961279"/>
            <a:chOff x="508" y="3220"/>
            <a:chExt cx="13919" cy="1881"/>
          </a:xfrm>
        </p:grpSpPr>
        <p:sp>
          <p:nvSpPr>
            <p:cNvPr id="81" name="圆角矩形 80"/>
            <p:cNvSpPr/>
            <p:nvPr/>
          </p:nvSpPr>
          <p:spPr>
            <a:xfrm>
              <a:off x="508" y="3220"/>
              <a:ext cx="13447" cy="1881"/>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76" y="3639"/>
              <a:ext cx="13851" cy="1144"/>
            </a:xfrm>
            <a:prstGeom prst="rect">
              <a:avLst/>
            </a:prstGeom>
            <a:noFill/>
          </p:spPr>
          <p:txBody>
            <a:bodyPr wrap="square">
              <a:spAutoFit/>
            </a:bodyPr>
            <a:lstStyle/>
            <a:p>
              <a:pPr fontAlgn="base" hangingPunct="0"/>
              <a:r>
                <a:rPr lang="zh-CN" altLang="en-US" sz="3200" b="1" dirty="0">
                  <a:latin typeface="华文楷体" panose="02010600040101010101" charset="-122"/>
                  <a:ea typeface="华文楷体" panose="02010600040101010101" charset="-122"/>
                  <a:sym typeface="华文细黑" panose="02010600040101010101" pitchFamily="2" charset="-122"/>
                </a:rPr>
                <a:t>刘经理认真看了三家广告公司</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各自</a:t>
              </a:r>
              <a:r>
                <a:rPr lang="zh-CN" altLang="en-US" sz="3200" b="1" dirty="0">
                  <a:latin typeface="华文楷体" panose="02010600040101010101" charset="-122"/>
                  <a:ea typeface="华文楷体" panose="02010600040101010101" charset="-122"/>
                  <a:sym typeface="华文细黑" panose="02010600040101010101" pitchFamily="2" charset="-122"/>
                </a:rPr>
                <a:t>提交的计划。</a:t>
              </a:r>
            </a:p>
          </p:txBody>
        </p:sp>
      </p:grpSp>
      <p:grpSp>
        <p:nvGrpSpPr>
          <p:cNvPr id="17" name="组合 16"/>
          <p:cNvGrpSpPr/>
          <p:nvPr/>
        </p:nvGrpSpPr>
        <p:grpSpPr>
          <a:xfrm>
            <a:off x="328295" y="4873232"/>
            <a:ext cx="8610305" cy="1194435"/>
            <a:chOff x="508" y="3220"/>
            <a:chExt cx="13447" cy="1881"/>
          </a:xfrm>
        </p:grpSpPr>
        <p:sp>
          <p:nvSpPr>
            <p:cNvPr id="18" name="圆角矩形 17"/>
            <p:cNvSpPr/>
            <p:nvPr/>
          </p:nvSpPr>
          <p:spPr>
            <a:xfrm>
              <a:off x="508" y="3220"/>
              <a:ext cx="13447" cy="1881"/>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7"/>
            <p:cNvSpPr txBox="1"/>
            <p:nvPr/>
          </p:nvSpPr>
          <p:spPr>
            <a:xfrm>
              <a:off x="508" y="3365"/>
              <a:ext cx="13335" cy="1695"/>
            </a:xfrm>
            <a:prstGeom prst="rect">
              <a:avLst/>
            </a:prstGeom>
            <a:noFill/>
          </p:spPr>
          <p:txBody>
            <a:bodyPr wrap="square">
              <a:spAutoFit/>
            </a:bodyPr>
            <a:lstStyle/>
            <a:p>
              <a:pPr fontAlgn="base" hangingPunct="0"/>
              <a:r>
                <a:rPr lang="zh-CN" altLang="en-US" sz="3200" b="1" dirty="0">
                  <a:latin typeface="华文楷体" panose="02010600040101010101" charset="-122"/>
                  <a:ea typeface="华文楷体" panose="02010600040101010101" charset="-122"/>
                  <a:sym typeface="华文细黑" panose="02010600040101010101" pitchFamily="2" charset="-122"/>
                </a:rPr>
                <a:t>以前陆地上的夜晚，他们在</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各自</a:t>
              </a:r>
              <a:r>
                <a:rPr lang="zh-CN" altLang="en-US" sz="3200" b="1" dirty="0">
                  <a:latin typeface="华文楷体" panose="02010600040101010101" charset="-122"/>
                  <a:ea typeface="华文楷体" panose="02010600040101010101" charset="-122"/>
                  <a:sym typeface="华文细黑" panose="02010600040101010101" pitchFamily="2" charset="-122"/>
                </a:rPr>
                <a:t>的房间，一家人没有更多的交流。</a:t>
              </a:r>
            </a:p>
          </p:txBody>
        </p:sp>
      </p:grpSp>
      <p:pic>
        <p:nvPicPr>
          <p:cNvPr id="3" name="图片 2"/>
          <p:cNvPicPr>
            <a:picLocks noChangeAspect="1"/>
          </p:cNvPicPr>
          <p:nvPr/>
        </p:nvPicPr>
        <p:blipFill>
          <a:blip r:embed="rId5"/>
          <a:stretch>
            <a:fillRect/>
          </a:stretch>
        </p:blipFill>
        <p:spPr>
          <a:xfrm>
            <a:off x="7271273" y="298251"/>
            <a:ext cx="2393459" cy="1571824"/>
          </a:xfrm>
          <a:prstGeom prst="rect">
            <a:avLst/>
          </a:prstGeom>
        </p:spPr>
      </p:pic>
      <p:pic>
        <p:nvPicPr>
          <p:cNvPr id="4" name="图片 3"/>
          <p:cNvPicPr>
            <a:picLocks noChangeAspect="1"/>
          </p:cNvPicPr>
          <p:nvPr/>
        </p:nvPicPr>
        <p:blipFill>
          <a:blip r:embed="rId6"/>
          <a:stretch>
            <a:fillRect/>
          </a:stretch>
        </p:blipFill>
        <p:spPr>
          <a:xfrm>
            <a:off x="7625443" y="5455760"/>
            <a:ext cx="1689109" cy="1557621"/>
          </a:xfrm>
          <a:prstGeom prst="rect">
            <a:avLst/>
          </a:prstGeom>
        </p:spPr>
      </p:pic>
      <mc:AlternateContent xmlns:mc="http://schemas.openxmlformats.org/markup-compatibility/2006" xmlns:p14="http://schemas.microsoft.com/office/powerpoint/2010/main">
        <mc:Choice Requires="p14">
          <p:contentPart p14:bwMode="auto" r:id="rId7">
            <p14:nvContentPartPr>
              <p14:cNvPr id="2" name="Ink 1"/>
              <p14:cNvContentPartPr/>
              <p14:nvPr/>
            </p14:nvContentPartPr>
            <p14:xfrm>
              <a:off x="4902120" y="793800"/>
              <a:ext cx="360" cy="360"/>
            </p14:xfrm>
          </p:contentPart>
        </mc:Choice>
        <mc:Fallback xmlns="">
          <p:pic>
            <p:nvPicPr>
              <p:cNvPr id="2" name="Ink 1"/>
            </p:nvPicPr>
            <p:blipFill>
              <a:blip r:embed="rId8"/>
            </p:blipFill>
            <p:spPr>
              <a:xfrm>
                <a:off x="4902120" y="793800"/>
                <a:ext cx="360" cy="360"/>
              </a:xfrm>
              <a:prstGeom prst="rect"/>
            </p:spPr>
          </p:pic>
        </mc:Fallback>
      </mc:AlternateContent>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1"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784533" y="3193417"/>
            <a:ext cx="1793037" cy="3005837"/>
            <a:chOff x="8776" y="3144"/>
            <a:chExt cx="3577" cy="2764"/>
          </a:xfrm>
        </p:grpSpPr>
        <p:sp>
          <p:nvSpPr>
            <p:cNvPr id="33" name="圆角矩形 32"/>
            <p:cNvSpPr/>
            <p:nvPr/>
          </p:nvSpPr>
          <p:spPr>
            <a:xfrm>
              <a:off x="8776" y="3144"/>
              <a:ext cx="3577" cy="1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776" y="3219"/>
              <a:ext cx="3577" cy="2689"/>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时刻</a:t>
              </a:r>
            </a:p>
            <a:p>
              <a:pPr algn="ctr" fontAlgn="ctr"/>
              <a:endParaRPr lang="zh-CN" altLang="zh-CN" sz="2000"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名词，表示</a:t>
              </a:r>
              <a:endParaRPr lang="en-US"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某一时间点</a:t>
              </a:r>
              <a:endParaRPr lang="en-US"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或时间段</a:t>
              </a:r>
              <a:endParaRPr lang="vi-V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vi-V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Danh từ: thời khắc</a:t>
              </a:r>
              <a:endPar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endParaRPr lang="zh-C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grpSp>
        <p:nvGrpSpPr>
          <p:cNvPr id="68" name="组合 67"/>
          <p:cNvGrpSpPr/>
          <p:nvPr/>
        </p:nvGrpSpPr>
        <p:grpSpPr>
          <a:xfrm>
            <a:off x="328295" y="1870075"/>
            <a:ext cx="8539480" cy="1091998"/>
            <a:chOff x="517" y="2814"/>
            <a:chExt cx="13448" cy="1375"/>
          </a:xfrm>
        </p:grpSpPr>
        <p:sp>
          <p:nvSpPr>
            <p:cNvPr id="62" name="圆角矩形 61"/>
            <p:cNvSpPr/>
            <p:nvPr/>
          </p:nvSpPr>
          <p:spPr>
            <a:xfrm>
              <a:off x="518" y="2814"/>
              <a:ext cx="13447" cy="1312"/>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7" y="2834"/>
              <a:ext cx="13447" cy="1355"/>
            </a:xfrm>
            <a:prstGeom prst="rect">
              <a:avLst/>
            </a:prstGeom>
            <a:noFill/>
          </p:spPr>
          <p:txBody>
            <a:bodyPr wrap="square">
              <a:spAutoFit/>
            </a:bodyPr>
            <a:lstStyle/>
            <a:p>
              <a:pPr fontAlgn="base" hangingPunct="0"/>
              <a:r>
                <a:rPr lang="zh-CN" altLang="en-US" sz="3200" b="1" dirty="0">
                  <a:latin typeface="华文楷体" panose="02010600040101010101" charset="-122"/>
                  <a:ea typeface="华文楷体" panose="02010600040101010101" charset="-122"/>
                  <a:sym typeface="华文细黑" panose="02010600040101010101" pitchFamily="2" charset="-122"/>
                </a:rPr>
                <a:t>在最后</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时刻</a:t>
              </a:r>
              <a:r>
                <a:rPr lang="zh-CN" altLang="en-US" sz="3200" b="1" dirty="0">
                  <a:latin typeface="华文楷体" panose="02010600040101010101" charset="-122"/>
                  <a:ea typeface="华文楷体" panose="02010600040101010101" charset="-122"/>
                  <a:sym typeface="华文细黑" panose="02010600040101010101" pitchFamily="2" charset="-122"/>
                </a:rPr>
                <a:t>，他为本队踢进了赢得比赛的关键一球。</a:t>
              </a:r>
            </a:p>
          </p:txBody>
        </p:sp>
      </p:grpSp>
      <p:grpSp>
        <p:nvGrpSpPr>
          <p:cNvPr id="80" name="组合 79"/>
          <p:cNvGrpSpPr/>
          <p:nvPr/>
        </p:nvGrpSpPr>
        <p:grpSpPr>
          <a:xfrm>
            <a:off x="328295" y="4101304"/>
            <a:ext cx="8997062" cy="961279"/>
            <a:chOff x="508" y="3220"/>
            <a:chExt cx="13919" cy="1881"/>
          </a:xfrm>
        </p:grpSpPr>
        <p:sp>
          <p:nvSpPr>
            <p:cNvPr id="81" name="圆角矩形 80"/>
            <p:cNvSpPr/>
            <p:nvPr/>
          </p:nvSpPr>
          <p:spPr>
            <a:xfrm>
              <a:off x="508" y="3220"/>
              <a:ext cx="13447" cy="1881"/>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76" y="3639"/>
              <a:ext cx="13851" cy="1144"/>
            </a:xfrm>
            <a:prstGeom prst="rect">
              <a:avLst/>
            </a:prstGeom>
            <a:noFill/>
          </p:spPr>
          <p:txBody>
            <a:bodyPr wrap="square">
              <a:spAutoFit/>
            </a:bodyPr>
            <a:lstStyle/>
            <a:p>
              <a:pPr fontAlgn="base" hangingPunct="0"/>
              <a:r>
                <a:rPr lang="zh-CN" altLang="en-US" sz="3200" b="1" dirty="0">
                  <a:latin typeface="华文楷体" panose="02010600040101010101" charset="-122"/>
                  <a:ea typeface="华文楷体" panose="02010600040101010101" charset="-122"/>
                  <a:sym typeface="华文细黑" panose="02010600040101010101" pitchFamily="2" charset="-122"/>
                </a:rPr>
                <a:t>美好的</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时刻</a:t>
              </a:r>
              <a:r>
                <a:rPr lang="zh-CN" altLang="en-US" sz="3200" b="1" dirty="0">
                  <a:latin typeface="华文楷体" panose="02010600040101010101" charset="-122"/>
                  <a:ea typeface="华文楷体" panose="02010600040101010101" charset="-122"/>
                  <a:sym typeface="华文细黑" panose="02010600040101010101" pitchFamily="2" charset="-122"/>
                </a:rPr>
                <a:t>过去后是一个个紧张的夜晚。</a:t>
              </a:r>
            </a:p>
          </p:txBody>
        </p:sp>
      </p:grpSp>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47770" y="2384295"/>
            <a:ext cx="1707175" cy="1651657"/>
          </a:xfrm>
          <a:prstGeom prst="rect">
            <a:avLst/>
          </a:prstGeom>
        </p:spPr>
      </p:pic>
      <p:pic>
        <p:nvPicPr>
          <p:cNvPr id="6" name="图片 5"/>
          <p:cNvPicPr>
            <a:picLocks noChangeAspect="1"/>
          </p:cNvPicPr>
          <p:nvPr/>
        </p:nvPicPr>
        <p:blipFill>
          <a:blip r:embed="rId6">
            <a:extLst>
              <a:ext uri="{BEBA8EAE-BF5A-486C-A8C5-ECC9F3942E4B}">
                <a14:imgProps xmlns:a14="http://schemas.microsoft.com/office/drawing/2010/main">
                  <a14:imgLayer r:embed="rId7">
                    <a14:imgEffect>
                      <a14:backgroundRemoval t="0" b="99342" l="0" r="100000">
                        <a14:foregroundMark x1="27273" y1="6579" x2="59740" y2="8553"/>
                        <a14:foregroundMark x1="24026" y1="5921" x2="27922" y2="14474"/>
                        <a14:foregroundMark x1="27273" y1="13816" x2="64286" y2="11184"/>
                        <a14:foregroundMark x1="26623" y1="3289" x2="64286" y2="3289"/>
                        <a14:foregroundMark x1="62338" y1="6579" x2="64935" y2="8553"/>
                        <a14:foregroundMark x1="13636" y1="78289" x2="98701" y2="76974"/>
                        <a14:foregroundMark x1="94156" y1="87500" x2="94156" y2="64474"/>
                        <a14:foregroundMark x1="94156" y1="88158" x2="5844" y2="85526"/>
                        <a14:foregroundMark x1="4545" y1="86184" x2="5844" y2="64474"/>
                        <a14:foregroundMark x1="8442" y1="73026" x2="8442" y2="39474"/>
                        <a14:foregroundMark x1="9091" y1="79605" x2="87662" y2="79605"/>
                      </a14:backgroundRemoval>
                    </a14:imgEffect>
                  </a14:imgLayer>
                </a14:imgProps>
              </a:ext>
            </a:extLst>
          </a:blip>
          <a:stretch>
            <a:fillRect/>
          </a:stretch>
        </p:blipFill>
        <p:spPr>
          <a:xfrm>
            <a:off x="7429736" y="4581943"/>
            <a:ext cx="1895621" cy="1871003"/>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
          <p:cNvSpPr txBox="1"/>
          <p:nvPr/>
        </p:nvSpPr>
        <p:spPr>
          <a:xfrm>
            <a:off x="165735" y="173355"/>
            <a:ext cx="633222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语言点</a:t>
            </a:r>
            <a:endPar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9" name="文本框 7"/>
          <p:cNvSpPr txBox="1"/>
          <p:nvPr/>
        </p:nvSpPr>
        <p:spPr>
          <a:xfrm>
            <a:off x="237490" y="695325"/>
            <a:ext cx="1800860" cy="368300"/>
          </a:xfrm>
          <a:prstGeom prst="rect">
            <a:avLst/>
          </a:prstGeom>
          <a:noFill/>
        </p:spPr>
        <p:txBody>
          <a:bodyPr wrap="none">
            <a:spAutoFit/>
          </a:bodyPr>
          <a:lstStyle/>
          <a:p>
            <a:pPr marR="0" algn="l" defTabSz="914400">
              <a:buClrTx/>
              <a:buSzTx/>
              <a:buFontTx/>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Language Point</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23" name="梯形 22"/>
          <p:cNvSpPr/>
          <p:nvPr/>
        </p:nvSpPr>
        <p:spPr>
          <a:xfrm>
            <a:off x="9288780" y="1243965"/>
            <a:ext cx="2792095" cy="5854700"/>
          </a:xfrm>
          <a:prstGeom prst="trapezoid">
            <a:avLst>
              <a:gd name="adj" fmla="val 30365"/>
            </a:avLst>
          </a:prstGeom>
          <a:solidFill>
            <a:schemeClr val="accent4">
              <a:alpha val="67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30" name="图片 29" descr="C:\Users\Administrator\Desktop\4a7e7ce1.png4a7e7ce1"/>
          <p:cNvPicPr>
            <a:picLocks noChangeAspect="1"/>
          </p:cNvPicPr>
          <p:nvPr/>
        </p:nvPicPr>
        <p:blipFill>
          <a:blip r:embed="rId4"/>
          <a:srcRect/>
          <a:stretch>
            <a:fillRect/>
          </a:stretch>
        </p:blipFill>
        <p:spPr>
          <a:xfrm>
            <a:off x="9776248" y="-717762"/>
            <a:ext cx="1801707" cy="2511213"/>
          </a:xfrm>
          <a:prstGeom prst="rect">
            <a:avLst/>
          </a:prstGeom>
        </p:spPr>
      </p:pic>
      <p:grpSp>
        <p:nvGrpSpPr>
          <p:cNvPr id="31" name="组合 30"/>
          <p:cNvGrpSpPr/>
          <p:nvPr/>
        </p:nvGrpSpPr>
        <p:grpSpPr>
          <a:xfrm>
            <a:off x="9767490" y="2909732"/>
            <a:ext cx="1810080" cy="4370400"/>
            <a:chOff x="8742" y="2937"/>
            <a:chExt cx="3611" cy="3189"/>
          </a:xfrm>
        </p:grpSpPr>
        <p:sp>
          <p:nvSpPr>
            <p:cNvPr id="33" name="圆角矩形 32"/>
            <p:cNvSpPr/>
            <p:nvPr/>
          </p:nvSpPr>
          <p:spPr>
            <a:xfrm>
              <a:off x="8776" y="3144"/>
              <a:ext cx="3577" cy="1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742" y="2937"/>
              <a:ext cx="3577" cy="3189"/>
            </a:xfrm>
            <a:prstGeom prst="rect">
              <a:avLst/>
            </a:prstGeom>
            <a:noFill/>
          </p:spPr>
          <p:txBody>
            <a:bodyPr wrap="square" rtlCol="0">
              <a:spAutoFit/>
            </a:bodyPr>
            <a:lstStyle/>
            <a:p>
              <a:pPr algn="ctr" fontAlgn="ctr"/>
              <a:r>
                <a:rPr lang="zh-CN" altLang="en-US" sz="4400" b="1" kern="100" dirty="0">
                  <a:solidFill>
                    <a:srgbClr val="FF0000"/>
                  </a:solidFill>
                  <a:latin typeface="华文楷体" panose="02010600040101010101" charset="-122"/>
                  <a:ea typeface="华文楷体" panose="02010600040101010101" charset="-122"/>
                  <a:cs typeface="华文细黑" panose="02010600040101010101" pitchFamily="2" charset="-122"/>
                  <a:sym typeface="+mn-ea"/>
                </a:rPr>
                <a:t>时刻</a:t>
              </a:r>
            </a:p>
            <a:p>
              <a:pPr algn="ctr" fontAlgn="ctr"/>
              <a:endParaRPr lang="zh-CN" altLang="zh-CN" sz="1400"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副词，表示每时每刻、经常的意思，可以重叠为“时时刻刻”</a:t>
              </a:r>
              <a:endParaRPr lang="vi-V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r>
                <a:rPr lang="vi-V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Phó từ: lúc nào cũng, thường thường</a:t>
              </a:r>
            </a:p>
            <a:p>
              <a:pPr algn="ctr" fontAlgn="ctr"/>
              <a:r>
                <a:rPr lang="vi-V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Có thể lặp dạng AABB </a:t>
              </a:r>
              <a:endParaRPr lang="zh-CN" altLang="en-US"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algn="ctr" fontAlgn="ctr"/>
              <a:endParaRPr lang="zh-CN" altLang="zh-CN" sz="2000" b="1" dirty="0">
                <a:solidFill>
                  <a:schemeClr val="bg1">
                    <a:lumMod val="65000"/>
                  </a:schemeClr>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grpSp>
      <p:grpSp>
        <p:nvGrpSpPr>
          <p:cNvPr id="68" name="组合 67"/>
          <p:cNvGrpSpPr/>
          <p:nvPr/>
        </p:nvGrpSpPr>
        <p:grpSpPr>
          <a:xfrm>
            <a:off x="328295" y="2356237"/>
            <a:ext cx="8539480" cy="1091998"/>
            <a:chOff x="517" y="2814"/>
            <a:chExt cx="13448" cy="1375"/>
          </a:xfrm>
        </p:grpSpPr>
        <p:sp>
          <p:nvSpPr>
            <p:cNvPr id="62" name="圆角矩形 61"/>
            <p:cNvSpPr/>
            <p:nvPr/>
          </p:nvSpPr>
          <p:spPr>
            <a:xfrm>
              <a:off x="518" y="2814"/>
              <a:ext cx="13447" cy="1312"/>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7"/>
            <p:cNvSpPr txBox="1"/>
            <p:nvPr/>
          </p:nvSpPr>
          <p:spPr>
            <a:xfrm>
              <a:off x="517" y="2834"/>
              <a:ext cx="13447" cy="1355"/>
            </a:xfrm>
            <a:prstGeom prst="rect">
              <a:avLst/>
            </a:prstGeom>
            <a:noFill/>
          </p:spPr>
          <p:txBody>
            <a:bodyPr wrap="square">
              <a:spAutoFit/>
            </a:bodyPr>
            <a:lstStyle/>
            <a:p>
              <a:pPr fontAlgn="base" hangingPunct="0"/>
              <a:r>
                <a:rPr lang="zh-CN" altLang="en-US" sz="3200" b="1" dirty="0">
                  <a:latin typeface="华文楷体" panose="02010600040101010101" charset="-122"/>
                  <a:ea typeface="华文楷体" panose="02010600040101010101" charset="-122"/>
                  <a:sym typeface="华文细黑" panose="02010600040101010101" pitchFamily="2" charset="-122"/>
                </a:rPr>
                <a:t>我们非常需要你这样的人才，只要你愿意，公司的大门</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时刻</a:t>
              </a:r>
              <a:r>
                <a:rPr lang="zh-CN" altLang="en-US" sz="3200" b="1" dirty="0">
                  <a:latin typeface="华文楷体" panose="02010600040101010101" charset="-122"/>
                  <a:ea typeface="华文楷体" panose="02010600040101010101" charset="-122"/>
                  <a:sym typeface="华文细黑" panose="02010600040101010101" pitchFamily="2" charset="-122"/>
                </a:rPr>
                <a:t>都为你开着。</a:t>
              </a:r>
            </a:p>
          </p:txBody>
        </p:sp>
      </p:grpSp>
      <p:grpSp>
        <p:nvGrpSpPr>
          <p:cNvPr id="80" name="组合 79"/>
          <p:cNvGrpSpPr/>
          <p:nvPr/>
        </p:nvGrpSpPr>
        <p:grpSpPr>
          <a:xfrm>
            <a:off x="328295" y="4101306"/>
            <a:ext cx="8960218" cy="1380166"/>
            <a:chOff x="508" y="3220"/>
            <a:chExt cx="13862" cy="1881"/>
          </a:xfrm>
        </p:grpSpPr>
        <p:sp>
          <p:nvSpPr>
            <p:cNvPr id="81" name="圆角矩形 80"/>
            <p:cNvSpPr/>
            <p:nvPr/>
          </p:nvSpPr>
          <p:spPr>
            <a:xfrm>
              <a:off x="508" y="3220"/>
              <a:ext cx="13447" cy="1881"/>
            </a:xfrm>
            <a:prstGeom prst="roundRect">
              <a:avLst/>
            </a:prstGeom>
            <a:noFill/>
            <a:ln w="19050">
              <a:solidFill>
                <a:srgbClr val="C00000"/>
              </a:solidFill>
            </a:ln>
            <a:extLst>
              <a:ext uri="{909E8E84-426E-40DD-AFC4-6F175D3DCCD1}">
                <a14:hiddenFill xmlns:a14="http://schemas.microsoft.com/office/drawing/2010/main">
                  <a:solidFill>
                    <a:srgbClr val="E2AEA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7"/>
            <p:cNvSpPr txBox="1"/>
            <p:nvPr/>
          </p:nvSpPr>
          <p:spPr>
            <a:xfrm>
              <a:off x="519" y="3542"/>
              <a:ext cx="13851" cy="1468"/>
            </a:xfrm>
            <a:prstGeom prst="rect">
              <a:avLst/>
            </a:prstGeom>
            <a:noFill/>
          </p:spPr>
          <p:txBody>
            <a:bodyPr wrap="square">
              <a:spAutoFit/>
            </a:bodyPr>
            <a:lstStyle/>
            <a:p>
              <a:pPr fontAlgn="base" hangingPunct="0"/>
              <a:r>
                <a:rPr lang="zh-CN" altLang="en-US" sz="3200" b="1" dirty="0">
                  <a:latin typeface="华文楷体" panose="02010600040101010101" charset="-122"/>
                  <a:ea typeface="华文楷体" panose="02010600040101010101" charset="-122"/>
                  <a:sym typeface="华文细黑" panose="02010600040101010101" pitchFamily="2" charset="-122"/>
                </a:rPr>
                <a:t>工作中，他</a:t>
              </a:r>
              <a:r>
                <a:rPr lang="zh-CN" altLang="en-US" sz="3200" b="1" dirty="0">
                  <a:solidFill>
                    <a:srgbClr val="FF0000"/>
                  </a:solidFill>
                  <a:latin typeface="华文楷体" panose="02010600040101010101" charset="-122"/>
                  <a:ea typeface="华文楷体" panose="02010600040101010101" charset="-122"/>
                  <a:sym typeface="华文细黑" panose="02010600040101010101" pitchFamily="2" charset="-122"/>
                </a:rPr>
                <a:t>时时刻刻</a:t>
              </a:r>
              <a:r>
                <a:rPr lang="zh-CN" altLang="en-US" sz="3200" b="1" dirty="0">
                  <a:latin typeface="华文楷体" panose="02010600040101010101" charset="-122"/>
                  <a:ea typeface="华文楷体" panose="02010600040101010101" charset="-122"/>
                  <a:sym typeface="华文细黑" panose="02010600040101010101" pitchFamily="2" charset="-122"/>
                </a:rPr>
                <a:t>提醒自己：乘客的安全是最重要的。</a:t>
              </a:r>
            </a:p>
          </p:txBody>
        </p:sp>
      </p:grpSp>
      <p:pic>
        <p:nvPicPr>
          <p:cNvPr id="4" name="图片 3"/>
          <p:cNvPicPr>
            <a:picLocks noChangeAspect="1"/>
          </p:cNvPicPr>
          <p:nvPr/>
        </p:nvPicPr>
        <p:blipFill>
          <a:blip r:embed="rId5">
            <a:extLst>
              <a:ext uri="{BEBA8EAE-BF5A-486C-A8C5-ECC9F3942E4B}">
                <a14:imgProps xmlns:a14="http://schemas.microsoft.com/office/drawing/2010/main">
                  <a14:imgLayer r:embed="rId6">
                    <a14:imgEffect>
                      <a14:backgroundRemoval t="0" b="100000" l="476" r="100000">
                        <a14:foregroundMark x1="54286" y1="71471" x2="49762" y2="89706"/>
                        <a14:foregroundMark x1="49762" y1="89706" x2="65238" y2="95588"/>
                        <a14:foregroundMark x1="47381" y1="92647" x2="59286" y2="98235"/>
                        <a14:foregroundMark x1="39524" y1="75000" x2="35476" y2="97647"/>
                        <a14:foregroundMark x1="22857" y1="55000" x2="6905" y2="73529"/>
                        <a14:foregroundMark x1="35476" y1="93235" x2="20476" y2="91176"/>
                        <a14:foregroundMark x1="75952" y1="32059" x2="99286" y2="45294"/>
                      </a14:backgroundRemoval>
                    </a14:imgEffect>
                  </a14:imgLayer>
                </a14:imgProps>
              </a:ext>
            </a:extLst>
          </a:blip>
          <a:stretch>
            <a:fillRect/>
          </a:stretch>
        </p:blipFill>
        <p:spPr>
          <a:xfrm>
            <a:off x="7525039" y="978510"/>
            <a:ext cx="1829569" cy="1481080"/>
          </a:xfrm>
          <a:prstGeom prst="rect">
            <a:avLst/>
          </a:prstGeom>
        </p:spPr>
      </p:pic>
      <p:pic>
        <p:nvPicPr>
          <p:cNvPr id="6" name="图片 5"/>
          <p:cNvPicPr>
            <a:picLocks noChangeAspect="1"/>
          </p:cNvPicPr>
          <p:nvPr/>
        </p:nvPicPr>
        <p:blipFill>
          <a:blip r:embed="rId7">
            <a:extLst>
              <a:ext uri="{BEBA8EAE-BF5A-486C-A8C5-ECC9F3942E4B}">
                <a14:imgProps xmlns:a14="http://schemas.microsoft.com/office/drawing/2010/main">
                  <a14:imgLayer r:embed="rId8">
                    <a14:imgEffect>
                      <a14:backgroundRemoval t="3650" b="97810" l="0" r="100000"/>
                    </a14:imgEffect>
                  </a14:imgLayer>
                </a14:imgProps>
              </a:ext>
            </a:extLst>
          </a:blip>
          <a:stretch>
            <a:fillRect/>
          </a:stretch>
        </p:blipFill>
        <p:spPr>
          <a:xfrm>
            <a:off x="7501397" y="4822544"/>
            <a:ext cx="1770376" cy="1830502"/>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Nube"/>
          <p:cNvSpPr/>
          <p:nvPr/>
        </p:nvSpPr>
        <p:spPr>
          <a:xfrm>
            <a:off x="7608247" y="2619392"/>
            <a:ext cx="2232249" cy="1032364"/>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冷静</a:t>
            </a:r>
            <a:endParaRPr lang="zh-CN" altLang="es-ES_tradnl"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6" name="5 Nube"/>
          <p:cNvSpPr/>
          <p:nvPr/>
        </p:nvSpPr>
        <p:spPr>
          <a:xfrm>
            <a:off x="4005590" y="2619484"/>
            <a:ext cx="2212865" cy="1021497"/>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平静</a:t>
            </a:r>
            <a:endParaRPr lang="zh-CN" altLang="es-ES"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11" name="圆角矩形标注 10"/>
          <p:cNvSpPr/>
          <p:nvPr/>
        </p:nvSpPr>
        <p:spPr>
          <a:xfrm>
            <a:off x="2446020" y="1209040"/>
            <a:ext cx="9208951" cy="918210"/>
          </a:xfrm>
          <a:prstGeom prst="wedgeRoundRectCallout">
            <a:avLst>
              <a:gd name="adj1" fmla="val -57398"/>
              <a:gd name="adj2" fmla="val 56298"/>
              <a:gd name="adj3" fmla="val 16667"/>
            </a:avLst>
          </a:prstGeom>
          <a:solidFill>
            <a:srgbClr val="E2AEA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听到这个好消息后，我激动的心情久久不能</a:t>
            </a:r>
            <a:r>
              <a:rPr lang="zh-CN" altLang="zh-CN" sz="3200" b="1" u="sng"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         </a:t>
            </a:r>
            <a:r>
              <a:rPr lang="zh-CN" altLang="en-US"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endParaRPr lang="zh-CN" altLang="zh-CN" sz="3200" b="1" noProof="0" dirty="0">
              <a:ln>
                <a:noFill/>
              </a:ln>
              <a:solidFill>
                <a:schemeClr val="bg1"/>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p:txBody>
      </p:sp>
      <p:sp>
        <p:nvSpPr>
          <p:cNvPr id="12"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3"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pic>
        <p:nvPicPr>
          <p:cNvPr id="14" name="图片 13" descr="人物"/>
          <p:cNvPicPr>
            <a:picLocks noChangeAspect="1"/>
          </p:cNvPicPr>
          <p:nvPr/>
        </p:nvPicPr>
        <p:blipFill>
          <a:blip r:embed="rId6"/>
          <a:stretch>
            <a:fillRect/>
          </a:stretch>
        </p:blipFill>
        <p:spPr>
          <a:xfrm>
            <a:off x="-721360" y="1542415"/>
            <a:ext cx="3337560" cy="5006340"/>
          </a:xfrm>
          <a:prstGeom prst="rect">
            <a:avLst/>
          </a:prstGeom>
        </p:spPr>
      </p:pic>
      <p:sp>
        <p:nvSpPr>
          <p:cNvPr id="9" name="8 CuadroTexto"/>
          <p:cNvSpPr txBox="1"/>
          <p:nvPr/>
        </p:nvSpPr>
        <p:spPr>
          <a:xfrm>
            <a:off x="6218773" y="1542127"/>
            <a:ext cx="1561565" cy="584775"/>
          </a:xfrm>
          <a:prstGeom prst="rect">
            <a:avLst/>
          </a:prstGeom>
          <a:noFill/>
        </p:spPr>
        <p:txBody>
          <a:bodyPr wrap="square" rtlCol="0">
            <a:spAutoFit/>
          </a:bodyPr>
          <a:lstStyle/>
          <a:p>
            <a:pPr algn="ctr"/>
            <a:r>
              <a:rPr lang="zh-CN" altLang="en-US" sz="3200" b="1" dirty="0">
                <a:solidFill>
                  <a:srgbClr val="C00000"/>
                </a:solidFill>
                <a:effectLst/>
                <a:latin typeface="华文楷体" panose="02010600040101010101" charset="-122"/>
                <a:ea typeface="华文楷体" panose="02010600040101010101" charset="-122"/>
              </a:rPr>
              <a:t>平静</a:t>
            </a:r>
            <a:endParaRPr lang="zh-CN" altLang="es-ES_tradnl" sz="3200" b="1" dirty="0">
              <a:solidFill>
                <a:srgbClr val="C00000"/>
              </a:solidFill>
              <a:effectLst/>
              <a:latin typeface="华文楷体" panose="02010600040101010101" charset="-122"/>
              <a:ea typeface="华文楷体" panose="02010600040101010101" charset="-122"/>
            </a:endParaRPr>
          </a:p>
        </p:txBody>
      </p:sp>
      <p:sp>
        <p:nvSpPr>
          <p:cNvPr id="2" name="文本框 1"/>
          <p:cNvSpPr txBox="1"/>
          <p:nvPr/>
        </p:nvSpPr>
        <p:spPr>
          <a:xfrm>
            <a:off x="2053907" y="3429000"/>
            <a:ext cx="10419715" cy="3477875"/>
          </a:xfrm>
          <a:prstGeom prst="rect">
            <a:avLst/>
          </a:prstGeom>
          <a:noFill/>
        </p:spPr>
        <p:txBody>
          <a:bodyPr wrap="square" rtlCol="0">
            <a:spAutoFit/>
          </a:bodyPr>
          <a:lstStyle/>
          <a:p>
            <a:r>
              <a:rPr lang="zh-CN" altLang="en-US" sz="2400" b="1" dirty="0"/>
              <a:t>相同点</a:t>
            </a:r>
            <a:r>
              <a:rPr lang="en-US" altLang="zh-CN" sz="2400" b="1" dirty="0"/>
              <a:t>：</a:t>
            </a:r>
            <a:r>
              <a:rPr lang="zh-CN" altLang="en-US" sz="2400" dirty="0"/>
              <a:t>表示“情绪不波动”</a:t>
            </a:r>
            <a:r>
              <a:rPr lang="vi-VN" altLang="zh-CN" sz="2400" dirty="0"/>
              <a:t>chỉ cảm xúc không biến động</a:t>
            </a:r>
            <a:endParaRPr lang="zh-CN" altLang="en-US" sz="2400" dirty="0"/>
          </a:p>
          <a:p>
            <a:r>
              <a:rPr lang="zh-CN" altLang="en-US" sz="2400" b="1" dirty="0"/>
              <a:t>不同点</a:t>
            </a:r>
            <a:r>
              <a:rPr lang="en-US" altLang="zh-CN" sz="2400" b="1" dirty="0"/>
              <a:t>：</a:t>
            </a:r>
          </a:p>
          <a:p>
            <a:r>
              <a:rPr lang="zh-CN" altLang="en-US" sz="2400" dirty="0"/>
              <a:t>平静</a:t>
            </a:r>
            <a:r>
              <a:rPr lang="en-US" altLang="zh-CN" sz="2400" dirty="0"/>
              <a:t>：</a:t>
            </a:r>
            <a:r>
              <a:rPr lang="zh-CN" altLang="en-US" sz="2400" dirty="0"/>
              <a:t>强调</a:t>
            </a:r>
            <a:r>
              <a:rPr lang="zh-CN" altLang="en-US" sz="2400" dirty="0">
                <a:highlight>
                  <a:srgbClr val="FFFF00"/>
                </a:highlight>
              </a:rPr>
              <a:t>外在或内在的</a:t>
            </a:r>
            <a:r>
              <a:rPr lang="en-US" altLang="zh-CN" sz="2400" dirty="0">
                <a:highlight>
                  <a:srgbClr val="FFFF00"/>
                </a:highlight>
              </a:rPr>
              <a:t>“</a:t>
            </a:r>
            <a:r>
              <a:rPr lang="zh-CN" altLang="en-US" sz="2400" dirty="0">
                <a:highlight>
                  <a:srgbClr val="FFFF00"/>
                </a:highlight>
              </a:rPr>
              <a:t>安宁、无波动</a:t>
            </a:r>
            <a:r>
              <a:rPr lang="en-US" altLang="zh-CN" sz="2400" dirty="0">
                <a:highlight>
                  <a:srgbClr val="FFFF00"/>
                </a:highlight>
              </a:rPr>
              <a:t>”</a:t>
            </a:r>
            <a:r>
              <a:rPr lang="zh-CN" altLang="en-US" sz="2400" dirty="0">
                <a:highlight>
                  <a:srgbClr val="FFFF00"/>
                </a:highlight>
              </a:rPr>
              <a:t>状态</a:t>
            </a:r>
            <a:r>
              <a:rPr lang="zh-CN" altLang="en-US" sz="2400" dirty="0"/>
              <a:t>，可指环境、氛围、情绪等</a:t>
            </a:r>
            <a:r>
              <a:rPr lang="en-US" altLang="zh-CN" sz="2400" dirty="0"/>
              <a:t>。</a:t>
            </a:r>
            <a:endParaRPr lang="vi-VN" altLang="zh-CN" sz="2400" dirty="0"/>
          </a:p>
          <a:p>
            <a:r>
              <a:rPr lang="vi-VN" dirty="0"/>
              <a:t>Nhấn mạnh trạng thái "thanh thản và không có biến động" của bên ngoài hoặc bên trong con ng, có thể đề cập đến môi trường, bầu không khí, cảm xúc,( bình yên, thanh bình, yên ả, yên ổn) v.v.</a:t>
            </a:r>
            <a:endParaRPr lang="vi-VN" altLang="zh-CN" sz="2400" dirty="0"/>
          </a:p>
          <a:p>
            <a:r>
              <a:rPr lang="en-US" altLang="zh-CN" sz="2000" dirty="0" err="1"/>
              <a:t>eg</a:t>
            </a:r>
            <a:r>
              <a:rPr lang="en-US" altLang="zh-CN" sz="2000" dirty="0"/>
              <a:t>：</a:t>
            </a:r>
            <a:r>
              <a:rPr lang="zh-CN" altLang="en-US" sz="2000" dirty="0"/>
              <a:t>海面恢复平静（自然环境）</a:t>
            </a:r>
            <a:r>
              <a:rPr lang="en-US" altLang="zh-CN" sz="2000" dirty="0"/>
              <a:t>/ </a:t>
            </a:r>
            <a:r>
              <a:rPr lang="zh-CN" altLang="en-US" sz="2000" dirty="0"/>
              <a:t>听完解释，她心里终于平静了（情绪）</a:t>
            </a:r>
          </a:p>
          <a:p>
            <a:r>
              <a:rPr lang="zh-CN" altLang="en-US" sz="2400" dirty="0"/>
              <a:t>冷静</a:t>
            </a:r>
            <a:r>
              <a:rPr lang="en-US" altLang="zh-CN" sz="2400" dirty="0"/>
              <a:t>：</a:t>
            </a:r>
            <a:r>
              <a:rPr lang="zh-CN" altLang="en-US" sz="2400" dirty="0">
                <a:highlight>
                  <a:srgbClr val="FFFF00"/>
                </a:highlight>
              </a:rPr>
              <a:t>理性控制下的</a:t>
            </a:r>
            <a:r>
              <a:rPr lang="en-US" altLang="zh-CN" sz="2400" dirty="0">
                <a:highlight>
                  <a:srgbClr val="FFFF00"/>
                </a:highlight>
              </a:rPr>
              <a:t>“</a:t>
            </a:r>
            <a:r>
              <a:rPr lang="zh-CN" altLang="en-US" sz="2400" dirty="0">
                <a:highlight>
                  <a:srgbClr val="FFFF00"/>
                </a:highlight>
              </a:rPr>
              <a:t>镇定、不慌乱</a:t>
            </a:r>
            <a:r>
              <a:rPr lang="en-US" altLang="zh-CN" sz="2400" dirty="0">
                <a:highlight>
                  <a:srgbClr val="FFFF00"/>
                </a:highlight>
              </a:rPr>
              <a:t>”</a:t>
            </a:r>
            <a:r>
              <a:rPr lang="zh-CN" altLang="en-US" sz="2400" dirty="0"/>
              <a:t>，特指面对问题时理智的态度或行为。</a:t>
            </a:r>
            <a:endParaRPr lang="vi-VN" altLang="zh-CN" sz="2400" dirty="0"/>
          </a:p>
          <a:p>
            <a:r>
              <a:rPr lang="vi-VN" altLang="zh-CN" sz="2400" dirty="0"/>
              <a:t>Lý tính không chế” trấn tĩnh, không hoảng loạn”. Chỉ đối diện vấn đề một cách lí trí về thái độ hoặc hành vi.( bình tĩnh, tỉnh táo)</a:t>
            </a:r>
            <a:endParaRPr lang="zh-CN" altLang="en-US" sz="2400" dirty="0"/>
          </a:p>
          <a:p>
            <a:r>
              <a:rPr lang="en-US" altLang="zh-CN" sz="2000" dirty="0" err="1"/>
              <a:t>eg</a:t>
            </a:r>
            <a:r>
              <a:rPr lang="en-US" altLang="zh-CN" sz="2000" dirty="0"/>
              <a:t>：</a:t>
            </a:r>
            <a:r>
              <a:rPr lang="zh-CN" altLang="en-US" sz="2000" dirty="0"/>
              <a:t>面对危机，他表现得非常冷静</a:t>
            </a:r>
          </a:p>
        </p:txBody>
      </p:sp>
      <p:sp>
        <p:nvSpPr>
          <p:cNvPr id="3" name="矩形 2"/>
          <p:cNvSpPr/>
          <p:nvPr/>
        </p:nvSpPr>
        <p:spPr>
          <a:xfrm>
            <a:off x="2222818" y="213995"/>
            <a:ext cx="2980055" cy="768350"/>
          </a:xfrm>
          <a:prstGeom prst="rect">
            <a:avLst/>
          </a:prstGeom>
          <a:noFill/>
          <a:ln>
            <a:noFill/>
          </a:ln>
        </p:spPr>
        <p:txBody>
          <a:bodyPr wrap="none" rtlCol="0" anchor="t">
            <a:spAutoFit/>
          </a:bodyPr>
          <a:lstStyle/>
          <a:p>
            <a:pPr algn="ctr"/>
            <a:r>
              <a:rPr lang="zh-CN" altLang="en-US" sz="4400" b="1">
                <a:ln/>
                <a:solidFill>
                  <a:schemeClr val="accent1"/>
                </a:solidFill>
                <a:effectLst>
                  <a:outerShdw blurRad="38100" dist="25400" dir="5400000" algn="ctr" rotWithShape="0">
                    <a:srgbClr val="6E747A">
                      <a:alpha val="43000"/>
                      <a:alpha val="43000"/>
                    </a:srgbClr>
                  </a:outerShdw>
                </a:effectLst>
              </a:rPr>
              <a:t>冷静的湖面</a:t>
            </a:r>
          </a:p>
        </p:txBody>
      </p:sp>
      <p:sp>
        <p:nvSpPr>
          <p:cNvPr id="7" name="矩形 6"/>
          <p:cNvSpPr/>
          <p:nvPr/>
        </p:nvSpPr>
        <p:spPr>
          <a:xfrm>
            <a:off x="5646738" y="213995"/>
            <a:ext cx="3234055" cy="829945"/>
          </a:xfrm>
          <a:prstGeom prst="rect">
            <a:avLst/>
          </a:prstGeom>
          <a:noFill/>
          <a:ln>
            <a:noFill/>
          </a:ln>
        </p:spPr>
        <p:txBody>
          <a:bodyPr wrap="none" rtlCol="0" anchor="t">
            <a:spAutoFit/>
          </a:bodyPr>
          <a:lstStyle/>
          <a:p>
            <a:pPr algn="ctr"/>
            <a:r>
              <a:rPr lang="zh-CN" altLang="en-US" sz="4800" b="1">
                <a:ln/>
                <a:solidFill>
                  <a:schemeClr val="accent1"/>
                </a:solidFill>
                <a:effectLst>
                  <a:outerShdw blurRad="38100" dist="25400" dir="5400000" algn="ctr" rotWithShape="0">
                    <a:srgbClr val="6E747A">
                      <a:alpha val="43000"/>
                      <a:alpha val="43000"/>
                    </a:srgbClr>
                  </a:outerShdw>
                </a:effectLst>
              </a:rPr>
              <a:t>平静地吵架</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lick.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wipe(left)">
                                      <p:cBhvr>
                                        <p:cTn id="20" dur="500"/>
                                        <p:tgtEl>
                                          <p:spTgt spid="9">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click.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2" grpId="0"/>
      <p:bldP spid="2" grpId="1"/>
      <p:bldP spid="3" grpId="0"/>
      <p:bldP spid="3" grpId="1"/>
      <p:bldP spid="7" grpId="0"/>
      <p:bldP spid="7"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Nube"/>
          <p:cNvSpPr/>
          <p:nvPr/>
        </p:nvSpPr>
        <p:spPr>
          <a:xfrm>
            <a:off x="6919272" y="3495057"/>
            <a:ext cx="2232249" cy="1032364"/>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舒适</a:t>
            </a:r>
            <a:endParaRPr lang="zh-CN" altLang="es-ES_tradnl"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6" name="5 Nube"/>
          <p:cNvSpPr/>
          <p:nvPr/>
        </p:nvSpPr>
        <p:spPr>
          <a:xfrm>
            <a:off x="4005590" y="3500864"/>
            <a:ext cx="2212865" cy="1021497"/>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舒服</a:t>
            </a:r>
          </a:p>
        </p:txBody>
      </p:sp>
      <p:sp>
        <p:nvSpPr>
          <p:cNvPr id="11" name="圆角矩形标注 10"/>
          <p:cNvSpPr/>
          <p:nvPr/>
        </p:nvSpPr>
        <p:spPr>
          <a:xfrm>
            <a:off x="2446021" y="1070514"/>
            <a:ext cx="8133716" cy="1056736"/>
          </a:xfrm>
          <a:prstGeom prst="wedgeRoundRectCallout">
            <a:avLst>
              <a:gd name="adj1" fmla="val -57398"/>
              <a:gd name="adj2" fmla="val 56298"/>
              <a:gd name="adj3" fmla="val 16667"/>
            </a:avLst>
          </a:prstGeom>
          <a:solidFill>
            <a:srgbClr val="E2AEA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王奶奶说她每天都会锻炼锻炼，身体好了，</a:t>
            </a:r>
          </a:p>
          <a:p>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自己 </a:t>
            </a:r>
            <a:r>
              <a:rPr lang="en-US" altLang="zh-CN"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______</a:t>
            </a: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，也不给儿女添麻烦。</a:t>
            </a:r>
          </a:p>
        </p:txBody>
      </p:sp>
      <p:sp>
        <p:nvSpPr>
          <p:cNvPr id="12"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3"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pic>
        <p:nvPicPr>
          <p:cNvPr id="14" name="图片 13" descr="人物"/>
          <p:cNvPicPr>
            <a:picLocks noChangeAspect="1"/>
          </p:cNvPicPr>
          <p:nvPr/>
        </p:nvPicPr>
        <p:blipFill>
          <a:blip r:embed="rId6"/>
          <a:stretch>
            <a:fillRect/>
          </a:stretch>
        </p:blipFill>
        <p:spPr>
          <a:xfrm>
            <a:off x="0" y="1851660"/>
            <a:ext cx="3337560" cy="5006340"/>
          </a:xfrm>
          <a:prstGeom prst="rect">
            <a:avLst/>
          </a:prstGeom>
        </p:spPr>
      </p:pic>
      <p:sp>
        <p:nvSpPr>
          <p:cNvPr id="9" name="8 CuadroTexto"/>
          <p:cNvSpPr txBox="1"/>
          <p:nvPr/>
        </p:nvSpPr>
        <p:spPr>
          <a:xfrm>
            <a:off x="3773342" y="1559832"/>
            <a:ext cx="1561565" cy="584775"/>
          </a:xfrm>
          <a:prstGeom prst="rect">
            <a:avLst/>
          </a:prstGeom>
          <a:noFill/>
        </p:spPr>
        <p:txBody>
          <a:bodyPr wrap="square" rtlCol="0">
            <a:spAutoFit/>
          </a:bodyPr>
          <a:lstStyle/>
          <a:p>
            <a:pPr algn="ctr"/>
            <a:r>
              <a:rPr lang="zh-CN" altLang="en-US" sz="3200" b="1" dirty="0">
                <a:solidFill>
                  <a:srgbClr val="C00000"/>
                </a:solidFill>
                <a:latin typeface="华文楷体" panose="02010600040101010101" charset="-122"/>
                <a:ea typeface="华文楷体" panose="02010600040101010101" charset="-122"/>
              </a:rPr>
              <a:t>舒服</a:t>
            </a:r>
            <a:endParaRPr lang="zh-CN" altLang="es-ES_tradnl" sz="3200" b="1" dirty="0">
              <a:solidFill>
                <a:srgbClr val="C00000"/>
              </a:solidFill>
              <a:effectLst/>
              <a:latin typeface="华文楷体" panose="02010600040101010101" charset="-122"/>
              <a:ea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lick.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wipe(left)">
                                      <p:cBhvr>
                                        <p:cTn id="20" dur="500"/>
                                        <p:tgtEl>
                                          <p:spTgt spid="9">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4"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Nube"/>
          <p:cNvSpPr/>
          <p:nvPr/>
        </p:nvSpPr>
        <p:spPr>
          <a:xfrm>
            <a:off x="6920542" y="2734962"/>
            <a:ext cx="2232249" cy="1032364"/>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希望</a:t>
            </a:r>
            <a:endParaRPr lang="zh-CN" altLang="es-ES_tradnl"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6" name="5 Nube"/>
          <p:cNvSpPr/>
          <p:nvPr/>
        </p:nvSpPr>
        <p:spPr>
          <a:xfrm>
            <a:off x="3628400" y="2745849"/>
            <a:ext cx="2212865" cy="1021497"/>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盼望</a:t>
            </a:r>
          </a:p>
        </p:txBody>
      </p:sp>
      <p:sp>
        <p:nvSpPr>
          <p:cNvPr id="11" name="圆角矩形标注 10"/>
          <p:cNvSpPr/>
          <p:nvPr/>
        </p:nvSpPr>
        <p:spPr>
          <a:xfrm>
            <a:off x="2446020" y="1070514"/>
            <a:ext cx="7367451" cy="1056736"/>
          </a:xfrm>
          <a:prstGeom prst="wedgeRoundRectCallout">
            <a:avLst>
              <a:gd name="adj1" fmla="val -57398"/>
              <a:gd name="adj2" fmla="val 56298"/>
              <a:gd name="adj3" fmla="val 16667"/>
            </a:avLst>
          </a:prstGeom>
          <a:solidFill>
            <a:srgbClr val="E2AEA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现在，父母、妻子和孩子都</a:t>
            </a:r>
            <a:r>
              <a:rPr lang="en-US" altLang="zh-CN"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着他</a:t>
            </a:r>
          </a:p>
          <a:p>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早日学成回国。</a:t>
            </a:r>
          </a:p>
        </p:txBody>
      </p:sp>
      <p:sp>
        <p:nvSpPr>
          <p:cNvPr id="12"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3"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pic>
        <p:nvPicPr>
          <p:cNvPr id="14" name="图片 13" descr="人物"/>
          <p:cNvPicPr>
            <a:picLocks noChangeAspect="1"/>
          </p:cNvPicPr>
          <p:nvPr/>
        </p:nvPicPr>
        <p:blipFill>
          <a:blip r:embed="rId6"/>
          <a:stretch>
            <a:fillRect/>
          </a:stretch>
        </p:blipFill>
        <p:spPr>
          <a:xfrm>
            <a:off x="0" y="1851660"/>
            <a:ext cx="3337560" cy="5006340"/>
          </a:xfrm>
          <a:prstGeom prst="rect">
            <a:avLst/>
          </a:prstGeom>
        </p:spPr>
      </p:pic>
      <p:sp>
        <p:nvSpPr>
          <p:cNvPr id="9" name="8 CuadroTexto"/>
          <p:cNvSpPr txBox="1"/>
          <p:nvPr/>
        </p:nvSpPr>
        <p:spPr>
          <a:xfrm>
            <a:off x="7589893" y="875756"/>
            <a:ext cx="1561565" cy="583565"/>
          </a:xfrm>
          <a:prstGeom prst="rect">
            <a:avLst/>
          </a:prstGeom>
          <a:noFill/>
        </p:spPr>
        <p:txBody>
          <a:bodyPr wrap="square" rtlCol="0">
            <a:spAutoFit/>
          </a:bodyPr>
          <a:lstStyle/>
          <a:p>
            <a:pPr algn="ctr"/>
            <a:r>
              <a:rPr lang="zh-CN" altLang="en-US" sz="3200" b="1" dirty="0">
                <a:solidFill>
                  <a:srgbClr val="C00000"/>
                </a:solidFill>
                <a:latin typeface="华文楷体" panose="02010600040101010101" charset="-122"/>
                <a:ea typeface="华文楷体" panose="02010600040101010101" charset="-122"/>
              </a:rPr>
              <a:t>盼望</a:t>
            </a:r>
            <a:endParaRPr lang="zh-CN" altLang="es-ES_tradnl" sz="3200" b="1" dirty="0">
              <a:solidFill>
                <a:srgbClr val="C00000"/>
              </a:solidFill>
              <a:effectLst/>
              <a:latin typeface="华文楷体" panose="02010600040101010101" charset="-122"/>
              <a:ea typeface="华文楷体" panose="02010600040101010101" charset="-122"/>
            </a:endParaRPr>
          </a:p>
        </p:txBody>
      </p:sp>
      <p:sp>
        <p:nvSpPr>
          <p:cNvPr id="2" name="文本框 1"/>
          <p:cNvSpPr txBox="1"/>
          <p:nvPr/>
        </p:nvSpPr>
        <p:spPr>
          <a:xfrm>
            <a:off x="2959735" y="4106545"/>
            <a:ext cx="8893810" cy="1938992"/>
          </a:xfrm>
          <a:prstGeom prst="rect">
            <a:avLst/>
          </a:prstGeom>
          <a:noFill/>
        </p:spPr>
        <p:txBody>
          <a:bodyPr wrap="square" rtlCol="0">
            <a:spAutoFit/>
          </a:bodyPr>
          <a:lstStyle/>
          <a:p>
            <a:r>
              <a:rPr lang="zh-CN" altLang="en-US" sz="2000" b="1" dirty="0"/>
              <a:t>盼望</a:t>
            </a:r>
            <a:r>
              <a:rPr lang="en-US" altLang="zh-CN" sz="2000" b="1" dirty="0"/>
              <a:t>：</a:t>
            </a:r>
            <a:r>
              <a:rPr lang="zh-CN" altLang="en-US" sz="2000" dirty="0"/>
              <a:t>强调</a:t>
            </a:r>
            <a:r>
              <a:rPr lang="en-US" altLang="zh-CN" sz="2000" dirty="0">
                <a:highlight>
                  <a:srgbClr val="FFFF00"/>
                </a:highlight>
              </a:rPr>
              <a:t>“</a:t>
            </a:r>
            <a:r>
              <a:rPr lang="zh-CN" altLang="en-US" sz="2000" dirty="0">
                <a:highlight>
                  <a:srgbClr val="FFFF00"/>
                </a:highlight>
              </a:rPr>
              <a:t>急切、深切的期待</a:t>
            </a:r>
            <a:r>
              <a:rPr lang="en-US" altLang="zh-CN" sz="2000" dirty="0"/>
              <a:t>”。</a:t>
            </a:r>
            <a:r>
              <a:rPr lang="zh-CN" altLang="en-US" sz="2000" dirty="0"/>
              <a:t>通常带有强烈的情感色彩（如思念、渴望），且多指向具体的人或事。</a:t>
            </a:r>
          </a:p>
          <a:p>
            <a:r>
              <a:rPr lang="vi-VN" altLang="zh-CN" sz="2000" dirty="0"/>
              <a:t>Nhấn mạnh sự kì vọng, chỉ ng hoặc sự việc cụ thể( kì vọng)</a:t>
            </a:r>
            <a:endParaRPr lang="en-US" altLang="zh-CN" sz="2000" dirty="0"/>
          </a:p>
          <a:p>
            <a:r>
              <a:rPr lang="zh-CN" altLang="en-US" sz="2000" b="1" dirty="0"/>
              <a:t>希望</a:t>
            </a:r>
            <a:r>
              <a:rPr lang="en-US" altLang="zh-CN" sz="2000" b="1" dirty="0"/>
              <a:t>：</a:t>
            </a:r>
            <a:r>
              <a:rPr lang="zh-CN" altLang="en-US" sz="2000" dirty="0"/>
              <a:t>泛指</a:t>
            </a:r>
            <a:r>
              <a:rPr lang="en-US" altLang="zh-CN" sz="2000" dirty="0"/>
              <a:t>“</a:t>
            </a:r>
            <a:r>
              <a:rPr lang="zh-CN" altLang="en-US" sz="2000" dirty="0">
                <a:highlight>
                  <a:srgbClr val="FFFF00"/>
                </a:highlight>
              </a:rPr>
              <a:t>愿望或可能性</a:t>
            </a:r>
            <a:r>
              <a:rPr lang="en-US" altLang="zh-CN" sz="2000" dirty="0"/>
              <a:t>”。</a:t>
            </a:r>
            <a:r>
              <a:rPr lang="zh-CN" altLang="en-US" sz="2000" dirty="0"/>
              <a:t>可表达个人愿望、客观目标或对未来的信心。</a:t>
            </a:r>
            <a:endParaRPr lang="vi-VN" altLang="zh-CN" sz="2000" dirty="0"/>
          </a:p>
          <a:p>
            <a:r>
              <a:rPr lang="vi-VN" sz="2000" b="0" i="0" dirty="0">
                <a:solidFill>
                  <a:srgbClr val="363636"/>
                </a:solidFill>
                <a:effectLst/>
                <a:latin typeface="chalkboardseregular"/>
              </a:rPr>
              <a:t>Có thể diễn đạt mong muốn cá nhân, mục tiêu khách quan hoặc niềm tin trong tương lai.( hi vọng)</a:t>
            </a:r>
            <a:endParaRPr lang="vi-VN" altLang="zh-CN" sz="2000"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lick.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wipe(left)">
                                      <p:cBhvr>
                                        <p:cTn id="20" dur="500"/>
                                        <p:tgtEl>
                                          <p:spTgt spid="9">
                                            <p:txEl>
                                              <p:pRg st="0" end="0"/>
                                            </p:txEl>
                                          </p:spTgt>
                                        </p:tgtEl>
                                      </p:cBhvr>
                                    </p:animEffect>
                                  </p:childTnLst>
                                  <p:subTnLst>
                                    <p:audio>
                                      <p:cMediaNode>
                                        <p:cTn display="1" masterRel="sameClick">
                                          <p:stCondLst>
                                            <p:cond evt="begin" delay="0">
                                              <p:tn val="18"/>
                                            </p:cond>
                                          </p:stCondLst>
                                          <p:endCondLst>
                                            <p:cond evt="onStopAudio" delay="0">
                                              <p:tgtEl>
                                                <p:sldTgt/>
                                              </p:tgtEl>
                                            </p:cond>
                                          </p:endCondLst>
                                        </p:cTn>
                                        <p:tgtEl>
                                          <p:sndTgt r:embed="rId4"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Nube"/>
          <p:cNvSpPr/>
          <p:nvPr/>
        </p:nvSpPr>
        <p:spPr>
          <a:xfrm>
            <a:off x="6919272" y="3495057"/>
            <a:ext cx="2232249" cy="1032364"/>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时刻</a:t>
            </a:r>
            <a:endParaRPr lang="zh-CN" altLang="es-ES_tradnl" sz="3200" b="1" dirty="0">
              <a:solidFill>
                <a:schemeClr val="tx2">
                  <a:lumMod val="60000"/>
                  <a:lumOff val="40000"/>
                </a:schemeClr>
              </a:solidFill>
              <a:latin typeface="Comic Sans MS" panose="030F0902030302020204" pitchFamily="66" charset="0"/>
              <a:cs typeface="Aharoni" panose="02010803020104030203" pitchFamily="2" charset="-79"/>
            </a:endParaRPr>
          </a:p>
        </p:txBody>
      </p:sp>
      <p:sp>
        <p:nvSpPr>
          <p:cNvPr id="6" name="5 Nube"/>
          <p:cNvSpPr/>
          <p:nvPr/>
        </p:nvSpPr>
        <p:spPr>
          <a:xfrm>
            <a:off x="4005590" y="3500864"/>
            <a:ext cx="2212865" cy="1021497"/>
          </a:xfrm>
          <a:prstGeom prst="cloud">
            <a:avLst/>
          </a:prstGeom>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16200000" scaled="1"/>
            <a:tileRect/>
          </a:gradFill>
          <a:ln w="76200"/>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3200" b="1" dirty="0">
                <a:solidFill>
                  <a:schemeClr val="tx2">
                    <a:lumMod val="60000"/>
                    <a:lumOff val="40000"/>
                  </a:schemeClr>
                </a:solidFill>
                <a:latin typeface="Comic Sans MS" panose="030F0902030302020204" pitchFamily="66" charset="0"/>
                <a:cs typeface="Aharoni" panose="02010803020104030203" pitchFamily="2" charset="-79"/>
              </a:rPr>
              <a:t>时代</a:t>
            </a:r>
          </a:p>
        </p:txBody>
      </p:sp>
      <p:sp>
        <p:nvSpPr>
          <p:cNvPr id="11" name="圆角矩形标注 10"/>
          <p:cNvSpPr/>
          <p:nvPr/>
        </p:nvSpPr>
        <p:spPr>
          <a:xfrm>
            <a:off x="2446020" y="1209040"/>
            <a:ext cx="8442325" cy="918210"/>
          </a:xfrm>
          <a:prstGeom prst="wedgeRoundRectCallout">
            <a:avLst>
              <a:gd name="adj1" fmla="val -57398"/>
              <a:gd name="adj2" fmla="val 56298"/>
              <a:gd name="adj3" fmla="val 16667"/>
            </a:avLst>
          </a:prstGeom>
          <a:solidFill>
            <a:srgbClr val="E2AEA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21</a:t>
            </a: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世纪是一个信息</a:t>
            </a:r>
            <a:r>
              <a:rPr lang="en-US" altLang="zh-CN"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、互联网的</a:t>
            </a:r>
            <a:r>
              <a:rPr lang="en-US" altLang="zh-CN"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200" b="1" dirty="0">
                <a:solidFill>
                  <a:schemeClr val="bg1"/>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p>
        </p:txBody>
      </p:sp>
      <p:sp>
        <p:nvSpPr>
          <p:cNvPr id="12"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endParaRPr>
          </a:p>
        </p:txBody>
      </p:sp>
      <p:sp>
        <p:nvSpPr>
          <p:cNvPr id="13" name="文本框 7"/>
          <p:cNvSpPr txBox="1"/>
          <p:nvPr/>
        </p:nvSpPr>
        <p:spPr>
          <a:xfrm>
            <a:off x="238243" y="702214"/>
            <a:ext cx="1040130" cy="368300"/>
          </a:xfrm>
          <a:prstGeom prst="rect">
            <a:avLst/>
          </a:prstGeom>
          <a:noFill/>
        </p:spPr>
        <p:txBody>
          <a:bodyPr wrap="none">
            <a:spAutoFit/>
          </a:bodyPr>
          <a:lstStyle/>
          <a:p>
            <a:pPr lvl="0">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rPr>
              <a:t>Practise</a:t>
            </a:r>
            <a:endParaRPr kumimoji="0" lang="en-US"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endParaRPr>
          </a:p>
        </p:txBody>
      </p:sp>
      <p:pic>
        <p:nvPicPr>
          <p:cNvPr id="34" name="图片 33" descr="1"/>
          <p:cNvPicPr>
            <a:picLocks noChangeAspect="1"/>
          </p:cNvPicPr>
          <p:nvPr/>
        </p:nvPicPr>
        <p:blipFill>
          <a:blip r:embed="rId5"/>
          <a:stretch>
            <a:fillRect/>
          </a:stretch>
        </p:blipFill>
        <p:spPr>
          <a:xfrm>
            <a:off x="10719753" y="0"/>
            <a:ext cx="1459230" cy="1459230"/>
          </a:xfrm>
          <a:prstGeom prst="rect">
            <a:avLst/>
          </a:prstGeom>
        </p:spPr>
      </p:pic>
      <p:pic>
        <p:nvPicPr>
          <p:cNvPr id="14" name="图片 13" descr="人物"/>
          <p:cNvPicPr>
            <a:picLocks noChangeAspect="1"/>
          </p:cNvPicPr>
          <p:nvPr/>
        </p:nvPicPr>
        <p:blipFill>
          <a:blip r:embed="rId6"/>
          <a:stretch>
            <a:fillRect/>
          </a:stretch>
        </p:blipFill>
        <p:spPr>
          <a:xfrm>
            <a:off x="0" y="1851660"/>
            <a:ext cx="3337560" cy="5006340"/>
          </a:xfrm>
          <a:prstGeom prst="rect">
            <a:avLst/>
          </a:prstGeom>
        </p:spPr>
      </p:pic>
      <p:sp>
        <p:nvSpPr>
          <p:cNvPr id="9" name="8 CuadroTexto"/>
          <p:cNvSpPr txBox="1"/>
          <p:nvPr/>
        </p:nvSpPr>
        <p:spPr>
          <a:xfrm>
            <a:off x="5886399" y="1376362"/>
            <a:ext cx="1561565" cy="583565"/>
          </a:xfrm>
          <a:prstGeom prst="rect">
            <a:avLst/>
          </a:prstGeom>
          <a:noFill/>
        </p:spPr>
        <p:txBody>
          <a:bodyPr wrap="square" rtlCol="0">
            <a:spAutoFit/>
          </a:bodyPr>
          <a:lstStyle/>
          <a:p>
            <a:pPr algn="ctr"/>
            <a:r>
              <a:rPr lang="zh-CN" altLang="en-US" sz="3200" b="1" dirty="0">
                <a:solidFill>
                  <a:srgbClr val="C00000"/>
                </a:solidFill>
                <a:latin typeface="华文楷体" panose="02010600040101010101" charset="-122"/>
                <a:ea typeface="华文楷体" panose="02010600040101010101" charset="-122"/>
              </a:rPr>
              <a:t>时代</a:t>
            </a:r>
            <a:endParaRPr lang="zh-CN" altLang="es-ES_tradnl" sz="3200" b="1" dirty="0">
              <a:solidFill>
                <a:srgbClr val="C00000"/>
              </a:solidFill>
              <a:effectLst/>
              <a:latin typeface="华文楷体" panose="02010600040101010101" charset="-122"/>
              <a:ea typeface="华文楷体" panose="02010600040101010101" charset="-122"/>
            </a:endParaRPr>
          </a:p>
        </p:txBody>
      </p:sp>
      <p:sp>
        <p:nvSpPr>
          <p:cNvPr id="10" name="8 CuadroTexto"/>
          <p:cNvSpPr txBox="1"/>
          <p:nvPr/>
        </p:nvSpPr>
        <p:spPr>
          <a:xfrm>
            <a:off x="8985199" y="1362346"/>
            <a:ext cx="1561565" cy="583565"/>
          </a:xfrm>
          <a:prstGeom prst="rect">
            <a:avLst/>
          </a:prstGeom>
          <a:noFill/>
        </p:spPr>
        <p:txBody>
          <a:bodyPr wrap="square" rtlCol="0">
            <a:spAutoFit/>
          </a:bodyPr>
          <a:lstStyle/>
          <a:p>
            <a:pPr algn="ctr"/>
            <a:r>
              <a:rPr lang="zh-CN" altLang="en-US" sz="3200" b="1" dirty="0">
                <a:solidFill>
                  <a:srgbClr val="C00000"/>
                </a:solidFill>
                <a:latin typeface="华文楷体" panose="02010600040101010101" charset="-122"/>
                <a:ea typeface="华文楷体" panose="02010600040101010101" charset="-122"/>
              </a:rPr>
              <a:t>时代</a:t>
            </a:r>
            <a:endParaRPr lang="zh-CN" altLang="es-ES_tradnl" sz="3200" b="1" dirty="0">
              <a:solidFill>
                <a:srgbClr val="C00000"/>
              </a:solidFill>
              <a:effectLst/>
              <a:latin typeface="华文楷体" panose="02010600040101010101" charset="-122"/>
              <a:ea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lick.wav"/>
                                        </p:tgtEl>
                                      </p:cMediaNode>
                                    </p:audio>
                                  </p:subTnLst>
                                </p:cTn>
                              </p:par>
                            </p:childTnLst>
                          </p:cTn>
                        </p:par>
                        <p:par>
                          <p:cTn id="10" fill="hold">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lick.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wipe(left)">
                                      <p:cBhvr>
                                        <p:cTn id="20" dur="500"/>
                                        <p:tgtEl>
                                          <p:spTgt spid="9">
                                            <p:txEl>
                                              <p:pRg st="0" end="0"/>
                                            </p:txEl>
                                          </p:spTgt>
                                        </p:tgtEl>
                                      </p:cBhvr>
                                    </p:animEffect>
                                  </p:childTnLst>
                                  <p:subTnLst>
                                    <p:audio>
                                      <p:cMediaNode>
                                        <p:cTn display="1" masterRel="sameClick">
                                          <p:stCondLst>
                                            <p:cond evt="begin" delay="0">
                                              <p:tn val="18"/>
                                            </p:cond>
                                          </p:stCondLst>
                                          <p:endCondLst>
                                            <p:cond evt="onStopAudio" delay="0">
                                              <p:tgtEl>
                                                <p:sldTgt/>
                                              </p:tgtEl>
                                            </p:cond>
                                          </p:endCondLst>
                                        </p:cTn>
                                        <p:tgtEl>
                                          <p:sndTgt r:embed="rId4" name="click.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wipe(left)">
                                      <p:cBhvr>
                                        <p:cTn id="25" dur="500"/>
                                        <p:tgtEl>
                                          <p:spTgt spid="10">
                                            <p:txEl>
                                              <p:pRg st="0" end="0"/>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4"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直接连接符 66"/>
          <p:cNvCxnSpPr/>
          <p:nvPr/>
        </p:nvCxnSpPr>
        <p:spPr>
          <a:xfrm>
            <a:off x="4381463" y="1008283"/>
            <a:ext cx="4213034" cy="3592941"/>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69" name="直接连接符 68"/>
          <p:cNvCxnSpPr>
            <a:endCxn id="21" idx="1"/>
          </p:cNvCxnSpPr>
          <p:nvPr/>
        </p:nvCxnSpPr>
        <p:spPr>
          <a:xfrm flipV="1">
            <a:off x="3999088" y="931499"/>
            <a:ext cx="4494753" cy="1946090"/>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71" name="直接连接符 70"/>
          <p:cNvCxnSpPr>
            <a:stCxn id="23" idx="3"/>
            <a:endCxn id="9" idx="1"/>
          </p:cNvCxnSpPr>
          <p:nvPr/>
        </p:nvCxnSpPr>
        <p:spPr>
          <a:xfrm>
            <a:off x="4281442" y="4481814"/>
            <a:ext cx="4258445" cy="1723270"/>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73" name="直接连接符 72"/>
          <p:cNvCxnSpPr/>
          <p:nvPr/>
        </p:nvCxnSpPr>
        <p:spPr>
          <a:xfrm flipV="1">
            <a:off x="3974284" y="2718498"/>
            <a:ext cx="4620213" cy="3471908"/>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pic>
        <p:nvPicPr>
          <p:cNvPr id="2" name="图片 1" descr="1"/>
          <p:cNvPicPr>
            <a:picLocks noChangeAspect="1"/>
          </p:cNvPicPr>
          <p:nvPr/>
        </p:nvPicPr>
        <p:blipFill>
          <a:blip r:embed="rId2"/>
          <a:stretch>
            <a:fillRect/>
          </a:stretch>
        </p:blipFill>
        <p:spPr>
          <a:xfrm>
            <a:off x="10732770" y="-101085"/>
            <a:ext cx="1459230" cy="1459230"/>
          </a:xfrm>
          <a:prstGeom prst="rect">
            <a:avLst/>
          </a:prstGeom>
        </p:spPr>
      </p:pic>
      <p:sp>
        <p:nvSpPr>
          <p:cNvPr id="5" name="文本框 7"/>
          <p:cNvSpPr txBox="1"/>
          <p:nvPr/>
        </p:nvSpPr>
        <p:spPr>
          <a:xfrm>
            <a:off x="178752" y="112285"/>
            <a:ext cx="1266693" cy="52322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宋体" panose="02010600030101010101" pitchFamily="2" charset="-122"/>
                <a:ea typeface="宋体" panose="02010600030101010101" pitchFamily="2"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宋体" panose="02010600030101010101" pitchFamily="2" charset="-122"/>
              <a:ea typeface="宋体" panose="02010600030101010101" pitchFamily="2" charset="-122"/>
            </a:endParaRPr>
          </a:p>
        </p:txBody>
      </p:sp>
      <p:sp>
        <p:nvSpPr>
          <p:cNvPr id="16" name="文本框 7"/>
          <p:cNvSpPr txBox="1"/>
          <p:nvPr/>
        </p:nvSpPr>
        <p:spPr>
          <a:xfrm>
            <a:off x="250507" y="601225"/>
            <a:ext cx="971741" cy="369332"/>
          </a:xfrm>
          <a:prstGeom prst="rect">
            <a:avLst/>
          </a:prstGeom>
          <a:noFill/>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4" name="矩形: 圆角 53"/>
          <p:cNvSpPr/>
          <p:nvPr/>
        </p:nvSpPr>
        <p:spPr>
          <a:xfrm>
            <a:off x="2332627" y="21951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6" name="矩形: 圆角 53"/>
          <p:cNvSpPr/>
          <p:nvPr/>
        </p:nvSpPr>
        <p:spPr>
          <a:xfrm>
            <a:off x="2310402" y="4171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7" name="矩形: 圆角 53"/>
          <p:cNvSpPr/>
          <p:nvPr/>
        </p:nvSpPr>
        <p:spPr>
          <a:xfrm>
            <a:off x="2278017" y="5646420"/>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8" name="矩形: 圆角 53"/>
          <p:cNvSpPr/>
          <p:nvPr/>
        </p:nvSpPr>
        <p:spPr>
          <a:xfrm>
            <a:off x="2246267" y="39731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9" name="矩形: 圆角 53"/>
          <p:cNvSpPr/>
          <p:nvPr/>
        </p:nvSpPr>
        <p:spPr>
          <a:xfrm>
            <a:off x="8539887" y="5703116"/>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10" name="矩形: 圆角 53"/>
          <p:cNvSpPr/>
          <p:nvPr/>
        </p:nvSpPr>
        <p:spPr>
          <a:xfrm>
            <a:off x="8493841" y="403607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11" name="矩形: 圆角 53"/>
          <p:cNvSpPr/>
          <p:nvPr/>
        </p:nvSpPr>
        <p:spPr>
          <a:xfrm>
            <a:off x="8515113" y="2201508"/>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12" name="矩形: 圆角 53"/>
          <p:cNvSpPr/>
          <p:nvPr/>
        </p:nvSpPr>
        <p:spPr>
          <a:xfrm>
            <a:off x="8539887" y="401048"/>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13" name="文本框 12"/>
          <p:cNvSpPr txBox="1"/>
          <p:nvPr/>
        </p:nvSpPr>
        <p:spPr>
          <a:xfrm>
            <a:off x="8540205" y="5852144"/>
            <a:ext cx="2024380"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打扫</a:t>
            </a:r>
            <a:endParaRPr kumimoji="0" lang="en-US" altLang="zh-CN"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14" name="文本框 13"/>
          <p:cNvSpPr txBox="1"/>
          <p:nvPr/>
        </p:nvSpPr>
        <p:spPr>
          <a:xfrm>
            <a:off x="8432255" y="4189425"/>
            <a:ext cx="2024380"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机会</a:t>
            </a:r>
            <a:endParaRPr kumimoji="0" lang="en-US" altLang="zh-CN"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17" name="文本框 16"/>
          <p:cNvSpPr txBox="1"/>
          <p:nvPr/>
        </p:nvSpPr>
        <p:spPr>
          <a:xfrm>
            <a:off x="8453527" y="2371991"/>
            <a:ext cx="2024380" cy="58356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dirty="0">
                <a:solidFill>
                  <a:srgbClr val="FFFFFF"/>
                </a:solidFill>
                <a:latin typeface="宋体" panose="02010600030101010101" pitchFamily="2" charset="-122"/>
                <a:ea typeface="宋体" panose="02010600030101010101" pitchFamily="2" charset="-122"/>
                <a:sym typeface="华文细黑" panose="02010600040101010101" pitchFamily="2" charset="-122"/>
              </a:rPr>
              <a:t>世界</a:t>
            </a:r>
            <a:endParaRPr kumimoji="0" lang="en-US" altLang="zh-CN"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1" name="文本框 20"/>
          <p:cNvSpPr txBox="1"/>
          <p:nvPr/>
        </p:nvSpPr>
        <p:spPr>
          <a:xfrm>
            <a:off x="8493841" y="639716"/>
            <a:ext cx="2024380" cy="58356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汽车</a:t>
            </a:r>
            <a:endParaRPr kumimoji="0" lang="en-US" altLang="zh-CN"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2" name="文本框 21"/>
          <p:cNvSpPr txBox="1"/>
          <p:nvPr/>
        </p:nvSpPr>
        <p:spPr>
          <a:xfrm>
            <a:off x="2288177" y="5817870"/>
            <a:ext cx="2024380" cy="58356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拥抱</a:t>
            </a:r>
            <a:endPar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3" name="文本框 22"/>
          <p:cNvSpPr txBox="1"/>
          <p:nvPr/>
        </p:nvSpPr>
        <p:spPr>
          <a:xfrm>
            <a:off x="2257062" y="4190031"/>
            <a:ext cx="2024380" cy="58356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轮流</a:t>
            </a:r>
            <a:endPar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4" name="文本框 23"/>
          <p:cNvSpPr txBox="1"/>
          <p:nvPr/>
        </p:nvSpPr>
        <p:spPr>
          <a:xfrm>
            <a:off x="2336800" y="2371991"/>
            <a:ext cx="2013242" cy="58356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驾驶</a:t>
            </a:r>
            <a:endPar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5" name="文本框 24"/>
          <p:cNvSpPr txBox="1"/>
          <p:nvPr/>
        </p:nvSpPr>
        <p:spPr>
          <a:xfrm>
            <a:off x="2775857" y="650240"/>
            <a:ext cx="1313180"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等待</a:t>
            </a:r>
            <a:endPar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oors dir="ver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直接连接符 66"/>
          <p:cNvCxnSpPr>
            <a:endCxn id="13" idx="1"/>
          </p:cNvCxnSpPr>
          <p:nvPr/>
        </p:nvCxnSpPr>
        <p:spPr>
          <a:xfrm>
            <a:off x="4381463" y="1008283"/>
            <a:ext cx="4158742" cy="5136249"/>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69" name="直接连接符 68"/>
          <p:cNvCxnSpPr/>
          <p:nvPr/>
        </p:nvCxnSpPr>
        <p:spPr>
          <a:xfrm>
            <a:off x="3999088" y="2877589"/>
            <a:ext cx="4478578" cy="1773765"/>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71" name="直接连接符 70"/>
          <p:cNvCxnSpPr/>
          <p:nvPr/>
        </p:nvCxnSpPr>
        <p:spPr>
          <a:xfrm flipV="1">
            <a:off x="4281442" y="874901"/>
            <a:ext cx="4358784" cy="3647826"/>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cxnSp>
        <p:nvCxnSpPr>
          <p:cNvPr id="73" name="直接连接符 72"/>
          <p:cNvCxnSpPr/>
          <p:nvPr/>
        </p:nvCxnSpPr>
        <p:spPr>
          <a:xfrm flipV="1">
            <a:off x="3974284" y="2718498"/>
            <a:ext cx="4620213" cy="3471908"/>
          </a:xfrm>
          <a:prstGeom prst="line">
            <a:avLst/>
          </a:prstGeom>
          <a:ln w="38100">
            <a:solidFill>
              <a:srgbClr val="FF4910"/>
            </a:solidFill>
          </a:ln>
        </p:spPr>
        <p:style>
          <a:lnRef idx="3">
            <a:schemeClr val="accent6"/>
          </a:lnRef>
          <a:fillRef idx="0">
            <a:schemeClr val="accent6"/>
          </a:fillRef>
          <a:effectRef idx="2">
            <a:schemeClr val="accent6"/>
          </a:effectRef>
          <a:fontRef idx="minor">
            <a:schemeClr val="tx1"/>
          </a:fontRef>
        </p:style>
      </p:cxnSp>
      <p:pic>
        <p:nvPicPr>
          <p:cNvPr id="2" name="图片 1" descr="1"/>
          <p:cNvPicPr>
            <a:picLocks noChangeAspect="1"/>
          </p:cNvPicPr>
          <p:nvPr/>
        </p:nvPicPr>
        <p:blipFill>
          <a:blip r:embed="rId2"/>
          <a:stretch>
            <a:fillRect/>
          </a:stretch>
        </p:blipFill>
        <p:spPr>
          <a:xfrm>
            <a:off x="10732770" y="-101085"/>
            <a:ext cx="1459230" cy="1459230"/>
          </a:xfrm>
          <a:prstGeom prst="rect">
            <a:avLst/>
          </a:prstGeom>
        </p:spPr>
      </p:pic>
      <p:sp>
        <p:nvSpPr>
          <p:cNvPr id="4" name="矩形: 圆角 53"/>
          <p:cNvSpPr/>
          <p:nvPr/>
        </p:nvSpPr>
        <p:spPr>
          <a:xfrm>
            <a:off x="2332627" y="21951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6" name="矩形: 圆角 53"/>
          <p:cNvSpPr/>
          <p:nvPr/>
        </p:nvSpPr>
        <p:spPr>
          <a:xfrm>
            <a:off x="2310402" y="4171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7" name="矩形: 圆角 53"/>
          <p:cNvSpPr/>
          <p:nvPr/>
        </p:nvSpPr>
        <p:spPr>
          <a:xfrm>
            <a:off x="2278017" y="5646420"/>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8" name="矩形: 圆角 53"/>
          <p:cNvSpPr/>
          <p:nvPr/>
        </p:nvSpPr>
        <p:spPr>
          <a:xfrm>
            <a:off x="2246267" y="397319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9" name="矩形: 圆角 53"/>
          <p:cNvSpPr/>
          <p:nvPr/>
        </p:nvSpPr>
        <p:spPr>
          <a:xfrm>
            <a:off x="8539887" y="5703116"/>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10" name="矩形: 圆角 53"/>
          <p:cNvSpPr/>
          <p:nvPr/>
        </p:nvSpPr>
        <p:spPr>
          <a:xfrm>
            <a:off x="8493841" y="4036075"/>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11" name="矩形: 圆角 53"/>
          <p:cNvSpPr/>
          <p:nvPr/>
        </p:nvSpPr>
        <p:spPr>
          <a:xfrm>
            <a:off x="8515113" y="2201508"/>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12" name="矩形: 圆角 53"/>
          <p:cNvSpPr/>
          <p:nvPr/>
        </p:nvSpPr>
        <p:spPr>
          <a:xfrm>
            <a:off x="8539887" y="401048"/>
            <a:ext cx="2025015" cy="1003935"/>
          </a:xfrm>
          <a:prstGeom prst="roundRect">
            <a:avLst/>
          </a:prstGeom>
          <a:solidFill>
            <a:srgbClr val="FF4910"/>
          </a:solidFill>
          <a:ln w="19050">
            <a:solidFill>
              <a:srgbClr val="FF49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FFFF"/>
              </a:solidFill>
              <a:effectLst>
                <a:glow rad="63500">
                  <a:srgbClr val="FFBA55">
                    <a:satMod val="175000"/>
                    <a:alpha val="40000"/>
                  </a:srgbClr>
                </a:glow>
              </a:effectLst>
              <a:uLnTx/>
              <a:uFillTx/>
              <a:latin typeface="宋体" panose="02010600030101010101" pitchFamily="2" charset="-122"/>
              <a:ea typeface="宋体" panose="02010600030101010101" pitchFamily="2" charset="-122"/>
            </a:endParaRPr>
          </a:p>
        </p:txBody>
      </p:sp>
      <p:sp>
        <p:nvSpPr>
          <p:cNvPr id="13" name="文本框 12"/>
          <p:cNvSpPr txBox="1"/>
          <p:nvPr/>
        </p:nvSpPr>
        <p:spPr>
          <a:xfrm>
            <a:off x="8540205" y="5852144"/>
            <a:ext cx="2024380"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dirty="0">
                <a:solidFill>
                  <a:srgbClr val="FFFFFF"/>
                </a:solidFill>
                <a:latin typeface="宋体" panose="02010600030101010101" pitchFamily="2" charset="-122"/>
                <a:ea typeface="宋体" panose="02010600030101010101" pitchFamily="2" charset="-122"/>
                <a:sym typeface="华文细黑" panose="02010600040101010101" pitchFamily="2" charset="-122"/>
              </a:rPr>
              <a:t>水平</a:t>
            </a:r>
            <a:endParaRPr kumimoji="0" lang="en-US" altLang="zh-CN"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14" name="文本框 13"/>
          <p:cNvSpPr txBox="1"/>
          <p:nvPr/>
        </p:nvSpPr>
        <p:spPr>
          <a:xfrm>
            <a:off x="8432255" y="4189425"/>
            <a:ext cx="2024380"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dirty="0">
                <a:solidFill>
                  <a:srgbClr val="FFFFFF"/>
                </a:solidFill>
                <a:latin typeface="宋体" panose="02010600030101010101" pitchFamily="2" charset="-122"/>
                <a:ea typeface="宋体" panose="02010600030101010101" pitchFamily="2" charset="-122"/>
                <a:sym typeface="华文细黑" panose="02010600040101010101" pitchFamily="2" charset="-122"/>
              </a:rPr>
              <a:t>座位</a:t>
            </a:r>
            <a:endParaRPr kumimoji="0" lang="en-US" altLang="zh-CN"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17" name="文本框 16"/>
          <p:cNvSpPr txBox="1"/>
          <p:nvPr/>
        </p:nvSpPr>
        <p:spPr>
          <a:xfrm>
            <a:off x="8453527" y="2371991"/>
            <a:ext cx="2024380" cy="58356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noProof="0" dirty="0">
                <a:solidFill>
                  <a:srgbClr val="FFFFFF"/>
                </a:solidFill>
                <a:latin typeface="宋体" panose="02010600030101010101" pitchFamily="2" charset="-122"/>
                <a:ea typeface="宋体" panose="02010600030101010101" pitchFamily="2" charset="-122"/>
                <a:sym typeface="华文细黑" panose="02010600040101010101" pitchFamily="2" charset="-122"/>
              </a:rPr>
              <a:t>时刻</a:t>
            </a:r>
            <a:endParaRPr kumimoji="0" lang="en-US" altLang="zh-CN"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1" name="文本框 20"/>
          <p:cNvSpPr txBox="1"/>
          <p:nvPr/>
        </p:nvSpPr>
        <p:spPr>
          <a:xfrm>
            <a:off x="8493841" y="639716"/>
            <a:ext cx="2024380" cy="58356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江面</a:t>
            </a:r>
            <a:endParaRPr kumimoji="0" lang="en-US" altLang="zh-CN"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2" name="文本框 21"/>
          <p:cNvSpPr txBox="1"/>
          <p:nvPr/>
        </p:nvSpPr>
        <p:spPr>
          <a:xfrm>
            <a:off x="2288177" y="5817265"/>
            <a:ext cx="2024380"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轻松的</a:t>
            </a:r>
            <a:endPar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3" name="文本框 22"/>
          <p:cNvSpPr txBox="1"/>
          <p:nvPr/>
        </p:nvSpPr>
        <p:spPr>
          <a:xfrm>
            <a:off x="2257062" y="4189426"/>
            <a:ext cx="2024380"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平静的</a:t>
            </a:r>
            <a:endPar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4" name="文本框 23"/>
          <p:cNvSpPr txBox="1"/>
          <p:nvPr/>
        </p:nvSpPr>
        <p:spPr>
          <a:xfrm>
            <a:off x="2336800" y="2371386"/>
            <a:ext cx="2013242"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sym typeface="华文细黑" panose="02010600040101010101" pitchFamily="2" charset="-122"/>
              </a:rPr>
              <a:t>舒适的</a:t>
            </a:r>
            <a:endPar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5" name="文本框 24"/>
          <p:cNvSpPr txBox="1"/>
          <p:nvPr/>
        </p:nvSpPr>
        <p:spPr>
          <a:xfrm>
            <a:off x="2575071" y="620123"/>
            <a:ext cx="1536700"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dirty="0">
                <a:solidFill>
                  <a:srgbClr val="FFFFFF"/>
                </a:solidFill>
                <a:latin typeface="宋体" panose="02010600030101010101" pitchFamily="2" charset="-122"/>
                <a:ea typeface="宋体" panose="02010600030101010101" pitchFamily="2" charset="-122"/>
                <a:sym typeface="华文细黑" panose="02010600040101010101" pitchFamily="2" charset="-122"/>
              </a:rPr>
              <a:t>稳定的</a:t>
            </a:r>
            <a:endParaRPr kumimoji="0" lang="zh-CN" altLang="en-US" sz="32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华文细黑" panose="02010600040101010101" pitchFamily="2" charset="-122"/>
              <a:sym typeface="华文细黑" panose="02010600040101010101" pitchFamily="2" charset="-122"/>
            </a:endParaRPr>
          </a:p>
        </p:txBody>
      </p:sp>
      <p:sp>
        <p:nvSpPr>
          <p:cNvPr id="26" name="文本框 7"/>
          <p:cNvSpPr txBox="1"/>
          <p:nvPr/>
        </p:nvSpPr>
        <p:spPr>
          <a:xfrm>
            <a:off x="178752" y="112285"/>
            <a:ext cx="1266693" cy="52322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宋体" panose="02010600030101010101" pitchFamily="2" charset="-122"/>
                <a:ea typeface="宋体" panose="02010600030101010101" pitchFamily="2" charset="-122"/>
                <a:sym typeface="+mn-ea"/>
              </a:rPr>
              <a:t>练一练</a:t>
            </a:r>
            <a:endPar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宋体" panose="02010600030101010101" pitchFamily="2" charset="-122"/>
              <a:ea typeface="宋体" panose="02010600030101010101" pitchFamily="2" charset="-122"/>
            </a:endParaRPr>
          </a:p>
        </p:txBody>
      </p:sp>
      <p:sp>
        <p:nvSpPr>
          <p:cNvPr id="27" name="文本框 7"/>
          <p:cNvSpPr txBox="1"/>
          <p:nvPr/>
        </p:nvSpPr>
        <p:spPr>
          <a:xfrm>
            <a:off x="250507" y="601225"/>
            <a:ext cx="971741" cy="369332"/>
          </a:xfrm>
          <a:prstGeom prst="rect">
            <a:avLst/>
          </a:prstGeom>
          <a:noFill/>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Practise</a:t>
            </a:r>
            <a:endPar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p14:doors dir="ver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6" name="文本框 5"/>
          <p:cNvSpPr txBox="1"/>
          <p:nvPr/>
        </p:nvSpPr>
        <p:spPr>
          <a:xfrm>
            <a:off x="1496060" y="2007235"/>
            <a:ext cx="9017635" cy="460375"/>
          </a:xfrm>
          <a:prstGeom prst="rect">
            <a:avLst/>
          </a:prstGeom>
          <a:noFill/>
        </p:spPr>
        <p:txBody>
          <a:bodyPr wrap="square" rtlCol="0">
            <a:spAutoFit/>
          </a:bodyPr>
          <a:lstStyle/>
          <a:p>
            <a:pPr algn="ctr"/>
            <a:r>
              <a:rPr lang="zh-CN" altLang="en-US"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用“各自”完成下列句子或对话：</a:t>
            </a:r>
            <a:endParaRPr lang="en-US" altLang="zh-CN"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p:txBody>
      </p:sp>
      <p:sp>
        <p:nvSpPr>
          <p:cNvPr id="8" name="文本框 7"/>
          <p:cNvSpPr txBox="1"/>
          <p:nvPr/>
        </p:nvSpPr>
        <p:spPr>
          <a:xfrm>
            <a:off x="1192530" y="1205230"/>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7" name="文本框 6"/>
          <p:cNvSpPr txBox="1"/>
          <p:nvPr/>
        </p:nvSpPr>
        <p:spPr>
          <a:xfrm>
            <a:off x="1745615" y="2501265"/>
            <a:ext cx="8768080" cy="3293209"/>
          </a:xfrm>
          <a:prstGeom prst="rect">
            <a:avLst/>
          </a:prstGeom>
          <a:noFill/>
        </p:spPr>
        <p:txBody>
          <a:bodyPr wrap="square" rtlCol="0" anchor="t">
            <a:spAutoFit/>
          </a:bodyPr>
          <a:lstStyle/>
          <a:p>
            <a:pPr>
              <a:lnSpc>
                <a:spcPct val="15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1. 快要毕业了，同学们</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endPar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a:p>
            <a:pPr>
              <a:lnSpc>
                <a:spcPct val="15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2. </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秋天到了，</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_____________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，有一部分，</a:t>
            </a:r>
          </a:p>
          <a:p>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飞往南方，留下来的也开始做过冬的准备。</a:t>
            </a:r>
          </a:p>
          <a:p>
            <a:pPr>
              <a:lnSpc>
                <a:spcPct val="15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3. A</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a:t>
            </a:r>
          </a:p>
          <a:p>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B</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：任务我们都清楚了，您就放心吧。</a:t>
            </a: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6" name="文本框 5"/>
          <p:cNvSpPr txBox="1"/>
          <p:nvPr/>
        </p:nvSpPr>
        <p:spPr>
          <a:xfrm>
            <a:off x="1496060" y="2007235"/>
            <a:ext cx="9017635" cy="460375"/>
          </a:xfrm>
          <a:prstGeom prst="rect">
            <a:avLst/>
          </a:prstGeom>
          <a:noFill/>
        </p:spPr>
        <p:txBody>
          <a:bodyPr wrap="square" rtlCol="0">
            <a:spAutoFit/>
          </a:bodyPr>
          <a:lstStyle/>
          <a:p>
            <a:pPr algn="ctr"/>
            <a:r>
              <a:rPr lang="zh-CN" altLang="en-US"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用“时刻”完成下列句子或对话：</a:t>
            </a:r>
            <a:endParaRPr lang="en-US" altLang="zh-CN"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p:txBody>
      </p:sp>
      <p:sp>
        <p:nvSpPr>
          <p:cNvPr id="8" name="文本框 7"/>
          <p:cNvSpPr txBox="1"/>
          <p:nvPr/>
        </p:nvSpPr>
        <p:spPr>
          <a:xfrm>
            <a:off x="1192530" y="1205230"/>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7" name="文本框 6"/>
          <p:cNvSpPr txBox="1"/>
          <p:nvPr/>
        </p:nvSpPr>
        <p:spPr>
          <a:xfrm>
            <a:off x="1661380" y="2415074"/>
            <a:ext cx="8686993" cy="4278094"/>
          </a:xfrm>
          <a:prstGeom prst="rect">
            <a:avLst/>
          </a:prstGeom>
          <a:noFill/>
        </p:spPr>
        <p:txBody>
          <a:bodyPr wrap="none" rtlCol="0" anchor="t">
            <a:spAutoFit/>
          </a:bodyPr>
          <a:lstStyle/>
          <a:p>
            <a:pPr>
              <a:lnSpc>
                <a:spcPct val="20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1. 任何时候都不要看轻自己，</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endPar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a:p>
            <a:pPr>
              <a:lnSpc>
                <a:spcPct val="20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2. </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因为工作的需要，我</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_____________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endPar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a:p>
            <a:pPr>
              <a:lnSpc>
                <a:spcPct val="20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3. A</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：你为什么这么感谢他？</a:t>
            </a:r>
          </a:p>
          <a:p>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B</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_____________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p>
          <a:p>
            <a:pPr>
              <a:lnSpc>
                <a:spcPct val="15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a:t>
            </a: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6" name="文本框 5"/>
          <p:cNvSpPr txBox="1"/>
          <p:nvPr/>
        </p:nvSpPr>
        <p:spPr>
          <a:xfrm>
            <a:off x="1496060" y="2007235"/>
            <a:ext cx="9017635" cy="460375"/>
          </a:xfrm>
          <a:prstGeom prst="rect">
            <a:avLst/>
          </a:prstGeom>
          <a:noFill/>
        </p:spPr>
        <p:txBody>
          <a:bodyPr wrap="square" rtlCol="0">
            <a:spAutoFit/>
          </a:bodyPr>
          <a:lstStyle/>
          <a:p>
            <a:pPr algn="ctr"/>
            <a:r>
              <a:rPr lang="zh-CN" altLang="en-US"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用“时刻”完成下列句子或对话。</a:t>
            </a:r>
            <a:endParaRPr lang="en-US" altLang="zh-CN" sz="2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p:txBody>
      </p:sp>
      <p:sp>
        <p:nvSpPr>
          <p:cNvPr id="8" name="文本框 7"/>
          <p:cNvSpPr txBox="1"/>
          <p:nvPr/>
        </p:nvSpPr>
        <p:spPr>
          <a:xfrm>
            <a:off x="1192530" y="1205230"/>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7" name="文本框 6"/>
          <p:cNvSpPr txBox="1"/>
          <p:nvPr/>
        </p:nvSpPr>
        <p:spPr>
          <a:xfrm>
            <a:off x="1745615" y="2619375"/>
            <a:ext cx="7419019" cy="584775"/>
          </a:xfrm>
          <a:prstGeom prst="rect">
            <a:avLst/>
          </a:prstGeom>
          <a:noFill/>
        </p:spPr>
        <p:txBody>
          <a:bodyPr wrap="none" rtlCol="0" anchor="t">
            <a:spAutoFit/>
          </a:bodyPr>
          <a:lstStyle/>
          <a:p>
            <a:pPr algn="l"/>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1. 我快被气死了！</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_____________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sp>
        <p:nvSpPr>
          <p:cNvPr id="9" name="文本框 8"/>
          <p:cNvSpPr txBox="1"/>
          <p:nvPr/>
        </p:nvSpPr>
        <p:spPr>
          <a:xfrm>
            <a:off x="1745615" y="3295015"/>
            <a:ext cx="8430513" cy="1274195"/>
          </a:xfrm>
          <a:prstGeom prst="rect">
            <a:avLst/>
          </a:prstGeom>
          <a:noFill/>
        </p:spPr>
        <p:txBody>
          <a:bodyPr wrap="none" rtlCol="0" anchor="t">
            <a:spAutoFit/>
          </a:bodyPr>
          <a:lstStyle/>
          <a:p>
            <a:pPr algn="l" eaLnBrk="1">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2</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A：</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p>
          <a:p>
            <a:pPr algn="l" eaLnBrk="1">
              <a:lnSpc>
                <a:spcPct val="12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B：是啊，比赛之前我以为他肯定会赢呢。</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
        <p:nvSpPr>
          <p:cNvPr id="13" name="文本框 12"/>
          <p:cNvSpPr txBox="1"/>
          <p:nvPr/>
        </p:nvSpPr>
        <p:spPr>
          <a:xfrm>
            <a:off x="1745615" y="4630420"/>
            <a:ext cx="7585731" cy="1274195"/>
          </a:xfrm>
          <a:prstGeom prst="rect">
            <a:avLst/>
          </a:prstGeom>
          <a:noFill/>
        </p:spPr>
        <p:txBody>
          <a:bodyPr wrap="none" rtlCol="0" anchor="t">
            <a:spAutoFit/>
          </a:bodyPr>
          <a:lstStyle/>
          <a:p>
            <a:pPr algn="l" eaLnBrk="1">
              <a:lnSpc>
                <a:spcPct val="120000"/>
              </a:lnSpc>
            </a:pP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3</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a:t>
            </a:r>
            <a:r>
              <a:rPr lang="en-US" altLang="zh-CN" sz="3200" b="1" dirty="0" err="1">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A：你听说了吗？小王和小李离婚了</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p>
          <a:p>
            <a:pPr algn="l" eaLnBrk="1">
              <a:lnSpc>
                <a:spcPct val="12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B： </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rPr>
              <a:t>__________</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__ 。</a:t>
            </a:r>
            <a:endPar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2" name="图片 601" descr="C:\Users\38577\Desktop\11.jpg11"/>
          <p:cNvPicPr>
            <a:picLocks noChangeAspect="1"/>
          </p:cNvPicPr>
          <p:nvPr/>
        </p:nvPicPr>
        <p:blipFill rotWithShape="1">
          <a:blip r:embed="rId118"/>
          <a:srcRect/>
          <a:stretch>
            <a:fillRect/>
          </a:stretch>
        </p:blipFill>
        <p:spPr>
          <a:xfrm>
            <a:off x="-190500" y="-578167"/>
            <a:ext cx="12573635" cy="8015605"/>
          </a:xfrm>
          <a:prstGeom prst="rect">
            <a:avLst/>
          </a:prstGeom>
        </p:spPr>
      </p:pic>
      <p:sp>
        <p:nvSpPr>
          <p:cNvPr id="34" name="PA-4-Point Star 33"/>
          <p:cNvSpPr/>
          <p:nvPr>
            <p:custDataLst>
              <p:tags r:id="rId1"/>
            </p:custDataLst>
          </p:nvPr>
        </p:nvSpPr>
        <p:spPr>
          <a:xfrm rot="8294776">
            <a:off x="5002837" y="21462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PA-4-Point Star 34"/>
          <p:cNvSpPr/>
          <p:nvPr>
            <p:custDataLst>
              <p:tags r:id="rId2"/>
            </p:custDataLst>
          </p:nvPr>
        </p:nvSpPr>
        <p:spPr>
          <a:xfrm rot="8294776">
            <a:off x="5483061" y="2369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PA-4-Point Star 35"/>
          <p:cNvSpPr/>
          <p:nvPr>
            <p:custDataLst>
              <p:tags r:id="rId3"/>
            </p:custDataLst>
          </p:nvPr>
        </p:nvSpPr>
        <p:spPr>
          <a:xfrm rot="8294776">
            <a:off x="5344914" y="2685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PA-4-Point Star 36"/>
          <p:cNvSpPr/>
          <p:nvPr>
            <p:custDataLst>
              <p:tags r:id="rId4"/>
            </p:custDataLst>
          </p:nvPr>
        </p:nvSpPr>
        <p:spPr>
          <a:xfrm rot="16200000">
            <a:off x="243104" y="-655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PA-4-Point Star 77"/>
          <p:cNvSpPr/>
          <p:nvPr>
            <p:custDataLst>
              <p:tags r:id="rId5"/>
            </p:custDataLst>
          </p:nvPr>
        </p:nvSpPr>
        <p:spPr>
          <a:xfrm rot="16200000">
            <a:off x="6457747" y="229694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PA-4-Point Star 96"/>
          <p:cNvSpPr/>
          <p:nvPr>
            <p:custDataLst>
              <p:tags r:id="rId6"/>
            </p:custDataLst>
          </p:nvPr>
        </p:nvSpPr>
        <p:spPr>
          <a:xfrm rot="8294776">
            <a:off x="5628180" y="26272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PA-4-Point Star 97"/>
          <p:cNvSpPr/>
          <p:nvPr>
            <p:custDataLst>
              <p:tags r:id="rId7"/>
            </p:custDataLst>
          </p:nvPr>
        </p:nvSpPr>
        <p:spPr>
          <a:xfrm rot="16200000">
            <a:off x="11913218" y="758020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PA-4-Point Star 108"/>
          <p:cNvSpPr/>
          <p:nvPr>
            <p:custDataLst>
              <p:tags r:id="rId8"/>
            </p:custDataLst>
          </p:nvPr>
        </p:nvSpPr>
        <p:spPr>
          <a:xfrm rot="16200000">
            <a:off x="6141590" y="2473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PA-4-Point Star 133"/>
          <p:cNvSpPr/>
          <p:nvPr>
            <p:custDataLst>
              <p:tags r:id="rId9"/>
            </p:custDataLst>
          </p:nvPr>
        </p:nvSpPr>
        <p:spPr>
          <a:xfrm rot="16200000">
            <a:off x="4653787" y="3063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PA-4-Point Star 134"/>
          <p:cNvSpPr/>
          <p:nvPr>
            <p:custDataLst>
              <p:tags r:id="rId10"/>
            </p:custDataLst>
          </p:nvPr>
        </p:nvSpPr>
        <p:spPr>
          <a:xfrm rot="8294776">
            <a:off x="5693570" y="21922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PA-4-Point Star 135"/>
          <p:cNvSpPr/>
          <p:nvPr>
            <p:custDataLst>
              <p:tags r:id="rId11"/>
            </p:custDataLst>
          </p:nvPr>
        </p:nvSpPr>
        <p:spPr>
          <a:xfrm rot="8294776">
            <a:off x="5555423" y="25080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PA-4-Point Star 136"/>
          <p:cNvSpPr/>
          <p:nvPr>
            <p:custDataLst>
              <p:tags r:id="rId12"/>
            </p:custDataLst>
          </p:nvPr>
        </p:nvSpPr>
        <p:spPr>
          <a:xfrm rot="8294776">
            <a:off x="4594974" y="2672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PA-4-Point Star 138"/>
          <p:cNvSpPr/>
          <p:nvPr>
            <p:custDataLst>
              <p:tags r:id="rId13"/>
            </p:custDataLst>
          </p:nvPr>
        </p:nvSpPr>
        <p:spPr>
          <a:xfrm rot="16200000">
            <a:off x="6686518" y="4379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PA-4-Point Star 139"/>
          <p:cNvSpPr/>
          <p:nvPr>
            <p:custDataLst>
              <p:tags r:id="rId14"/>
            </p:custDataLst>
          </p:nvPr>
        </p:nvSpPr>
        <p:spPr>
          <a:xfrm rot="7352446">
            <a:off x="9882647" y="68728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PA-4-Point Star 140"/>
          <p:cNvSpPr/>
          <p:nvPr>
            <p:custDataLst>
              <p:tags r:id="rId15"/>
            </p:custDataLst>
          </p:nvPr>
        </p:nvSpPr>
        <p:spPr>
          <a:xfrm rot="7352446">
            <a:off x="9744500" y="718859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PA-4-Point Star 141"/>
          <p:cNvSpPr/>
          <p:nvPr>
            <p:custDataLst>
              <p:tags r:id="rId16"/>
            </p:custDataLst>
          </p:nvPr>
        </p:nvSpPr>
        <p:spPr>
          <a:xfrm rot="8294776">
            <a:off x="7009842" y="177126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PA-4-Point Star 153"/>
          <p:cNvSpPr/>
          <p:nvPr>
            <p:custDataLst>
              <p:tags r:id="rId17"/>
            </p:custDataLst>
          </p:nvPr>
        </p:nvSpPr>
        <p:spPr>
          <a:xfrm rot="13694776">
            <a:off x="-716950" y="47656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PA-4-Point Star 154"/>
          <p:cNvSpPr/>
          <p:nvPr>
            <p:custDataLst>
              <p:tags r:id="rId18"/>
            </p:custDataLst>
          </p:nvPr>
        </p:nvSpPr>
        <p:spPr>
          <a:xfrm rot="13694776">
            <a:off x="275801" y="-113633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PA-4-Point Star 155"/>
          <p:cNvSpPr/>
          <p:nvPr>
            <p:custDataLst>
              <p:tags r:id="rId19"/>
            </p:custDataLst>
          </p:nvPr>
        </p:nvSpPr>
        <p:spPr>
          <a:xfrm>
            <a:off x="506143" y="-49301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PA-4-Point Star 225"/>
          <p:cNvSpPr/>
          <p:nvPr>
            <p:custDataLst>
              <p:tags r:id="rId20"/>
            </p:custDataLst>
          </p:nvPr>
        </p:nvSpPr>
        <p:spPr>
          <a:xfrm rot="13694776">
            <a:off x="-209233" y="15781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PA-4-Point Star 236"/>
          <p:cNvSpPr/>
          <p:nvPr>
            <p:custDataLst>
              <p:tags r:id="rId21"/>
            </p:custDataLst>
          </p:nvPr>
        </p:nvSpPr>
        <p:spPr>
          <a:xfrm rot="13694776">
            <a:off x="5239957" y="26512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PA-4-Point Star 237"/>
          <p:cNvSpPr/>
          <p:nvPr>
            <p:custDataLst>
              <p:tags r:id="rId22"/>
            </p:custDataLst>
          </p:nvPr>
        </p:nvSpPr>
        <p:spPr>
          <a:xfrm>
            <a:off x="960449" y="-53828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PA-4-Point Star 238"/>
          <p:cNvSpPr/>
          <p:nvPr>
            <p:custDataLst>
              <p:tags r:id="rId23"/>
            </p:custDataLst>
          </p:nvPr>
        </p:nvSpPr>
        <p:spPr>
          <a:xfrm>
            <a:off x="0" y="-3738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PA-4-Point Star 239"/>
          <p:cNvSpPr/>
          <p:nvPr>
            <p:custDataLst>
              <p:tags r:id="rId24"/>
            </p:custDataLst>
          </p:nvPr>
        </p:nvSpPr>
        <p:spPr>
          <a:xfrm>
            <a:off x="5390375" y="718363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PA-4-Point Star 241"/>
          <p:cNvSpPr/>
          <p:nvPr>
            <p:custDataLst>
              <p:tags r:id="rId25"/>
            </p:custDataLst>
          </p:nvPr>
        </p:nvSpPr>
        <p:spPr>
          <a:xfrm rot="13694776">
            <a:off x="-209232" y="14334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PA-4-Point Star 242"/>
          <p:cNvSpPr/>
          <p:nvPr>
            <p:custDataLst>
              <p:tags r:id="rId26"/>
            </p:custDataLst>
          </p:nvPr>
        </p:nvSpPr>
        <p:spPr>
          <a:xfrm>
            <a:off x="-1098007" y="548865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PA-4-Point Star 243"/>
          <p:cNvSpPr/>
          <p:nvPr>
            <p:custDataLst>
              <p:tags r:id="rId27"/>
            </p:custDataLst>
          </p:nvPr>
        </p:nvSpPr>
        <p:spPr>
          <a:xfrm>
            <a:off x="3844446" y="708495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PA-4-Point Star 244"/>
          <p:cNvSpPr/>
          <p:nvPr>
            <p:custDataLst>
              <p:tags r:id="rId28"/>
            </p:custDataLst>
          </p:nvPr>
        </p:nvSpPr>
        <p:spPr>
          <a:xfrm rot="13694776">
            <a:off x="-696034" y="15781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PA-4-Point Star 245"/>
          <p:cNvSpPr/>
          <p:nvPr>
            <p:custDataLst>
              <p:tags r:id="rId29"/>
            </p:custDataLst>
          </p:nvPr>
        </p:nvSpPr>
        <p:spPr>
          <a:xfrm>
            <a:off x="-966438" y="55412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PA-4-Point Star 246"/>
          <p:cNvSpPr/>
          <p:nvPr>
            <p:custDataLst>
              <p:tags r:id="rId30"/>
            </p:custDataLst>
          </p:nvPr>
        </p:nvSpPr>
        <p:spPr>
          <a:xfrm>
            <a:off x="-1104585" y="58570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PA-4-Point Star 247"/>
          <p:cNvSpPr/>
          <p:nvPr>
            <p:custDataLst>
              <p:tags r:id="rId31"/>
            </p:custDataLst>
          </p:nvPr>
        </p:nvSpPr>
        <p:spPr>
          <a:xfrm>
            <a:off x="3837868" y="745334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PA-4-Point Star 251"/>
          <p:cNvSpPr/>
          <p:nvPr>
            <p:custDataLst>
              <p:tags r:id="rId32"/>
            </p:custDataLst>
          </p:nvPr>
        </p:nvSpPr>
        <p:spPr>
          <a:xfrm>
            <a:off x="10170037" y="-720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PA-4-Point Star 256"/>
          <p:cNvSpPr/>
          <p:nvPr>
            <p:custDataLst>
              <p:tags r:id="rId33"/>
            </p:custDataLst>
          </p:nvPr>
        </p:nvSpPr>
        <p:spPr>
          <a:xfrm>
            <a:off x="730203" y="-70274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PA-4-Point Star 261"/>
          <p:cNvSpPr/>
          <p:nvPr>
            <p:custDataLst>
              <p:tags r:id="rId34"/>
            </p:custDataLst>
          </p:nvPr>
        </p:nvSpPr>
        <p:spPr>
          <a:xfrm>
            <a:off x="10321341" y="-28909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PA-4-Point Star 264"/>
          <p:cNvSpPr/>
          <p:nvPr>
            <p:custDataLst>
              <p:tags r:id="rId35"/>
            </p:custDataLst>
          </p:nvPr>
        </p:nvSpPr>
        <p:spPr>
          <a:xfrm>
            <a:off x="4844366" y="74138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PA-4-Point Star 265"/>
          <p:cNvSpPr/>
          <p:nvPr>
            <p:custDataLst>
              <p:tags r:id="rId36"/>
            </p:custDataLst>
          </p:nvPr>
        </p:nvSpPr>
        <p:spPr>
          <a:xfrm>
            <a:off x="-913810" y="58241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PA-4-Point Star 266"/>
          <p:cNvSpPr/>
          <p:nvPr>
            <p:custDataLst>
              <p:tags r:id="rId37"/>
            </p:custDataLst>
          </p:nvPr>
        </p:nvSpPr>
        <p:spPr>
          <a:xfrm>
            <a:off x="9420098" y="-28251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PA-4-Point Star 267"/>
          <p:cNvSpPr/>
          <p:nvPr>
            <p:custDataLst>
              <p:tags r:id="rId38"/>
            </p:custDataLst>
          </p:nvPr>
        </p:nvSpPr>
        <p:spPr>
          <a:xfrm>
            <a:off x="4423348" y="70323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PA-4-Point Star 268"/>
          <p:cNvSpPr/>
          <p:nvPr>
            <p:custDataLst>
              <p:tags r:id="rId39"/>
            </p:custDataLst>
          </p:nvPr>
        </p:nvSpPr>
        <p:spPr>
          <a:xfrm>
            <a:off x="5456160" y="707837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PA-4-Point Star 383"/>
          <p:cNvSpPr/>
          <p:nvPr>
            <p:custDataLst>
              <p:tags r:id="rId40"/>
            </p:custDataLst>
          </p:nvPr>
        </p:nvSpPr>
        <p:spPr>
          <a:xfrm rot="8294776">
            <a:off x="6733943" y="16996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PA-4-Point Star 387"/>
          <p:cNvSpPr/>
          <p:nvPr>
            <p:custDataLst>
              <p:tags r:id="rId41"/>
            </p:custDataLst>
          </p:nvPr>
        </p:nvSpPr>
        <p:spPr>
          <a:xfrm rot="8294776">
            <a:off x="4805877" y="251540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2" name="PA-4-Point Star 391"/>
          <p:cNvSpPr/>
          <p:nvPr>
            <p:custDataLst>
              <p:tags r:id="rId42"/>
            </p:custDataLst>
          </p:nvPr>
        </p:nvSpPr>
        <p:spPr>
          <a:xfrm rot="16200000">
            <a:off x="657938" y="-62144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PA-4-Point Star 396"/>
          <p:cNvSpPr/>
          <p:nvPr>
            <p:custDataLst>
              <p:tags r:id="rId43"/>
            </p:custDataLst>
          </p:nvPr>
        </p:nvSpPr>
        <p:spPr>
          <a:xfrm rot="15257670">
            <a:off x="12926393" y="53587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2" name="PA-4-Point Star 401"/>
          <p:cNvSpPr/>
          <p:nvPr>
            <p:custDataLst>
              <p:tags r:id="rId44"/>
            </p:custDataLst>
          </p:nvPr>
        </p:nvSpPr>
        <p:spPr>
          <a:xfrm rot="8294776">
            <a:off x="5865005" y="26140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PA-4-Point Star 402"/>
          <p:cNvSpPr/>
          <p:nvPr>
            <p:custDataLst>
              <p:tags r:id="rId45"/>
            </p:custDataLst>
          </p:nvPr>
        </p:nvSpPr>
        <p:spPr>
          <a:xfrm rot="16200000">
            <a:off x="7095855" y="225090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PA-4-Point Star 403"/>
          <p:cNvSpPr/>
          <p:nvPr>
            <p:custDataLst>
              <p:tags r:id="rId46"/>
            </p:custDataLst>
          </p:nvPr>
        </p:nvSpPr>
        <p:spPr>
          <a:xfrm rot="16200000">
            <a:off x="6957708" y="256666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PA-4-Point Star 404"/>
          <p:cNvSpPr/>
          <p:nvPr>
            <p:custDataLst>
              <p:tags r:id="rId47"/>
            </p:custDataLst>
          </p:nvPr>
        </p:nvSpPr>
        <p:spPr>
          <a:xfrm rot="16200000">
            <a:off x="10446429" y="-39198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PA-4-Point Star 405"/>
          <p:cNvSpPr/>
          <p:nvPr>
            <p:custDataLst>
              <p:tags r:id="rId48"/>
            </p:custDataLst>
          </p:nvPr>
        </p:nvSpPr>
        <p:spPr>
          <a:xfrm rot="16200000">
            <a:off x="6495647"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PA-4-Point Star 407"/>
          <p:cNvSpPr/>
          <p:nvPr>
            <p:custDataLst>
              <p:tags r:id="rId49"/>
            </p:custDataLst>
          </p:nvPr>
        </p:nvSpPr>
        <p:spPr>
          <a:xfrm rot="16200000">
            <a:off x="657939" y="-76617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PA-4-Point Star 408"/>
          <p:cNvSpPr/>
          <p:nvPr>
            <p:custDataLst>
              <p:tags r:id="rId50"/>
            </p:custDataLst>
          </p:nvPr>
        </p:nvSpPr>
        <p:spPr>
          <a:xfrm rot="16200000">
            <a:off x="519792" y="-45040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PA-4-Point Star 411"/>
          <p:cNvSpPr/>
          <p:nvPr>
            <p:custDataLst>
              <p:tags r:id="rId51"/>
            </p:custDataLst>
          </p:nvPr>
        </p:nvSpPr>
        <p:spPr>
          <a:xfrm rot="16200000">
            <a:off x="651361" y="-3977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PA-4-Point Star 412"/>
          <p:cNvSpPr/>
          <p:nvPr>
            <p:custDataLst>
              <p:tags r:id="rId52"/>
            </p:custDataLst>
          </p:nvPr>
        </p:nvSpPr>
        <p:spPr>
          <a:xfrm rot="16200000">
            <a:off x="9854371" y="-28673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PA-4-Point Star 414"/>
          <p:cNvSpPr/>
          <p:nvPr>
            <p:custDataLst>
              <p:tags r:id="rId53"/>
            </p:custDataLst>
          </p:nvPr>
        </p:nvSpPr>
        <p:spPr>
          <a:xfrm rot="16200000">
            <a:off x="12071102" y="731048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6" name="PA-4-Point Star 415"/>
          <p:cNvSpPr/>
          <p:nvPr>
            <p:custDataLst>
              <p:tags r:id="rId54"/>
            </p:custDataLst>
          </p:nvPr>
        </p:nvSpPr>
        <p:spPr>
          <a:xfrm rot="15257670">
            <a:off x="12919816" y="558238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7" name="PA-4-Point Star 416"/>
          <p:cNvSpPr/>
          <p:nvPr>
            <p:custDataLst>
              <p:tags r:id="rId55"/>
            </p:custDataLst>
          </p:nvPr>
        </p:nvSpPr>
        <p:spPr>
          <a:xfrm rot="15257670">
            <a:off x="12781669" y="589814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8" name="PA-4-Point Star 417"/>
          <p:cNvSpPr/>
          <p:nvPr>
            <p:custDataLst>
              <p:tags r:id="rId56"/>
            </p:custDataLst>
          </p:nvPr>
        </p:nvSpPr>
        <p:spPr>
          <a:xfrm rot="16200000">
            <a:off x="6416706" y="711362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3" name="PA-4-Point Star 422"/>
          <p:cNvSpPr/>
          <p:nvPr>
            <p:custDataLst>
              <p:tags r:id="rId57"/>
            </p:custDataLst>
          </p:nvPr>
        </p:nvSpPr>
        <p:spPr>
          <a:xfrm rot="16200000">
            <a:off x="6727462" y="2402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6" name="PA-4-Point Star 425"/>
          <p:cNvSpPr/>
          <p:nvPr>
            <p:custDataLst>
              <p:tags r:id="rId58"/>
            </p:custDataLst>
          </p:nvPr>
        </p:nvSpPr>
        <p:spPr>
          <a:xfrm rot="16200000">
            <a:off x="8113939" y="69952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PA-4-Point Star 426"/>
          <p:cNvSpPr/>
          <p:nvPr>
            <p:custDataLst>
              <p:tags r:id="rId59"/>
            </p:custDataLst>
          </p:nvPr>
        </p:nvSpPr>
        <p:spPr>
          <a:xfrm rot="16200000">
            <a:off x="2295770" y="708495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8" name="PA-4-Point Star 427"/>
          <p:cNvSpPr/>
          <p:nvPr>
            <p:custDataLst>
              <p:tags r:id="rId60"/>
            </p:custDataLst>
          </p:nvPr>
        </p:nvSpPr>
        <p:spPr>
          <a:xfrm rot="16200000">
            <a:off x="6977443" y="302057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9" name="PA-4-Point Star 428"/>
          <p:cNvSpPr/>
          <p:nvPr>
            <p:custDataLst>
              <p:tags r:id="rId61"/>
            </p:custDataLst>
          </p:nvPr>
        </p:nvSpPr>
        <p:spPr>
          <a:xfrm rot="16200000">
            <a:off x="7048234" y="712020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0" name="PA-4-Point Star 429"/>
          <p:cNvSpPr/>
          <p:nvPr>
            <p:custDataLst>
              <p:tags r:id="rId62"/>
            </p:custDataLst>
          </p:nvPr>
        </p:nvSpPr>
        <p:spPr>
          <a:xfrm rot="16200000">
            <a:off x="6910087" y="743596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1" name="PA-4-Point Star 430"/>
          <p:cNvSpPr/>
          <p:nvPr>
            <p:custDataLst>
              <p:tags r:id="rId63"/>
            </p:custDataLst>
          </p:nvPr>
        </p:nvSpPr>
        <p:spPr>
          <a:xfrm rot="16200000">
            <a:off x="5949638" y="76004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2" name="PA-4-Point Star 431"/>
          <p:cNvSpPr/>
          <p:nvPr>
            <p:custDataLst>
              <p:tags r:id="rId64"/>
            </p:custDataLst>
          </p:nvPr>
        </p:nvSpPr>
        <p:spPr>
          <a:xfrm rot="16200000">
            <a:off x="10045146" y="-3196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PA-4-Point Star 432"/>
          <p:cNvSpPr/>
          <p:nvPr>
            <p:custDataLst>
              <p:tags r:id="rId65"/>
            </p:custDataLst>
          </p:nvPr>
        </p:nvSpPr>
        <p:spPr>
          <a:xfrm rot="16200000">
            <a:off x="6076200" y="3027153"/>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4" name="PA-4-Point Star 433"/>
          <p:cNvSpPr/>
          <p:nvPr>
            <p:custDataLst>
              <p:tags r:id="rId66"/>
            </p:custDataLst>
          </p:nvPr>
        </p:nvSpPr>
        <p:spPr>
          <a:xfrm rot="16200000">
            <a:off x="5528620" y="72188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PA-4-Point Star 434"/>
          <p:cNvSpPr/>
          <p:nvPr>
            <p:custDataLst>
              <p:tags r:id="rId67"/>
            </p:custDataLst>
          </p:nvPr>
        </p:nvSpPr>
        <p:spPr>
          <a:xfrm rot="16200000">
            <a:off x="6561432" y="726492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PA-4-Point Star 435"/>
          <p:cNvSpPr/>
          <p:nvPr>
            <p:custDataLst>
              <p:tags r:id="rId68"/>
            </p:custDataLst>
          </p:nvPr>
        </p:nvSpPr>
        <p:spPr>
          <a:xfrm rot="16200000">
            <a:off x="7041656" y="748859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PA-4-Point Star 436"/>
          <p:cNvSpPr/>
          <p:nvPr>
            <p:custDataLst>
              <p:tags r:id="rId69"/>
            </p:custDataLst>
          </p:nvPr>
        </p:nvSpPr>
        <p:spPr>
          <a:xfrm rot="16200000">
            <a:off x="1703712" y="719021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8" name="PA-4-Point Star 437"/>
          <p:cNvSpPr/>
          <p:nvPr>
            <p:custDataLst>
              <p:tags r:id="rId70"/>
            </p:custDataLst>
          </p:nvPr>
        </p:nvSpPr>
        <p:spPr>
          <a:xfrm rot="7352446">
            <a:off x="9751474" y="728147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9" name="PA-4-Point Star 438"/>
          <p:cNvSpPr/>
          <p:nvPr>
            <p:custDataLst>
              <p:tags r:id="rId71"/>
            </p:custDataLst>
          </p:nvPr>
        </p:nvSpPr>
        <p:spPr>
          <a:xfrm rot="16200000">
            <a:off x="12475404" y="357659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 name="PA-4-Point Star 439"/>
          <p:cNvSpPr/>
          <p:nvPr>
            <p:custDataLst>
              <p:tags r:id="rId72"/>
            </p:custDataLst>
          </p:nvPr>
        </p:nvSpPr>
        <p:spPr>
          <a:xfrm rot="15257670">
            <a:off x="12722463" y="555606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PA-4-Point Star 440"/>
          <p:cNvSpPr/>
          <p:nvPr>
            <p:custDataLst>
              <p:tags r:id="rId73"/>
            </p:custDataLst>
          </p:nvPr>
        </p:nvSpPr>
        <p:spPr>
          <a:xfrm rot="16200000">
            <a:off x="8225770" y="73701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7" name="PA-4-Point Star 456"/>
          <p:cNvSpPr/>
          <p:nvPr>
            <p:custDataLst>
              <p:tags r:id="rId74"/>
            </p:custDataLst>
          </p:nvPr>
        </p:nvSpPr>
        <p:spPr>
          <a:xfrm rot="15257670">
            <a:off x="9567374" y="771427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PA-4-Point Star 462"/>
          <p:cNvSpPr/>
          <p:nvPr>
            <p:custDataLst>
              <p:tags r:id="rId75"/>
            </p:custDataLst>
          </p:nvPr>
        </p:nvSpPr>
        <p:spPr>
          <a:xfrm>
            <a:off x="3837967" y="6117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5" name="PA-4-Point Star 464"/>
          <p:cNvSpPr/>
          <p:nvPr>
            <p:custDataLst>
              <p:tags r:id="rId76"/>
            </p:custDataLst>
          </p:nvPr>
        </p:nvSpPr>
        <p:spPr>
          <a:xfrm rot="13694776">
            <a:off x="4739603" y="253858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6" name="PA-4-Point Star 465"/>
          <p:cNvSpPr/>
          <p:nvPr>
            <p:custDataLst>
              <p:tags r:id="rId77"/>
            </p:custDataLst>
          </p:nvPr>
        </p:nvSpPr>
        <p:spPr>
          <a:xfrm>
            <a:off x="-874734" y="532341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8" name="PA-4-Point Star 467"/>
          <p:cNvSpPr/>
          <p:nvPr>
            <p:custDataLst>
              <p:tags r:id="rId78"/>
            </p:custDataLst>
          </p:nvPr>
        </p:nvSpPr>
        <p:spPr>
          <a:xfrm>
            <a:off x="2292038" y="-3750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9" name="PA-4-Point Star 468"/>
          <p:cNvSpPr/>
          <p:nvPr>
            <p:custDataLst>
              <p:tags r:id="rId79"/>
            </p:custDataLst>
          </p:nvPr>
        </p:nvSpPr>
        <p:spPr>
          <a:xfrm rot="13694776">
            <a:off x="-571439" y="100502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0" name="PA-4-Point Star 469"/>
          <p:cNvSpPr/>
          <p:nvPr>
            <p:custDataLst>
              <p:tags r:id="rId80"/>
            </p:custDataLst>
          </p:nvPr>
        </p:nvSpPr>
        <p:spPr>
          <a:xfrm rot="13694776">
            <a:off x="-709586" y="1320789"/>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2" name="PA-4-Point Star 471"/>
          <p:cNvSpPr/>
          <p:nvPr>
            <p:custDataLst>
              <p:tags r:id="rId81"/>
            </p:custDataLst>
          </p:nvPr>
        </p:nvSpPr>
        <p:spPr>
          <a:xfrm rot="13694776">
            <a:off x="-1058241" y="11497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PA-4-Point Star 472"/>
          <p:cNvSpPr/>
          <p:nvPr>
            <p:custDataLst>
              <p:tags r:id="rId82"/>
            </p:custDataLst>
          </p:nvPr>
        </p:nvSpPr>
        <p:spPr>
          <a:xfrm rot="13694776">
            <a:off x="-578017" y="1373417"/>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PA-4-Point Star 473"/>
          <p:cNvSpPr/>
          <p:nvPr>
            <p:custDataLst>
              <p:tags r:id="rId83"/>
            </p:custDataLst>
          </p:nvPr>
        </p:nvSpPr>
        <p:spPr>
          <a:xfrm>
            <a:off x="-347675" y="201672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PA-4-Point Star 480"/>
          <p:cNvSpPr/>
          <p:nvPr>
            <p:custDataLst>
              <p:tags r:id="rId84"/>
            </p:custDataLst>
          </p:nvPr>
        </p:nvSpPr>
        <p:spPr>
          <a:xfrm>
            <a:off x="4002426" y="-491416"/>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2" name="PA-4-Point Star 481"/>
          <p:cNvSpPr/>
          <p:nvPr>
            <p:custDataLst>
              <p:tags r:id="rId85"/>
            </p:custDataLst>
          </p:nvPr>
        </p:nvSpPr>
        <p:spPr>
          <a:xfrm>
            <a:off x="3041977" y="-3269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3" name="PA-4-Point Star 482"/>
          <p:cNvSpPr/>
          <p:nvPr>
            <p:custDataLst>
              <p:tags r:id="rId86"/>
            </p:custDataLst>
          </p:nvPr>
        </p:nvSpPr>
        <p:spPr>
          <a:xfrm rot="13694776">
            <a:off x="4509357" y="237412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2" name="PA-4-Point Star 501"/>
          <p:cNvSpPr/>
          <p:nvPr>
            <p:custDataLst>
              <p:tags r:id="rId87"/>
            </p:custDataLst>
          </p:nvPr>
        </p:nvSpPr>
        <p:spPr>
          <a:xfrm rot="13694776">
            <a:off x="-999821" y="466694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3" name="PA-4-Point Star 502"/>
          <p:cNvSpPr/>
          <p:nvPr>
            <p:custDataLst>
              <p:tags r:id="rId88"/>
            </p:custDataLst>
          </p:nvPr>
        </p:nvSpPr>
        <p:spPr>
          <a:xfrm rot="13694776">
            <a:off x="4502780" y="25977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4" name="PA-4-Point Star 503"/>
          <p:cNvSpPr/>
          <p:nvPr>
            <p:custDataLst>
              <p:tags r:id="rId89"/>
            </p:custDataLst>
          </p:nvPr>
        </p:nvSpPr>
        <p:spPr>
          <a:xfrm>
            <a:off x="223272" y="-59169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5" name="PA-4-Point Star 504"/>
          <p:cNvSpPr/>
          <p:nvPr>
            <p:custDataLst>
              <p:tags r:id="rId90"/>
            </p:custDataLst>
          </p:nvPr>
        </p:nvSpPr>
        <p:spPr>
          <a:xfrm>
            <a:off x="-1249704" y="5698384"/>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PA-4-Point Star 528"/>
          <p:cNvSpPr/>
          <p:nvPr>
            <p:custDataLst>
              <p:tags r:id="rId91"/>
            </p:custDataLst>
          </p:nvPr>
        </p:nvSpPr>
        <p:spPr>
          <a:xfrm rot="13694776">
            <a:off x="4476465" y="243990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1" name="PA-4-Point Star 530"/>
          <p:cNvSpPr/>
          <p:nvPr>
            <p:custDataLst>
              <p:tags r:id="rId92"/>
            </p:custDataLst>
          </p:nvPr>
        </p:nvSpPr>
        <p:spPr>
          <a:xfrm>
            <a:off x="3153811" y="-41905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PA-4-Point Star 531"/>
          <p:cNvSpPr/>
          <p:nvPr>
            <p:custDataLst>
              <p:tags r:id="rId93"/>
            </p:custDataLst>
          </p:nvPr>
        </p:nvSpPr>
        <p:spPr>
          <a:xfrm>
            <a:off x="3634035" y="-195388"/>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PA-4-Point Star 532"/>
          <p:cNvSpPr/>
          <p:nvPr>
            <p:custDataLst>
              <p:tags r:id="rId94"/>
            </p:custDataLst>
          </p:nvPr>
        </p:nvSpPr>
        <p:spPr>
          <a:xfrm rot="13694776">
            <a:off x="-966930" y="435118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PA-4-Point Star 533"/>
          <p:cNvSpPr/>
          <p:nvPr>
            <p:custDataLst>
              <p:tags r:id="rId95"/>
            </p:custDataLst>
          </p:nvPr>
        </p:nvSpPr>
        <p:spPr>
          <a:xfrm rot="13694776">
            <a:off x="-808262" y="110370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PA-4-Point Star 534"/>
          <p:cNvSpPr/>
          <p:nvPr>
            <p:custDataLst>
              <p:tags r:id="rId96"/>
            </p:custDataLst>
          </p:nvPr>
        </p:nvSpPr>
        <p:spPr>
          <a:xfrm>
            <a:off x="-651069" y="56062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9" name="PA-4-Point Star 538"/>
          <p:cNvSpPr/>
          <p:nvPr>
            <p:custDataLst>
              <p:tags r:id="rId97"/>
            </p:custDataLst>
          </p:nvPr>
        </p:nvSpPr>
        <p:spPr>
          <a:xfrm>
            <a:off x="328526" y="-696950"/>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 name="PA-4-Point Star 541"/>
          <p:cNvSpPr/>
          <p:nvPr>
            <p:custDataLst>
              <p:tags r:id="rId98"/>
            </p:custDataLst>
          </p:nvPr>
        </p:nvSpPr>
        <p:spPr>
          <a:xfrm>
            <a:off x="2285459" y="54592"/>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3" name="PA-4-Point Star 542"/>
          <p:cNvSpPr/>
          <p:nvPr>
            <p:custDataLst>
              <p:tags r:id="rId99"/>
            </p:custDataLst>
          </p:nvPr>
        </p:nvSpPr>
        <p:spPr>
          <a:xfrm rot="13694776">
            <a:off x="-1196389" y="1189221"/>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5" name="PA-4-Point Star 544"/>
          <p:cNvSpPr/>
          <p:nvPr>
            <p:custDataLst>
              <p:tags r:id="rId100"/>
            </p:custDataLst>
          </p:nvPr>
        </p:nvSpPr>
        <p:spPr>
          <a:xfrm>
            <a:off x="3120917" y="-287485"/>
            <a:ext cx="72000" cy="72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PA-4-Point Star 559"/>
          <p:cNvSpPr/>
          <p:nvPr>
            <p:custDataLst>
              <p:tags r:id="rId101"/>
            </p:custDataLst>
          </p:nvPr>
        </p:nvSpPr>
        <p:spPr>
          <a:xfrm>
            <a:off x="3361858"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PA-4-Point Star 560"/>
          <p:cNvSpPr/>
          <p:nvPr>
            <p:custDataLst>
              <p:tags r:id="rId102"/>
            </p:custDataLst>
          </p:nvPr>
        </p:nvSpPr>
        <p:spPr>
          <a:xfrm>
            <a:off x="2479263" y="-66142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2" name="PA-4-Point Star 561"/>
          <p:cNvSpPr/>
          <p:nvPr>
            <p:custDataLst>
              <p:tags r:id="rId103"/>
            </p:custDataLst>
          </p:nvPr>
        </p:nvSpPr>
        <p:spPr>
          <a:xfrm>
            <a:off x="-694732" y="185261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PA-4-Point Star 567"/>
          <p:cNvSpPr/>
          <p:nvPr>
            <p:custDataLst>
              <p:tags r:id="rId104"/>
            </p:custDataLst>
          </p:nvPr>
        </p:nvSpPr>
        <p:spPr>
          <a:xfrm>
            <a:off x="-993911" y="1779033"/>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PA-4-Point Star 569"/>
          <p:cNvSpPr/>
          <p:nvPr>
            <p:custDataLst>
              <p:tags r:id="rId105"/>
            </p:custDataLst>
          </p:nvPr>
        </p:nvSpPr>
        <p:spPr>
          <a:xfrm>
            <a:off x="-811031" y="2152744"/>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PA-4-Point Star 570"/>
          <p:cNvSpPr/>
          <p:nvPr>
            <p:custDataLst>
              <p:tags r:id="rId106"/>
            </p:custDataLst>
          </p:nvPr>
        </p:nvSpPr>
        <p:spPr>
          <a:xfrm>
            <a:off x="-842836" y="278089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PA-4-Point Star 571"/>
          <p:cNvSpPr/>
          <p:nvPr>
            <p:custDataLst>
              <p:tags r:id="rId107"/>
            </p:custDataLst>
          </p:nvPr>
        </p:nvSpPr>
        <p:spPr>
          <a:xfrm>
            <a:off x="-1411295" y="7320855"/>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PA-4-Point Star 572"/>
          <p:cNvSpPr/>
          <p:nvPr>
            <p:custDataLst>
              <p:tags r:id="rId108"/>
            </p:custDataLst>
          </p:nvPr>
        </p:nvSpPr>
        <p:spPr>
          <a:xfrm>
            <a:off x="4225824" y="740226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PA-4-Point Star 586"/>
          <p:cNvSpPr/>
          <p:nvPr>
            <p:custDataLst>
              <p:tags r:id="rId109"/>
            </p:custDataLst>
          </p:nvPr>
        </p:nvSpPr>
        <p:spPr>
          <a:xfrm rot="8294776">
            <a:off x="-859688" y="4374360"/>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PA-4-Point Star 589"/>
          <p:cNvSpPr/>
          <p:nvPr>
            <p:custDataLst>
              <p:tags r:id="rId110"/>
            </p:custDataLst>
          </p:nvPr>
        </p:nvSpPr>
        <p:spPr>
          <a:xfrm rot="8294776">
            <a:off x="12236491" y="8201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PA-4-Point Star 590"/>
          <p:cNvSpPr/>
          <p:nvPr>
            <p:custDataLst>
              <p:tags r:id="rId111"/>
            </p:custDataLst>
          </p:nvPr>
        </p:nvSpPr>
        <p:spPr>
          <a:xfrm rot="16200000">
            <a:off x="12604980" y="1720167"/>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PA-4-Point Star 591"/>
          <p:cNvSpPr/>
          <p:nvPr>
            <p:custDataLst>
              <p:tags r:id="rId112"/>
            </p:custDataLst>
          </p:nvPr>
        </p:nvSpPr>
        <p:spPr>
          <a:xfrm rot="16200000">
            <a:off x="3004408" y="704445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PA-4-Point Star 595"/>
          <p:cNvSpPr/>
          <p:nvPr>
            <p:custDataLst>
              <p:tags r:id="rId113"/>
            </p:custDataLst>
          </p:nvPr>
        </p:nvSpPr>
        <p:spPr>
          <a:xfrm rot="8294776">
            <a:off x="12236490" y="2495122"/>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PA-4-Point Star 596"/>
          <p:cNvSpPr/>
          <p:nvPr>
            <p:custDataLst>
              <p:tags r:id="rId114"/>
            </p:custDataLst>
          </p:nvPr>
        </p:nvSpPr>
        <p:spPr>
          <a:xfrm rot="16200000">
            <a:off x="7117397" y="-643626"/>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PA-4-Point Star 597"/>
          <p:cNvSpPr/>
          <p:nvPr>
            <p:custDataLst>
              <p:tags r:id="rId115"/>
            </p:custDataLst>
          </p:nvPr>
        </p:nvSpPr>
        <p:spPr>
          <a:xfrm rot="16200000">
            <a:off x="5058009" y="-715188"/>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PA-4-Point Star 598"/>
          <p:cNvSpPr/>
          <p:nvPr>
            <p:custDataLst>
              <p:tags r:id="rId116"/>
            </p:custDataLst>
          </p:nvPr>
        </p:nvSpPr>
        <p:spPr>
          <a:xfrm rot="16200000">
            <a:off x="3602920" y="-659529"/>
            <a:ext cx="216000" cy="216000"/>
          </a:xfrm>
          <a:prstGeom prst="star4">
            <a:avLst/>
          </a:prstGeom>
          <a:solidFill>
            <a:schemeClr val="bg1"/>
          </a:solidFill>
          <a:ln>
            <a:noFill/>
          </a:ln>
          <a:effectLst>
            <a:glow rad="25400">
              <a:schemeClr val="bg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7"/>
          <p:cNvSpPr txBox="1"/>
          <p:nvPr/>
        </p:nvSpPr>
        <p:spPr>
          <a:xfrm>
            <a:off x="-48577" y="213995"/>
            <a:ext cx="508571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《HSK</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标准教程</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5--</a:t>
            </a:r>
            <a:r>
              <a:rPr lang="zh-CN" altLang="en-US"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第三课</a:t>
            </a:r>
            <a:r>
              <a:rPr lang="en-US" altLang="zh-CN" sz="2800" b="1" noProof="0" dirty="0">
                <a:ln>
                  <a:noFill/>
                </a:ln>
                <a:solidFill>
                  <a:schemeClr val="bg1"/>
                </a:solidFill>
                <a:effectLst/>
                <a:uLnTx/>
                <a:uFillTx/>
                <a:latin typeface="思源黑体 CN Heavy" panose="020B0A00000000000000" pitchFamily="34" charset="-122"/>
                <a:ea typeface="思源黑体 CN Heavy" panose="020B0A00000000000000" pitchFamily="34" charset="-122"/>
                <a:sym typeface="+mn-ea"/>
              </a:rPr>
              <a:t>》</a:t>
            </a:r>
          </a:p>
        </p:txBody>
      </p:sp>
      <p:sp>
        <p:nvSpPr>
          <p:cNvPr id="12" name="文本框 11"/>
          <p:cNvSpPr txBox="1"/>
          <p:nvPr/>
        </p:nvSpPr>
        <p:spPr>
          <a:xfrm>
            <a:off x="238243" y="702214"/>
            <a:ext cx="3614259"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sym typeface="+mn-ea"/>
              </a:rPr>
              <a:t>HSK Standard  Course 5  Lesson 3</a:t>
            </a:r>
          </a:p>
        </p:txBody>
      </p:sp>
      <p:grpSp>
        <p:nvGrpSpPr>
          <p:cNvPr id="11" name="组合 10"/>
          <p:cNvGrpSpPr/>
          <p:nvPr/>
        </p:nvGrpSpPr>
        <p:grpSpPr>
          <a:xfrm>
            <a:off x="1201913" y="2576830"/>
            <a:ext cx="9659087" cy="2916646"/>
            <a:chOff x="1893" y="4058"/>
            <a:chExt cx="15211" cy="4593"/>
          </a:xfrm>
        </p:grpSpPr>
        <p:grpSp>
          <p:nvGrpSpPr>
            <p:cNvPr id="14" name="组合 13"/>
            <p:cNvGrpSpPr/>
            <p:nvPr/>
          </p:nvGrpSpPr>
          <p:grpSpPr>
            <a:xfrm>
              <a:off x="1893" y="4058"/>
              <a:ext cx="15211" cy="4593"/>
              <a:chOff x="-96" y="3669"/>
              <a:chExt cx="18916" cy="5713"/>
            </a:xfrm>
          </p:grpSpPr>
          <p:sp>
            <p:nvSpPr>
              <p:cNvPr id="10" name="圆角矩形 9"/>
              <p:cNvSpPr/>
              <p:nvPr/>
            </p:nvSpPr>
            <p:spPr>
              <a:xfrm>
                <a:off x="-96" y="3669"/>
                <a:ext cx="18744" cy="5713"/>
              </a:xfrm>
              <a:prstGeom prst="round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96" y="4499"/>
                <a:ext cx="18916" cy="3025"/>
                <a:chOff x="3051" y="4499"/>
                <a:chExt cx="18916" cy="3025"/>
              </a:xfrm>
            </p:grpSpPr>
            <p:grpSp>
              <p:nvGrpSpPr>
                <p:cNvPr id="3" name="组合 2"/>
                <p:cNvGrpSpPr/>
                <p:nvPr/>
              </p:nvGrpSpPr>
              <p:grpSpPr>
                <a:xfrm>
                  <a:off x="4465" y="6619"/>
                  <a:ext cx="16706" cy="905"/>
                  <a:chOff x="6599" y="6619"/>
                  <a:chExt cx="16706" cy="905"/>
                </a:xfrm>
              </p:grpSpPr>
              <p:sp>
                <p:nvSpPr>
                  <p:cNvPr id="15" name="矩形 14"/>
                  <p:cNvSpPr/>
                  <p:nvPr/>
                </p:nvSpPr>
                <p:spPr>
                  <a:xfrm>
                    <a:off x="6599" y="6622"/>
                    <a:ext cx="3417" cy="902"/>
                  </a:xfrm>
                  <a:prstGeom prst="rect">
                    <a:avLst/>
                  </a:prstGeom>
                </p:spPr>
                <p:txBody>
                  <a:bodyPr wrap="square">
                    <a:spAutoFit/>
                  </a:bodyPr>
                  <a:lstStyle/>
                  <a:p>
                    <a:pPr algn="l"/>
                    <a:r>
                      <a:rPr lang="en-US" altLang="zh-CN" sz="2400" dirty="0">
                        <a:solidFill>
                          <a:schemeClr val="bg1">
                            <a:lumMod val="50000"/>
                          </a:schemeClr>
                        </a:solidFill>
                        <a:latin typeface="华文细黑" panose="02010600040101010101" pitchFamily="2" charset="-122"/>
                        <a:ea typeface="华文细黑" panose="02010600040101010101" pitchFamily="2" charset="-122"/>
                      </a:rPr>
                      <a:t>Lesson 3</a:t>
                    </a:r>
                  </a:p>
                </p:txBody>
              </p:sp>
              <p:sp>
                <p:nvSpPr>
                  <p:cNvPr id="18" name="矩形 17"/>
                  <p:cNvSpPr/>
                  <p:nvPr/>
                </p:nvSpPr>
                <p:spPr>
                  <a:xfrm>
                    <a:off x="9686" y="6619"/>
                    <a:ext cx="13619" cy="904"/>
                  </a:xfrm>
                  <a:prstGeom prst="rect">
                    <a:avLst/>
                  </a:prstGeom>
                </p:spPr>
                <p:txBody>
                  <a:bodyPr wrap="square">
                    <a:spAutoFit/>
                  </a:bodyPr>
                  <a:lstStyle/>
                  <a:p>
                    <a:r>
                      <a:rPr lang="en-US" sz="2400" dirty="0">
                        <a:solidFill>
                          <a:schemeClr val="bg1">
                            <a:lumMod val="50000"/>
                          </a:schemeClr>
                        </a:solidFill>
                        <a:latin typeface="华文细黑" panose="02010600040101010101" pitchFamily="2" charset="-122"/>
                        <a:ea typeface="华文细黑" panose="02010600040101010101" pitchFamily="2" charset="-122"/>
                      </a:rPr>
                      <a:t>Having Choices in Life Makes Change Possible</a:t>
                    </a:r>
                  </a:p>
                </p:txBody>
              </p:sp>
            </p:grpSp>
            <p:sp>
              <p:nvSpPr>
                <p:cNvPr id="6" name="文本框 7"/>
                <p:cNvSpPr txBox="1"/>
                <p:nvPr/>
              </p:nvSpPr>
              <p:spPr>
                <a:xfrm>
                  <a:off x="3051" y="4499"/>
                  <a:ext cx="18916" cy="2212"/>
                </a:xfrm>
                <a:prstGeom prst="rect">
                  <a:avLst/>
                </a:prstGeom>
                <a:noFill/>
              </p:spPr>
              <p:txBody>
                <a:bodyPr wrap="square">
                  <a:spAutoFit/>
                </a:bodyPr>
                <a:lstStyle/>
                <a:p>
                  <a:pPr lvl="0" algn="ctr">
                    <a:lnSpc>
                      <a:spcPts val="9020"/>
                    </a:lnSpc>
                    <a:defRPr/>
                  </a:pPr>
                  <a:r>
                    <a:rPr kumimoji="0" lang="zh-CN" altLang="en-US"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第</a:t>
                  </a:r>
                  <a:r>
                    <a:rPr kumimoji="0" lang="en-US" altLang="zh-CN"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3</a:t>
                  </a:r>
                  <a:r>
                    <a:rPr lang="zh-CN" altLang="en-US" sz="4800" b="1" dirty="0">
                      <a:latin typeface="华文楷体" panose="02010600040101010101" charset="-122"/>
                      <a:ea typeface="华文楷体" panose="02010600040101010101" charset="-122"/>
                      <a:cs typeface="华文楷体" panose="02010600040101010101" charset="-122"/>
                    </a:rPr>
                    <a:t>课 人生有选择，一切可改变</a:t>
                  </a:r>
                  <a:endParaRPr kumimoji="0" lang="zh-CN" altLang="en-US" sz="4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grpSp>
        </p:grpSp>
        <p:sp>
          <p:nvSpPr>
            <p:cNvPr id="7" name="矩形 6"/>
            <p:cNvSpPr/>
            <p:nvPr/>
          </p:nvSpPr>
          <p:spPr>
            <a:xfrm>
              <a:off x="2071" y="7368"/>
              <a:ext cx="14751" cy="1113"/>
            </a:xfrm>
            <a:prstGeom prst="rect">
              <a:avLst/>
            </a:prstGeom>
          </p:spPr>
          <p:txBody>
            <a:bodyPr wrap="square">
              <a:spAutoFit/>
            </a:bodyPr>
            <a:lstStyle/>
            <a:p>
              <a:pPr algn="ctr"/>
              <a:r>
                <a:rPr lang="en-US" altLang="zh-CN" sz="4000" b="1" noProof="0" dirty="0">
                  <a:ln>
                    <a:noFill/>
                  </a:ln>
                  <a:solidFill>
                    <a:srgbClr val="9F313C"/>
                  </a:solidFill>
                  <a:effectLst/>
                  <a:uLnTx/>
                  <a:uFillTx/>
                  <a:latin typeface="华文楷体" panose="02010600040101010101" charset="-122"/>
                  <a:ea typeface="华文楷体" panose="02010600040101010101" charset="-122"/>
                  <a:cs typeface="华文楷体" panose="02010600040101010101" charset="-122"/>
                  <a:sym typeface="+mn-ea"/>
                </a:rPr>
                <a:t>Part 3</a:t>
              </a:r>
              <a:endParaRPr lang="en-US" sz="4000" dirty="0">
                <a:solidFill>
                  <a:schemeClr val="bg1">
                    <a:lumMod val="50000"/>
                  </a:schemeClr>
                </a:solidFill>
                <a:latin typeface="华文细黑" panose="02010600040101010101" pitchFamily="2" charset="-122"/>
                <a:ea typeface="华文细黑" panose="02010600040101010101" pitchFamily="2" charset="-122"/>
              </a:endParaRPr>
            </a:p>
          </p:txBody>
        </p:sp>
      </p:grpSp>
      <p:pic>
        <p:nvPicPr>
          <p:cNvPr id="4" name="图片 3" descr="1"/>
          <p:cNvPicPr>
            <a:picLocks noChangeAspect="1"/>
          </p:cNvPicPr>
          <p:nvPr/>
        </p:nvPicPr>
        <p:blipFill>
          <a:blip r:embed="rId119"/>
          <a:stretch>
            <a:fillRect/>
          </a:stretch>
        </p:blipFill>
        <p:spPr>
          <a:xfrm>
            <a:off x="10681970" y="5398770"/>
            <a:ext cx="1459230" cy="1459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9700"/>
    </mc:Choice>
    <mc:Fallback xmlns="">
      <p:transition spd="slow" advTm="50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repeatCount="indefinite" fill="hold" grpId="0" nodeType="withEffect">
                                  <p:stCondLst>
                                    <p:cond delay="200"/>
                                  </p:stCondLst>
                                  <p:childTnLst>
                                    <p:set>
                                      <p:cBhvr>
                                        <p:cTn id="6" dur="5600" fill="hold">
                                          <p:stCondLst>
                                            <p:cond delay="0"/>
                                          </p:stCondLst>
                                        </p:cTn>
                                        <p:tgtEl>
                                          <p:spTgt spid="34"/>
                                        </p:tgtEl>
                                        <p:attrNameLst>
                                          <p:attrName>style.visibility</p:attrName>
                                        </p:attrNameLst>
                                      </p:cBhvr>
                                      <p:to>
                                        <p:strVal val="visible"/>
                                      </p:to>
                                    </p:set>
                                    <p:anim calcmode="lin" valueType="num">
                                      <p:cBhvr>
                                        <p:cTn id="7" dur="5600" fill="hold"/>
                                        <p:tgtEl>
                                          <p:spTgt spid="34"/>
                                        </p:tgtEl>
                                        <p:attrNameLst>
                                          <p:attrName>ppt_w</p:attrName>
                                        </p:attrNameLst>
                                      </p:cBhvr>
                                      <p:tavLst>
                                        <p:tav tm="0">
                                          <p:val>
                                            <p:fltVal val="0"/>
                                          </p:val>
                                        </p:tav>
                                        <p:tav tm="100000">
                                          <p:val>
                                            <p:strVal val="#ppt_w"/>
                                          </p:val>
                                        </p:tav>
                                      </p:tavLst>
                                    </p:anim>
                                    <p:anim calcmode="lin" valueType="num">
                                      <p:cBhvr>
                                        <p:cTn id="8" dur="5600" fill="hold"/>
                                        <p:tgtEl>
                                          <p:spTgt spid="34"/>
                                        </p:tgtEl>
                                        <p:attrNameLst>
                                          <p:attrName>ppt_h</p:attrName>
                                        </p:attrNameLst>
                                      </p:cBhvr>
                                      <p:tavLst>
                                        <p:tav tm="0">
                                          <p:val>
                                            <p:fltVal val="0"/>
                                          </p:val>
                                        </p:tav>
                                        <p:tav tm="100000">
                                          <p:val>
                                            <p:strVal val="#ppt_h"/>
                                          </p:val>
                                        </p:tav>
                                      </p:tavLst>
                                    </p:anim>
                                    <p:animEffect transition="in" filter="fade">
                                      <p:cBhvr>
                                        <p:cTn id="9" dur="5600"/>
                                        <p:tgtEl>
                                          <p:spTgt spid="34"/>
                                        </p:tgtEl>
                                      </p:cBhvr>
                                    </p:animEffect>
                                    <p:anim calcmode="lin" valueType="num">
                                      <p:cBhvr>
                                        <p:cTn id="10" dur="5600" fill="hold"/>
                                        <p:tgtEl>
                                          <p:spTgt spid="34"/>
                                        </p:tgtEl>
                                        <p:attrNameLst>
                                          <p:attrName>ppt_x</p:attrName>
                                        </p:attrNameLst>
                                      </p:cBhvr>
                                      <p:tavLst>
                                        <p:tav tm="0">
                                          <p:val>
                                            <p:fltVal val="0.5"/>
                                          </p:val>
                                        </p:tav>
                                        <p:tav tm="100000">
                                          <p:val>
                                            <p:strVal val="#ppt_x"/>
                                          </p:val>
                                        </p:tav>
                                      </p:tavLst>
                                    </p:anim>
                                    <p:anim calcmode="lin" valueType="num">
                                      <p:cBhvr>
                                        <p:cTn id="11" dur="5600" fill="hold"/>
                                        <p:tgtEl>
                                          <p:spTgt spid="34"/>
                                        </p:tgtEl>
                                        <p:attrNameLst>
                                          <p:attrName>ppt_y</p:attrName>
                                        </p:attrNameLst>
                                      </p:cBhvr>
                                      <p:tavLst>
                                        <p:tav tm="0">
                                          <p:val>
                                            <p:fltVal val="0.5"/>
                                          </p:val>
                                        </p:tav>
                                        <p:tav tm="100000">
                                          <p:val>
                                            <p:strVal val="#ppt_y"/>
                                          </p:val>
                                        </p:tav>
                                      </p:tavLst>
                                    </p:anim>
                                  </p:childTnLst>
                                </p:cTn>
                              </p:par>
                              <p:par>
                                <p:cTn id="12" presetID="53" presetClass="entr" presetSubtype="528" repeatCount="indefinite" fill="hold" grpId="0" nodeType="withEffect">
                                  <p:stCondLst>
                                    <p:cond delay="500"/>
                                  </p:stCondLst>
                                  <p:childTnLst>
                                    <p:set>
                                      <p:cBhvr>
                                        <p:cTn id="13" dur="5600" fill="hold">
                                          <p:stCondLst>
                                            <p:cond delay="0"/>
                                          </p:stCondLst>
                                        </p:cTn>
                                        <p:tgtEl>
                                          <p:spTgt spid="35"/>
                                        </p:tgtEl>
                                        <p:attrNameLst>
                                          <p:attrName>style.visibility</p:attrName>
                                        </p:attrNameLst>
                                      </p:cBhvr>
                                      <p:to>
                                        <p:strVal val="visible"/>
                                      </p:to>
                                    </p:set>
                                    <p:anim calcmode="lin" valueType="num">
                                      <p:cBhvr>
                                        <p:cTn id="14" dur="5600" fill="hold"/>
                                        <p:tgtEl>
                                          <p:spTgt spid="35"/>
                                        </p:tgtEl>
                                        <p:attrNameLst>
                                          <p:attrName>ppt_w</p:attrName>
                                        </p:attrNameLst>
                                      </p:cBhvr>
                                      <p:tavLst>
                                        <p:tav tm="0">
                                          <p:val>
                                            <p:fltVal val="0"/>
                                          </p:val>
                                        </p:tav>
                                        <p:tav tm="100000">
                                          <p:val>
                                            <p:strVal val="#ppt_w"/>
                                          </p:val>
                                        </p:tav>
                                      </p:tavLst>
                                    </p:anim>
                                    <p:anim calcmode="lin" valueType="num">
                                      <p:cBhvr>
                                        <p:cTn id="15" dur="5600" fill="hold"/>
                                        <p:tgtEl>
                                          <p:spTgt spid="35"/>
                                        </p:tgtEl>
                                        <p:attrNameLst>
                                          <p:attrName>ppt_h</p:attrName>
                                        </p:attrNameLst>
                                      </p:cBhvr>
                                      <p:tavLst>
                                        <p:tav tm="0">
                                          <p:val>
                                            <p:fltVal val="0"/>
                                          </p:val>
                                        </p:tav>
                                        <p:tav tm="100000">
                                          <p:val>
                                            <p:strVal val="#ppt_h"/>
                                          </p:val>
                                        </p:tav>
                                      </p:tavLst>
                                    </p:anim>
                                    <p:animEffect transition="in" filter="fade">
                                      <p:cBhvr>
                                        <p:cTn id="16" dur="5600"/>
                                        <p:tgtEl>
                                          <p:spTgt spid="35"/>
                                        </p:tgtEl>
                                      </p:cBhvr>
                                    </p:animEffect>
                                    <p:anim calcmode="lin" valueType="num">
                                      <p:cBhvr>
                                        <p:cTn id="17" dur="5600" fill="hold"/>
                                        <p:tgtEl>
                                          <p:spTgt spid="35"/>
                                        </p:tgtEl>
                                        <p:attrNameLst>
                                          <p:attrName>ppt_x</p:attrName>
                                        </p:attrNameLst>
                                      </p:cBhvr>
                                      <p:tavLst>
                                        <p:tav tm="0">
                                          <p:val>
                                            <p:fltVal val="0.5"/>
                                          </p:val>
                                        </p:tav>
                                        <p:tav tm="100000">
                                          <p:val>
                                            <p:strVal val="#ppt_x"/>
                                          </p:val>
                                        </p:tav>
                                      </p:tavLst>
                                    </p:anim>
                                    <p:anim calcmode="lin" valueType="num">
                                      <p:cBhvr>
                                        <p:cTn id="18" dur="5600" fill="hold"/>
                                        <p:tgtEl>
                                          <p:spTgt spid="35"/>
                                        </p:tgtEl>
                                        <p:attrNameLst>
                                          <p:attrName>ppt_y</p:attrName>
                                        </p:attrNameLst>
                                      </p:cBhvr>
                                      <p:tavLst>
                                        <p:tav tm="0">
                                          <p:val>
                                            <p:fltVal val="0.5"/>
                                          </p:val>
                                        </p:tav>
                                        <p:tav tm="100000">
                                          <p:val>
                                            <p:strVal val="#ppt_y"/>
                                          </p:val>
                                        </p:tav>
                                      </p:tavLst>
                                    </p:anim>
                                  </p:childTnLst>
                                </p:cTn>
                              </p:par>
                              <p:par>
                                <p:cTn id="19" presetID="53" presetClass="entr" presetSubtype="528" repeatCount="indefinite" fill="hold" grpId="0" nodeType="withEffect">
                                  <p:stCondLst>
                                    <p:cond delay="507"/>
                                  </p:stCondLst>
                                  <p:childTnLst>
                                    <p:set>
                                      <p:cBhvr>
                                        <p:cTn id="20" dur="6400" fill="hold">
                                          <p:stCondLst>
                                            <p:cond delay="0"/>
                                          </p:stCondLst>
                                        </p:cTn>
                                        <p:tgtEl>
                                          <p:spTgt spid="36"/>
                                        </p:tgtEl>
                                        <p:attrNameLst>
                                          <p:attrName>style.visibility</p:attrName>
                                        </p:attrNameLst>
                                      </p:cBhvr>
                                      <p:to>
                                        <p:strVal val="visible"/>
                                      </p:to>
                                    </p:set>
                                    <p:anim calcmode="lin" valueType="num">
                                      <p:cBhvr>
                                        <p:cTn id="21" dur="6400" fill="hold"/>
                                        <p:tgtEl>
                                          <p:spTgt spid="36"/>
                                        </p:tgtEl>
                                        <p:attrNameLst>
                                          <p:attrName>ppt_w</p:attrName>
                                        </p:attrNameLst>
                                      </p:cBhvr>
                                      <p:tavLst>
                                        <p:tav tm="0">
                                          <p:val>
                                            <p:fltVal val="0"/>
                                          </p:val>
                                        </p:tav>
                                        <p:tav tm="100000">
                                          <p:val>
                                            <p:strVal val="#ppt_w"/>
                                          </p:val>
                                        </p:tav>
                                      </p:tavLst>
                                    </p:anim>
                                    <p:anim calcmode="lin" valueType="num">
                                      <p:cBhvr>
                                        <p:cTn id="22" dur="6400" fill="hold"/>
                                        <p:tgtEl>
                                          <p:spTgt spid="36"/>
                                        </p:tgtEl>
                                        <p:attrNameLst>
                                          <p:attrName>ppt_h</p:attrName>
                                        </p:attrNameLst>
                                      </p:cBhvr>
                                      <p:tavLst>
                                        <p:tav tm="0">
                                          <p:val>
                                            <p:fltVal val="0"/>
                                          </p:val>
                                        </p:tav>
                                        <p:tav tm="100000">
                                          <p:val>
                                            <p:strVal val="#ppt_h"/>
                                          </p:val>
                                        </p:tav>
                                      </p:tavLst>
                                    </p:anim>
                                    <p:animEffect transition="in" filter="fade">
                                      <p:cBhvr>
                                        <p:cTn id="23" dur="6400"/>
                                        <p:tgtEl>
                                          <p:spTgt spid="36"/>
                                        </p:tgtEl>
                                      </p:cBhvr>
                                    </p:animEffect>
                                    <p:anim calcmode="lin" valueType="num">
                                      <p:cBhvr>
                                        <p:cTn id="24" dur="6400" fill="hold"/>
                                        <p:tgtEl>
                                          <p:spTgt spid="36"/>
                                        </p:tgtEl>
                                        <p:attrNameLst>
                                          <p:attrName>ppt_x</p:attrName>
                                        </p:attrNameLst>
                                      </p:cBhvr>
                                      <p:tavLst>
                                        <p:tav tm="0">
                                          <p:val>
                                            <p:fltVal val="0.5"/>
                                          </p:val>
                                        </p:tav>
                                        <p:tav tm="100000">
                                          <p:val>
                                            <p:strVal val="#ppt_x"/>
                                          </p:val>
                                        </p:tav>
                                      </p:tavLst>
                                    </p:anim>
                                    <p:anim calcmode="lin" valueType="num">
                                      <p:cBhvr>
                                        <p:cTn id="25" dur="6400" fill="hold"/>
                                        <p:tgtEl>
                                          <p:spTgt spid="36"/>
                                        </p:tgtEl>
                                        <p:attrNameLst>
                                          <p:attrName>ppt_y</p:attrName>
                                        </p:attrNameLst>
                                      </p:cBhvr>
                                      <p:tavLst>
                                        <p:tav tm="0">
                                          <p:val>
                                            <p:fltVal val="0.5"/>
                                          </p:val>
                                        </p:tav>
                                        <p:tav tm="100000">
                                          <p:val>
                                            <p:strVal val="#ppt_y"/>
                                          </p:val>
                                        </p:tav>
                                      </p:tavLst>
                                    </p:anim>
                                  </p:childTnLst>
                                </p:cTn>
                              </p:par>
                              <p:par>
                                <p:cTn id="26" presetID="53" presetClass="entr" presetSubtype="528" repeatCount="indefinite" fill="hold" grpId="0" nodeType="withEffect">
                                  <p:stCondLst>
                                    <p:cond delay="300"/>
                                  </p:stCondLst>
                                  <p:childTnLst>
                                    <p:set>
                                      <p:cBhvr>
                                        <p:cTn id="27" dur="5800" fill="hold">
                                          <p:stCondLst>
                                            <p:cond delay="0"/>
                                          </p:stCondLst>
                                        </p:cTn>
                                        <p:tgtEl>
                                          <p:spTgt spid="37"/>
                                        </p:tgtEl>
                                        <p:attrNameLst>
                                          <p:attrName>style.visibility</p:attrName>
                                        </p:attrNameLst>
                                      </p:cBhvr>
                                      <p:to>
                                        <p:strVal val="visible"/>
                                      </p:to>
                                    </p:set>
                                    <p:anim calcmode="lin" valueType="num">
                                      <p:cBhvr>
                                        <p:cTn id="28" dur="5800" fill="hold"/>
                                        <p:tgtEl>
                                          <p:spTgt spid="37"/>
                                        </p:tgtEl>
                                        <p:attrNameLst>
                                          <p:attrName>ppt_w</p:attrName>
                                        </p:attrNameLst>
                                      </p:cBhvr>
                                      <p:tavLst>
                                        <p:tav tm="0">
                                          <p:val>
                                            <p:fltVal val="0"/>
                                          </p:val>
                                        </p:tav>
                                        <p:tav tm="100000">
                                          <p:val>
                                            <p:strVal val="#ppt_w"/>
                                          </p:val>
                                        </p:tav>
                                      </p:tavLst>
                                    </p:anim>
                                    <p:anim calcmode="lin" valueType="num">
                                      <p:cBhvr>
                                        <p:cTn id="29" dur="5800" fill="hold"/>
                                        <p:tgtEl>
                                          <p:spTgt spid="37"/>
                                        </p:tgtEl>
                                        <p:attrNameLst>
                                          <p:attrName>ppt_h</p:attrName>
                                        </p:attrNameLst>
                                      </p:cBhvr>
                                      <p:tavLst>
                                        <p:tav tm="0">
                                          <p:val>
                                            <p:fltVal val="0"/>
                                          </p:val>
                                        </p:tav>
                                        <p:tav tm="100000">
                                          <p:val>
                                            <p:strVal val="#ppt_h"/>
                                          </p:val>
                                        </p:tav>
                                      </p:tavLst>
                                    </p:anim>
                                    <p:animEffect transition="in" filter="fade">
                                      <p:cBhvr>
                                        <p:cTn id="30" dur="5800"/>
                                        <p:tgtEl>
                                          <p:spTgt spid="37"/>
                                        </p:tgtEl>
                                      </p:cBhvr>
                                    </p:animEffect>
                                    <p:anim calcmode="lin" valueType="num">
                                      <p:cBhvr>
                                        <p:cTn id="31" dur="5800" fill="hold"/>
                                        <p:tgtEl>
                                          <p:spTgt spid="37"/>
                                        </p:tgtEl>
                                        <p:attrNameLst>
                                          <p:attrName>ppt_x</p:attrName>
                                        </p:attrNameLst>
                                      </p:cBhvr>
                                      <p:tavLst>
                                        <p:tav tm="0">
                                          <p:val>
                                            <p:fltVal val="0.5"/>
                                          </p:val>
                                        </p:tav>
                                        <p:tav tm="100000">
                                          <p:val>
                                            <p:strVal val="#ppt_x"/>
                                          </p:val>
                                        </p:tav>
                                      </p:tavLst>
                                    </p:anim>
                                    <p:anim calcmode="lin" valueType="num">
                                      <p:cBhvr>
                                        <p:cTn id="32" dur="5800" fill="hold"/>
                                        <p:tgtEl>
                                          <p:spTgt spid="37"/>
                                        </p:tgtEl>
                                        <p:attrNameLst>
                                          <p:attrName>ppt_y</p:attrName>
                                        </p:attrNameLst>
                                      </p:cBhvr>
                                      <p:tavLst>
                                        <p:tav tm="0">
                                          <p:val>
                                            <p:fltVal val="0.5"/>
                                          </p:val>
                                        </p:tav>
                                        <p:tav tm="100000">
                                          <p:val>
                                            <p:strVal val="#ppt_y"/>
                                          </p:val>
                                        </p:tav>
                                      </p:tavLst>
                                    </p:anim>
                                  </p:childTnLst>
                                </p:cTn>
                              </p:par>
                              <p:par>
                                <p:cTn id="33" presetID="53" presetClass="entr" presetSubtype="528" repeatCount="indefinite" fill="hold" grpId="0" nodeType="withEffect">
                                  <p:stCondLst>
                                    <p:cond delay="100"/>
                                  </p:stCondLst>
                                  <p:childTnLst>
                                    <p:set>
                                      <p:cBhvr>
                                        <p:cTn id="34" dur="6000" fill="hold">
                                          <p:stCondLst>
                                            <p:cond delay="0"/>
                                          </p:stCondLst>
                                        </p:cTn>
                                        <p:tgtEl>
                                          <p:spTgt spid="78"/>
                                        </p:tgtEl>
                                        <p:attrNameLst>
                                          <p:attrName>style.visibility</p:attrName>
                                        </p:attrNameLst>
                                      </p:cBhvr>
                                      <p:to>
                                        <p:strVal val="visible"/>
                                      </p:to>
                                    </p:set>
                                    <p:anim calcmode="lin" valueType="num">
                                      <p:cBhvr>
                                        <p:cTn id="35" dur="6000" fill="hold"/>
                                        <p:tgtEl>
                                          <p:spTgt spid="78"/>
                                        </p:tgtEl>
                                        <p:attrNameLst>
                                          <p:attrName>ppt_w</p:attrName>
                                        </p:attrNameLst>
                                      </p:cBhvr>
                                      <p:tavLst>
                                        <p:tav tm="0">
                                          <p:val>
                                            <p:fltVal val="0"/>
                                          </p:val>
                                        </p:tav>
                                        <p:tav tm="100000">
                                          <p:val>
                                            <p:strVal val="#ppt_w"/>
                                          </p:val>
                                        </p:tav>
                                      </p:tavLst>
                                    </p:anim>
                                    <p:anim calcmode="lin" valueType="num">
                                      <p:cBhvr>
                                        <p:cTn id="36" dur="6000" fill="hold"/>
                                        <p:tgtEl>
                                          <p:spTgt spid="78"/>
                                        </p:tgtEl>
                                        <p:attrNameLst>
                                          <p:attrName>ppt_h</p:attrName>
                                        </p:attrNameLst>
                                      </p:cBhvr>
                                      <p:tavLst>
                                        <p:tav tm="0">
                                          <p:val>
                                            <p:fltVal val="0"/>
                                          </p:val>
                                        </p:tav>
                                        <p:tav tm="100000">
                                          <p:val>
                                            <p:strVal val="#ppt_h"/>
                                          </p:val>
                                        </p:tav>
                                      </p:tavLst>
                                    </p:anim>
                                    <p:animEffect transition="in" filter="fade">
                                      <p:cBhvr>
                                        <p:cTn id="37" dur="6000"/>
                                        <p:tgtEl>
                                          <p:spTgt spid="78"/>
                                        </p:tgtEl>
                                      </p:cBhvr>
                                    </p:animEffect>
                                    <p:anim calcmode="lin" valueType="num">
                                      <p:cBhvr>
                                        <p:cTn id="38" dur="6000" fill="hold"/>
                                        <p:tgtEl>
                                          <p:spTgt spid="78"/>
                                        </p:tgtEl>
                                        <p:attrNameLst>
                                          <p:attrName>ppt_x</p:attrName>
                                        </p:attrNameLst>
                                      </p:cBhvr>
                                      <p:tavLst>
                                        <p:tav tm="0">
                                          <p:val>
                                            <p:fltVal val="0.5"/>
                                          </p:val>
                                        </p:tav>
                                        <p:tav tm="100000">
                                          <p:val>
                                            <p:strVal val="#ppt_x"/>
                                          </p:val>
                                        </p:tav>
                                      </p:tavLst>
                                    </p:anim>
                                    <p:anim calcmode="lin" valueType="num">
                                      <p:cBhvr>
                                        <p:cTn id="39" dur="6000" fill="hold"/>
                                        <p:tgtEl>
                                          <p:spTgt spid="78"/>
                                        </p:tgtEl>
                                        <p:attrNameLst>
                                          <p:attrName>ppt_y</p:attrName>
                                        </p:attrNameLst>
                                      </p:cBhvr>
                                      <p:tavLst>
                                        <p:tav tm="0">
                                          <p:val>
                                            <p:fltVal val="0.5"/>
                                          </p:val>
                                        </p:tav>
                                        <p:tav tm="100000">
                                          <p:val>
                                            <p:strVal val="#ppt_y"/>
                                          </p:val>
                                        </p:tav>
                                      </p:tavLst>
                                    </p:anim>
                                  </p:childTnLst>
                                </p:cTn>
                              </p:par>
                              <p:par>
                                <p:cTn id="40" presetID="53" presetClass="entr" presetSubtype="528" repeatCount="indefinite" fill="hold" grpId="0" nodeType="withEffect">
                                  <p:stCondLst>
                                    <p:cond delay="300"/>
                                  </p:stCondLst>
                                  <p:childTnLst>
                                    <p:set>
                                      <p:cBhvr>
                                        <p:cTn id="41" dur="6800" fill="hold">
                                          <p:stCondLst>
                                            <p:cond delay="0"/>
                                          </p:stCondLst>
                                        </p:cTn>
                                        <p:tgtEl>
                                          <p:spTgt spid="97"/>
                                        </p:tgtEl>
                                        <p:attrNameLst>
                                          <p:attrName>style.visibility</p:attrName>
                                        </p:attrNameLst>
                                      </p:cBhvr>
                                      <p:to>
                                        <p:strVal val="visible"/>
                                      </p:to>
                                    </p:set>
                                    <p:anim calcmode="lin" valueType="num">
                                      <p:cBhvr>
                                        <p:cTn id="42" dur="6800" fill="hold"/>
                                        <p:tgtEl>
                                          <p:spTgt spid="97"/>
                                        </p:tgtEl>
                                        <p:attrNameLst>
                                          <p:attrName>ppt_w</p:attrName>
                                        </p:attrNameLst>
                                      </p:cBhvr>
                                      <p:tavLst>
                                        <p:tav tm="0">
                                          <p:val>
                                            <p:fltVal val="0"/>
                                          </p:val>
                                        </p:tav>
                                        <p:tav tm="100000">
                                          <p:val>
                                            <p:strVal val="#ppt_w"/>
                                          </p:val>
                                        </p:tav>
                                      </p:tavLst>
                                    </p:anim>
                                    <p:anim calcmode="lin" valueType="num">
                                      <p:cBhvr>
                                        <p:cTn id="43" dur="6800" fill="hold"/>
                                        <p:tgtEl>
                                          <p:spTgt spid="97"/>
                                        </p:tgtEl>
                                        <p:attrNameLst>
                                          <p:attrName>ppt_h</p:attrName>
                                        </p:attrNameLst>
                                      </p:cBhvr>
                                      <p:tavLst>
                                        <p:tav tm="0">
                                          <p:val>
                                            <p:fltVal val="0"/>
                                          </p:val>
                                        </p:tav>
                                        <p:tav tm="100000">
                                          <p:val>
                                            <p:strVal val="#ppt_h"/>
                                          </p:val>
                                        </p:tav>
                                      </p:tavLst>
                                    </p:anim>
                                    <p:animEffect transition="in" filter="fade">
                                      <p:cBhvr>
                                        <p:cTn id="44" dur="6800"/>
                                        <p:tgtEl>
                                          <p:spTgt spid="97"/>
                                        </p:tgtEl>
                                      </p:cBhvr>
                                    </p:animEffect>
                                    <p:anim calcmode="lin" valueType="num">
                                      <p:cBhvr>
                                        <p:cTn id="45" dur="6800" fill="hold"/>
                                        <p:tgtEl>
                                          <p:spTgt spid="97"/>
                                        </p:tgtEl>
                                        <p:attrNameLst>
                                          <p:attrName>ppt_x</p:attrName>
                                        </p:attrNameLst>
                                      </p:cBhvr>
                                      <p:tavLst>
                                        <p:tav tm="0">
                                          <p:val>
                                            <p:fltVal val="0.5"/>
                                          </p:val>
                                        </p:tav>
                                        <p:tav tm="100000">
                                          <p:val>
                                            <p:strVal val="#ppt_x"/>
                                          </p:val>
                                        </p:tav>
                                      </p:tavLst>
                                    </p:anim>
                                    <p:anim calcmode="lin" valueType="num">
                                      <p:cBhvr>
                                        <p:cTn id="46" dur="6800" fill="hold"/>
                                        <p:tgtEl>
                                          <p:spTgt spid="97"/>
                                        </p:tgtEl>
                                        <p:attrNameLst>
                                          <p:attrName>ppt_y</p:attrName>
                                        </p:attrNameLst>
                                      </p:cBhvr>
                                      <p:tavLst>
                                        <p:tav tm="0">
                                          <p:val>
                                            <p:fltVal val="0.5"/>
                                          </p:val>
                                        </p:tav>
                                        <p:tav tm="100000">
                                          <p:val>
                                            <p:strVal val="#ppt_y"/>
                                          </p:val>
                                        </p:tav>
                                      </p:tavLst>
                                    </p:anim>
                                  </p:childTnLst>
                                </p:cTn>
                              </p:par>
                              <p:par>
                                <p:cTn id="47" presetID="53" presetClass="entr" presetSubtype="528" repeatCount="indefinite" fill="hold" grpId="0" nodeType="withEffect">
                                  <p:stCondLst>
                                    <p:cond delay="244"/>
                                  </p:stCondLst>
                                  <p:childTnLst>
                                    <p:set>
                                      <p:cBhvr>
                                        <p:cTn id="48" dur="1" fill="hold">
                                          <p:stCondLst>
                                            <p:cond delay="0"/>
                                          </p:stCondLst>
                                        </p:cTn>
                                        <p:tgtEl>
                                          <p:spTgt spid="98"/>
                                        </p:tgtEl>
                                        <p:attrNameLst>
                                          <p:attrName>style.visibility</p:attrName>
                                        </p:attrNameLst>
                                      </p:cBhvr>
                                      <p:to>
                                        <p:strVal val="visible"/>
                                      </p:to>
                                    </p:set>
                                    <p:anim calcmode="lin" valueType="num">
                                      <p:cBhvr>
                                        <p:cTn id="49" dur="5153" fill="hold"/>
                                        <p:tgtEl>
                                          <p:spTgt spid="98"/>
                                        </p:tgtEl>
                                        <p:attrNameLst>
                                          <p:attrName>ppt_w</p:attrName>
                                        </p:attrNameLst>
                                      </p:cBhvr>
                                      <p:tavLst>
                                        <p:tav tm="0">
                                          <p:val>
                                            <p:fltVal val="0"/>
                                          </p:val>
                                        </p:tav>
                                        <p:tav tm="100000">
                                          <p:val>
                                            <p:strVal val="#ppt_w"/>
                                          </p:val>
                                        </p:tav>
                                      </p:tavLst>
                                    </p:anim>
                                    <p:anim calcmode="lin" valueType="num">
                                      <p:cBhvr>
                                        <p:cTn id="50" dur="5153" fill="hold"/>
                                        <p:tgtEl>
                                          <p:spTgt spid="98"/>
                                        </p:tgtEl>
                                        <p:attrNameLst>
                                          <p:attrName>ppt_h</p:attrName>
                                        </p:attrNameLst>
                                      </p:cBhvr>
                                      <p:tavLst>
                                        <p:tav tm="0">
                                          <p:val>
                                            <p:fltVal val="0"/>
                                          </p:val>
                                        </p:tav>
                                        <p:tav tm="100000">
                                          <p:val>
                                            <p:strVal val="#ppt_h"/>
                                          </p:val>
                                        </p:tav>
                                      </p:tavLst>
                                    </p:anim>
                                    <p:animEffect transition="in" filter="fade">
                                      <p:cBhvr>
                                        <p:cTn id="51" dur="5153"/>
                                        <p:tgtEl>
                                          <p:spTgt spid="98"/>
                                        </p:tgtEl>
                                      </p:cBhvr>
                                    </p:animEffect>
                                    <p:anim calcmode="lin" valueType="num">
                                      <p:cBhvr>
                                        <p:cTn id="52" dur="5153" fill="hold"/>
                                        <p:tgtEl>
                                          <p:spTgt spid="98"/>
                                        </p:tgtEl>
                                        <p:attrNameLst>
                                          <p:attrName>ppt_x</p:attrName>
                                        </p:attrNameLst>
                                      </p:cBhvr>
                                      <p:tavLst>
                                        <p:tav tm="0">
                                          <p:val>
                                            <p:fltVal val="0.5"/>
                                          </p:val>
                                        </p:tav>
                                        <p:tav tm="100000">
                                          <p:val>
                                            <p:strVal val="#ppt_x"/>
                                          </p:val>
                                        </p:tav>
                                      </p:tavLst>
                                    </p:anim>
                                    <p:anim calcmode="lin" valueType="num">
                                      <p:cBhvr>
                                        <p:cTn id="53" dur="5153" fill="hold"/>
                                        <p:tgtEl>
                                          <p:spTgt spid="98"/>
                                        </p:tgtEl>
                                        <p:attrNameLst>
                                          <p:attrName>ppt_y</p:attrName>
                                        </p:attrNameLst>
                                      </p:cBhvr>
                                      <p:tavLst>
                                        <p:tav tm="0">
                                          <p:val>
                                            <p:fltVal val="0.5"/>
                                          </p:val>
                                        </p:tav>
                                        <p:tav tm="100000">
                                          <p:val>
                                            <p:strVal val="#ppt_y"/>
                                          </p:val>
                                        </p:tav>
                                      </p:tavLst>
                                    </p:anim>
                                  </p:childTnLst>
                                </p:cTn>
                              </p:par>
                              <p:par>
                                <p:cTn id="54" presetID="53" presetClass="entr" presetSubtype="528" repeatCount="indefinite" fill="hold" grpId="0" nodeType="withEffect">
                                  <p:stCondLst>
                                    <p:cond delay="1334"/>
                                  </p:stCondLst>
                                  <p:childTnLst>
                                    <p:set>
                                      <p:cBhvr>
                                        <p:cTn id="55" dur="1" fill="hold">
                                          <p:stCondLst>
                                            <p:cond delay="0"/>
                                          </p:stCondLst>
                                        </p:cTn>
                                        <p:tgtEl>
                                          <p:spTgt spid="109"/>
                                        </p:tgtEl>
                                        <p:attrNameLst>
                                          <p:attrName>style.visibility</p:attrName>
                                        </p:attrNameLst>
                                      </p:cBhvr>
                                      <p:to>
                                        <p:strVal val="visible"/>
                                      </p:to>
                                    </p:set>
                                    <p:anim calcmode="lin" valueType="num">
                                      <p:cBhvr>
                                        <p:cTn id="56" dur="6175" fill="hold"/>
                                        <p:tgtEl>
                                          <p:spTgt spid="109"/>
                                        </p:tgtEl>
                                        <p:attrNameLst>
                                          <p:attrName>ppt_w</p:attrName>
                                        </p:attrNameLst>
                                      </p:cBhvr>
                                      <p:tavLst>
                                        <p:tav tm="0">
                                          <p:val>
                                            <p:fltVal val="0"/>
                                          </p:val>
                                        </p:tav>
                                        <p:tav tm="100000">
                                          <p:val>
                                            <p:strVal val="#ppt_w"/>
                                          </p:val>
                                        </p:tav>
                                      </p:tavLst>
                                    </p:anim>
                                    <p:anim calcmode="lin" valueType="num">
                                      <p:cBhvr>
                                        <p:cTn id="57" dur="6175" fill="hold"/>
                                        <p:tgtEl>
                                          <p:spTgt spid="109"/>
                                        </p:tgtEl>
                                        <p:attrNameLst>
                                          <p:attrName>ppt_h</p:attrName>
                                        </p:attrNameLst>
                                      </p:cBhvr>
                                      <p:tavLst>
                                        <p:tav tm="0">
                                          <p:val>
                                            <p:fltVal val="0"/>
                                          </p:val>
                                        </p:tav>
                                        <p:tav tm="100000">
                                          <p:val>
                                            <p:strVal val="#ppt_h"/>
                                          </p:val>
                                        </p:tav>
                                      </p:tavLst>
                                    </p:anim>
                                    <p:animEffect transition="in" filter="fade">
                                      <p:cBhvr>
                                        <p:cTn id="58" dur="6175"/>
                                        <p:tgtEl>
                                          <p:spTgt spid="109"/>
                                        </p:tgtEl>
                                      </p:cBhvr>
                                    </p:animEffect>
                                    <p:anim calcmode="lin" valueType="num">
                                      <p:cBhvr>
                                        <p:cTn id="59" dur="6175" fill="hold"/>
                                        <p:tgtEl>
                                          <p:spTgt spid="109"/>
                                        </p:tgtEl>
                                        <p:attrNameLst>
                                          <p:attrName>ppt_x</p:attrName>
                                        </p:attrNameLst>
                                      </p:cBhvr>
                                      <p:tavLst>
                                        <p:tav tm="0">
                                          <p:val>
                                            <p:fltVal val="0.5"/>
                                          </p:val>
                                        </p:tav>
                                        <p:tav tm="100000">
                                          <p:val>
                                            <p:strVal val="#ppt_x"/>
                                          </p:val>
                                        </p:tav>
                                      </p:tavLst>
                                    </p:anim>
                                    <p:anim calcmode="lin" valueType="num">
                                      <p:cBhvr>
                                        <p:cTn id="60" dur="6175" fill="hold"/>
                                        <p:tgtEl>
                                          <p:spTgt spid="109"/>
                                        </p:tgtEl>
                                        <p:attrNameLst>
                                          <p:attrName>ppt_y</p:attrName>
                                        </p:attrNameLst>
                                      </p:cBhvr>
                                      <p:tavLst>
                                        <p:tav tm="0">
                                          <p:val>
                                            <p:fltVal val="0.5"/>
                                          </p:val>
                                        </p:tav>
                                        <p:tav tm="100000">
                                          <p:val>
                                            <p:strVal val="#ppt_y"/>
                                          </p:val>
                                        </p:tav>
                                      </p:tavLst>
                                    </p:anim>
                                  </p:childTnLst>
                                </p:cTn>
                              </p:par>
                              <p:par>
                                <p:cTn id="61" presetID="53" presetClass="entr" presetSubtype="528" repeatCount="indefinite" fill="hold" grpId="0" nodeType="withEffect">
                                  <p:stCondLst>
                                    <p:cond delay="1892"/>
                                  </p:stCondLst>
                                  <p:childTnLst>
                                    <p:set>
                                      <p:cBhvr>
                                        <p:cTn id="62" dur="1" fill="hold">
                                          <p:stCondLst>
                                            <p:cond delay="0"/>
                                          </p:stCondLst>
                                        </p:cTn>
                                        <p:tgtEl>
                                          <p:spTgt spid="134"/>
                                        </p:tgtEl>
                                        <p:attrNameLst>
                                          <p:attrName>style.visibility</p:attrName>
                                        </p:attrNameLst>
                                      </p:cBhvr>
                                      <p:to>
                                        <p:strVal val="visible"/>
                                      </p:to>
                                    </p:set>
                                    <p:anim calcmode="lin" valueType="num">
                                      <p:cBhvr>
                                        <p:cTn id="63" dur="5142" fill="hold"/>
                                        <p:tgtEl>
                                          <p:spTgt spid="134"/>
                                        </p:tgtEl>
                                        <p:attrNameLst>
                                          <p:attrName>ppt_w</p:attrName>
                                        </p:attrNameLst>
                                      </p:cBhvr>
                                      <p:tavLst>
                                        <p:tav tm="0">
                                          <p:val>
                                            <p:fltVal val="0"/>
                                          </p:val>
                                        </p:tav>
                                        <p:tav tm="100000">
                                          <p:val>
                                            <p:strVal val="#ppt_w"/>
                                          </p:val>
                                        </p:tav>
                                      </p:tavLst>
                                    </p:anim>
                                    <p:anim calcmode="lin" valueType="num">
                                      <p:cBhvr>
                                        <p:cTn id="64" dur="5142" fill="hold"/>
                                        <p:tgtEl>
                                          <p:spTgt spid="134"/>
                                        </p:tgtEl>
                                        <p:attrNameLst>
                                          <p:attrName>ppt_h</p:attrName>
                                        </p:attrNameLst>
                                      </p:cBhvr>
                                      <p:tavLst>
                                        <p:tav tm="0">
                                          <p:val>
                                            <p:fltVal val="0"/>
                                          </p:val>
                                        </p:tav>
                                        <p:tav tm="100000">
                                          <p:val>
                                            <p:strVal val="#ppt_h"/>
                                          </p:val>
                                        </p:tav>
                                      </p:tavLst>
                                    </p:anim>
                                    <p:animEffect transition="in" filter="fade">
                                      <p:cBhvr>
                                        <p:cTn id="65" dur="5142"/>
                                        <p:tgtEl>
                                          <p:spTgt spid="134"/>
                                        </p:tgtEl>
                                      </p:cBhvr>
                                    </p:animEffect>
                                    <p:anim calcmode="lin" valueType="num">
                                      <p:cBhvr>
                                        <p:cTn id="66" dur="5142" fill="hold"/>
                                        <p:tgtEl>
                                          <p:spTgt spid="134"/>
                                        </p:tgtEl>
                                        <p:attrNameLst>
                                          <p:attrName>ppt_x</p:attrName>
                                        </p:attrNameLst>
                                      </p:cBhvr>
                                      <p:tavLst>
                                        <p:tav tm="0">
                                          <p:val>
                                            <p:fltVal val="0.5"/>
                                          </p:val>
                                        </p:tav>
                                        <p:tav tm="100000">
                                          <p:val>
                                            <p:strVal val="#ppt_x"/>
                                          </p:val>
                                        </p:tav>
                                      </p:tavLst>
                                    </p:anim>
                                    <p:anim calcmode="lin" valueType="num">
                                      <p:cBhvr>
                                        <p:cTn id="67" dur="5142" fill="hold"/>
                                        <p:tgtEl>
                                          <p:spTgt spid="134"/>
                                        </p:tgtEl>
                                        <p:attrNameLst>
                                          <p:attrName>ppt_y</p:attrName>
                                        </p:attrNameLst>
                                      </p:cBhvr>
                                      <p:tavLst>
                                        <p:tav tm="0">
                                          <p:val>
                                            <p:fltVal val="0.5"/>
                                          </p:val>
                                        </p:tav>
                                        <p:tav tm="100000">
                                          <p:val>
                                            <p:strVal val="#ppt_y"/>
                                          </p:val>
                                        </p:tav>
                                      </p:tavLst>
                                    </p:anim>
                                  </p:childTnLst>
                                </p:cTn>
                              </p:par>
                              <p:par>
                                <p:cTn id="68" presetID="53" presetClass="entr" presetSubtype="528" repeatCount="indefinite" fill="hold" grpId="0" nodeType="withEffect">
                                  <p:stCondLst>
                                    <p:cond delay="907"/>
                                  </p:stCondLst>
                                  <p:childTnLst>
                                    <p:set>
                                      <p:cBhvr>
                                        <p:cTn id="69" dur="1" fill="hold">
                                          <p:stCondLst>
                                            <p:cond delay="0"/>
                                          </p:stCondLst>
                                        </p:cTn>
                                        <p:tgtEl>
                                          <p:spTgt spid="135"/>
                                        </p:tgtEl>
                                        <p:attrNameLst>
                                          <p:attrName>style.visibility</p:attrName>
                                        </p:attrNameLst>
                                      </p:cBhvr>
                                      <p:to>
                                        <p:strVal val="visible"/>
                                      </p:to>
                                    </p:set>
                                    <p:anim calcmode="lin" valueType="num">
                                      <p:cBhvr>
                                        <p:cTn id="70" dur="5232" fill="hold"/>
                                        <p:tgtEl>
                                          <p:spTgt spid="135"/>
                                        </p:tgtEl>
                                        <p:attrNameLst>
                                          <p:attrName>ppt_w</p:attrName>
                                        </p:attrNameLst>
                                      </p:cBhvr>
                                      <p:tavLst>
                                        <p:tav tm="0">
                                          <p:val>
                                            <p:fltVal val="0"/>
                                          </p:val>
                                        </p:tav>
                                        <p:tav tm="100000">
                                          <p:val>
                                            <p:strVal val="#ppt_w"/>
                                          </p:val>
                                        </p:tav>
                                      </p:tavLst>
                                    </p:anim>
                                    <p:anim calcmode="lin" valueType="num">
                                      <p:cBhvr>
                                        <p:cTn id="71" dur="5232" fill="hold"/>
                                        <p:tgtEl>
                                          <p:spTgt spid="135"/>
                                        </p:tgtEl>
                                        <p:attrNameLst>
                                          <p:attrName>ppt_h</p:attrName>
                                        </p:attrNameLst>
                                      </p:cBhvr>
                                      <p:tavLst>
                                        <p:tav tm="0">
                                          <p:val>
                                            <p:fltVal val="0"/>
                                          </p:val>
                                        </p:tav>
                                        <p:tav tm="100000">
                                          <p:val>
                                            <p:strVal val="#ppt_h"/>
                                          </p:val>
                                        </p:tav>
                                      </p:tavLst>
                                    </p:anim>
                                    <p:animEffect transition="in" filter="fade">
                                      <p:cBhvr>
                                        <p:cTn id="72" dur="5232"/>
                                        <p:tgtEl>
                                          <p:spTgt spid="135"/>
                                        </p:tgtEl>
                                      </p:cBhvr>
                                    </p:animEffect>
                                    <p:anim calcmode="lin" valueType="num">
                                      <p:cBhvr>
                                        <p:cTn id="73" dur="5232" fill="hold"/>
                                        <p:tgtEl>
                                          <p:spTgt spid="135"/>
                                        </p:tgtEl>
                                        <p:attrNameLst>
                                          <p:attrName>ppt_x</p:attrName>
                                        </p:attrNameLst>
                                      </p:cBhvr>
                                      <p:tavLst>
                                        <p:tav tm="0">
                                          <p:val>
                                            <p:fltVal val="0.5"/>
                                          </p:val>
                                        </p:tav>
                                        <p:tav tm="100000">
                                          <p:val>
                                            <p:strVal val="#ppt_x"/>
                                          </p:val>
                                        </p:tav>
                                      </p:tavLst>
                                    </p:anim>
                                    <p:anim calcmode="lin" valueType="num">
                                      <p:cBhvr>
                                        <p:cTn id="74" dur="5232" fill="hold"/>
                                        <p:tgtEl>
                                          <p:spTgt spid="135"/>
                                        </p:tgtEl>
                                        <p:attrNameLst>
                                          <p:attrName>ppt_y</p:attrName>
                                        </p:attrNameLst>
                                      </p:cBhvr>
                                      <p:tavLst>
                                        <p:tav tm="0">
                                          <p:val>
                                            <p:fltVal val="0.5"/>
                                          </p:val>
                                        </p:tav>
                                        <p:tav tm="100000">
                                          <p:val>
                                            <p:strVal val="#ppt_y"/>
                                          </p:val>
                                        </p:tav>
                                      </p:tavLst>
                                    </p:anim>
                                  </p:childTnLst>
                                </p:cTn>
                              </p:par>
                              <p:par>
                                <p:cTn id="75" presetID="53" presetClass="entr" presetSubtype="528" repeatCount="indefinite" fill="hold" grpId="0" nodeType="withEffect">
                                  <p:stCondLst>
                                    <p:cond delay="317"/>
                                  </p:stCondLst>
                                  <p:childTnLst>
                                    <p:set>
                                      <p:cBhvr>
                                        <p:cTn id="76" dur="1" fill="hold">
                                          <p:stCondLst>
                                            <p:cond delay="0"/>
                                          </p:stCondLst>
                                        </p:cTn>
                                        <p:tgtEl>
                                          <p:spTgt spid="136"/>
                                        </p:tgtEl>
                                        <p:attrNameLst>
                                          <p:attrName>style.visibility</p:attrName>
                                        </p:attrNameLst>
                                      </p:cBhvr>
                                      <p:to>
                                        <p:strVal val="visible"/>
                                      </p:to>
                                    </p:set>
                                    <p:anim calcmode="lin" valueType="num">
                                      <p:cBhvr>
                                        <p:cTn id="77" dur="5737" fill="hold"/>
                                        <p:tgtEl>
                                          <p:spTgt spid="136"/>
                                        </p:tgtEl>
                                        <p:attrNameLst>
                                          <p:attrName>ppt_w</p:attrName>
                                        </p:attrNameLst>
                                      </p:cBhvr>
                                      <p:tavLst>
                                        <p:tav tm="0">
                                          <p:val>
                                            <p:fltVal val="0"/>
                                          </p:val>
                                        </p:tav>
                                        <p:tav tm="100000">
                                          <p:val>
                                            <p:strVal val="#ppt_w"/>
                                          </p:val>
                                        </p:tav>
                                      </p:tavLst>
                                    </p:anim>
                                    <p:anim calcmode="lin" valueType="num">
                                      <p:cBhvr>
                                        <p:cTn id="78" dur="5737" fill="hold"/>
                                        <p:tgtEl>
                                          <p:spTgt spid="136"/>
                                        </p:tgtEl>
                                        <p:attrNameLst>
                                          <p:attrName>ppt_h</p:attrName>
                                        </p:attrNameLst>
                                      </p:cBhvr>
                                      <p:tavLst>
                                        <p:tav tm="0">
                                          <p:val>
                                            <p:fltVal val="0"/>
                                          </p:val>
                                        </p:tav>
                                        <p:tav tm="100000">
                                          <p:val>
                                            <p:strVal val="#ppt_h"/>
                                          </p:val>
                                        </p:tav>
                                      </p:tavLst>
                                    </p:anim>
                                    <p:animEffect transition="in" filter="fade">
                                      <p:cBhvr>
                                        <p:cTn id="79" dur="5737"/>
                                        <p:tgtEl>
                                          <p:spTgt spid="136"/>
                                        </p:tgtEl>
                                      </p:cBhvr>
                                    </p:animEffect>
                                    <p:anim calcmode="lin" valueType="num">
                                      <p:cBhvr>
                                        <p:cTn id="80" dur="5737" fill="hold"/>
                                        <p:tgtEl>
                                          <p:spTgt spid="136"/>
                                        </p:tgtEl>
                                        <p:attrNameLst>
                                          <p:attrName>ppt_x</p:attrName>
                                        </p:attrNameLst>
                                      </p:cBhvr>
                                      <p:tavLst>
                                        <p:tav tm="0">
                                          <p:val>
                                            <p:fltVal val="0.5"/>
                                          </p:val>
                                        </p:tav>
                                        <p:tav tm="100000">
                                          <p:val>
                                            <p:strVal val="#ppt_x"/>
                                          </p:val>
                                        </p:tav>
                                      </p:tavLst>
                                    </p:anim>
                                    <p:anim calcmode="lin" valueType="num">
                                      <p:cBhvr>
                                        <p:cTn id="81" dur="5737" fill="hold"/>
                                        <p:tgtEl>
                                          <p:spTgt spid="136"/>
                                        </p:tgtEl>
                                        <p:attrNameLst>
                                          <p:attrName>ppt_y</p:attrName>
                                        </p:attrNameLst>
                                      </p:cBhvr>
                                      <p:tavLst>
                                        <p:tav tm="0">
                                          <p:val>
                                            <p:fltVal val="0.5"/>
                                          </p:val>
                                        </p:tav>
                                        <p:tav tm="100000">
                                          <p:val>
                                            <p:strVal val="#ppt_y"/>
                                          </p:val>
                                        </p:tav>
                                      </p:tavLst>
                                    </p:anim>
                                  </p:childTnLst>
                                </p:cTn>
                              </p:par>
                              <p:par>
                                <p:cTn id="82" presetID="53" presetClass="entr" presetSubtype="528" repeatCount="indefinite" fill="hold" grpId="0" nodeType="withEffect">
                                  <p:stCondLst>
                                    <p:cond delay="1699"/>
                                  </p:stCondLst>
                                  <p:childTnLst>
                                    <p:set>
                                      <p:cBhvr>
                                        <p:cTn id="83" dur="1" fill="hold">
                                          <p:stCondLst>
                                            <p:cond delay="0"/>
                                          </p:stCondLst>
                                        </p:cTn>
                                        <p:tgtEl>
                                          <p:spTgt spid="137"/>
                                        </p:tgtEl>
                                        <p:attrNameLst>
                                          <p:attrName>style.visibility</p:attrName>
                                        </p:attrNameLst>
                                      </p:cBhvr>
                                      <p:to>
                                        <p:strVal val="visible"/>
                                      </p:to>
                                    </p:set>
                                    <p:anim calcmode="lin" valueType="num">
                                      <p:cBhvr>
                                        <p:cTn id="84" dur="6663" fill="hold"/>
                                        <p:tgtEl>
                                          <p:spTgt spid="137"/>
                                        </p:tgtEl>
                                        <p:attrNameLst>
                                          <p:attrName>ppt_w</p:attrName>
                                        </p:attrNameLst>
                                      </p:cBhvr>
                                      <p:tavLst>
                                        <p:tav tm="0">
                                          <p:val>
                                            <p:fltVal val="0"/>
                                          </p:val>
                                        </p:tav>
                                        <p:tav tm="100000">
                                          <p:val>
                                            <p:strVal val="#ppt_w"/>
                                          </p:val>
                                        </p:tav>
                                      </p:tavLst>
                                    </p:anim>
                                    <p:anim calcmode="lin" valueType="num">
                                      <p:cBhvr>
                                        <p:cTn id="85" dur="6663" fill="hold"/>
                                        <p:tgtEl>
                                          <p:spTgt spid="137"/>
                                        </p:tgtEl>
                                        <p:attrNameLst>
                                          <p:attrName>ppt_h</p:attrName>
                                        </p:attrNameLst>
                                      </p:cBhvr>
                                      <p:tavLst>
                                        <p:tav tm="0">
                                          <p:val>
                                            <p:fltVal val="0"/>
                                          </p:val>
                                        </p:tav>
                                        <p:tav tm="100000">
                                          <p:val>
                                            <p:strVal val="#ppt_h"/>
                                          </p:val>
                                        </p:tav>
                                      </p:tavLst>
                                    </p:anim>
                                    <p:animEffect transition="in" filter="fade">
                                      <p:cBhvr>
                                        <p:cTn id="86" dur="6663"/>
                                        <p:tgtEl>
                                          <p:spTgt spid="137"/>
                                        </p:tgtEl>
                                      </p:cBhvr>
                                    </p:animEffect>
                                    <p:anim calcmode="lin" valueType="num">
                                      <p:cBhvr>
                                        <p:cTn id="87" dur="6663" fill="hold"/>
                                        <p:tgtEl>
                                          <p:spTgt spid="137"/>
                                        </p:tgtEl>
                                        <p:attrNameLst>
                                          <p:attrName>ppt_x</p:attrName>
                                        </p:attrNameLst>
                                      </p:cBhvr>
                                      <p:tavLst>
                                        <p:tav tm="0">
                                          <p:val>
                                            <p:fltVal val="0.5"/>
                                          </p:val>
                                        </p:tav>
                                        <p:tav tm="100000">
                                          <p:val>
                                            <p:strVal val="#ppt_x"/>
                                          </p:val>
                                        </p:tav>
                                      </p:tavLst>
                                    </p:anim>
                                    <p:anim calcmode="lin" valueType="num">
                                      <p:cBhvr>
                                        <p:cTn id="88" dur="6663" fill="hold"/>
                                        <p:tgtEl>
                                          <p:spTgt spid="137"/>
                                        </p:tgtEl>
                                        <p:attrNameLst>
                                          <p:attrName>ppt_y</p:attrName>
                                        </p:attrNameLst>
                                      </p:cBhvr>
                                      <p:tavLst>
                                        <p:tav tm="0">
                                          <p:val>
                                            <p:fltVal val="0.5"/>
                                          </p:val>
                                        </p:tav>
                                        <p:tav tm="100000">
                                          <p:val>
                                            <p:strVal val="#ppt_y"/>
                                          </p:val>
                                        </p:tav>
                                      </p:tavLst>
                                    </p:anim>
                                  </p:childTnLst>
                                </p:cTn>
                              </p:par>
                              <p:par>
                                <p:cTn id="89" presetID="53" presetClass="entr" presetSubtype="528" repeatCount="indefinite" fill="hold" grpId="0" nodeType="withEffect">
                                  <p:stCondLst>
                                    <p:cond delay="1993"/>
                                  </p:stCondLst>
                                  <p:childTnLst>
                                    <p:set>
                                      <p:cBhvr>
                                        <p:cTn id="90" dur="1" fill="hold">
                                          <p:stCondLst>
                                            <p:cond delay="0"/>
                                          </p:stCondLst>
                                        </p:cTn>
                                        <p:tgtEl>
                                          <p:spTgt spid="139"/>
                                        </p:tgtEl>
                                        <p:attrNameLst>
                                          <p:attrName>style.visibility</p:attrName>
                                        </p:attrNameLst>
                                      </p:cBhvr>
                                      <p:to>
                                        <p:strVal val="visible"/>
                                      </p:to>
                                    </p:set>
                                    <p:anim calcmode="lin" valueType="num">
                                      <p:cBhvr>
                                        <p:cTn id="91" dur="5240" fill="hold"/>
                                        <p:tgtEl>
                                          <p:spTgt spid="139"/>
                                        </p:tgtEl>
                                        <p:attrNameLst>
                                          <p:attrName>ppt_w</p:attrName>
                                        </p:attrNameLst>
                                      </p:cBhvr>
                                      <p:tavLst>
                                        <p:tav tm="0">
                                          <p:val>
                                            <p:fltVal val="0"/>
                                          </p:val>
                                        </p:tav>
                                        <p:tav tm="100000">
                                          <p:val>
                                            <p:strVal val="#ppt_w"/>
                                          </p:val>
                                        </p:tav>
                                      </p:tavLst>
                                    </p:anim>
                                    <p:anim calcmode="lin" valueType="num">
                                      <p:cBhvr>
                                        <p:cTn id="92" dur="5240" fill="hold"/>
                                        <p:tgtEl>
                                          <p:spTgt spid="139"/>
                                        </p:tgtEl>
                                        <p:attrNameLst>
                                          <p:attrName>ppt_h</p:attrName>
                                        </p:attrNameLst>
                                      </p:cBhvr>
                                      <p:tavLst>
                                        <p:tav tm="0">
                                          <p:val>
                                            <p:fltVal val="0"/>
                                          </p:val>
                                        </p:tav>
                                        <p:tav tm="100000">
                                          <p:val>
                                            <p:strVal val="#ppt_h"/>
                                          </p:val>
                                        </p:tav>
                                      </p:tavLst>
                                    </p:anim>
                                    <p:animEffect transition="in" filter="fade">
                                      <p:cBhvr>
                                        <p:cTn id="93" dur="5240"/>
                                        <p:tgtEl>
                                          <p:spTgt spid="139"/>
                                        </p:tgtEl>
                                      </p:cBhvr>
                                    </p:animEffect>
                                    <p:anim calcmode="lin" valueType="num">
                                      <p:cBhvr>
                                        <p:cTn id="94" dur="5240" fill="hold"/>
                                        <p:tgtEl>
                                          <p:spTgt spid="139"/>
                                        </p:tgtEl>
                                        <p:attrNameLst>
                                          <p:attrName>ppt_x</p:attrName>
                                        </p:attrNameLst>
                                      </p:cBhvr>
                                      <p:tavLst>
                                        <p:tav tm="0">
                                          <p:val>
                                            <p:fltVal val="0.5"/>
                                          </p:val>
                                        </p:tav>
                                        <p:tav tm="100000">
                                          <p:val>
                                            <p:strVal val="#ppt_x"/>
                                          </p:val>
                                        </p:tav>
                                      </p:tavLst>
                                    </p:anim>
                                    <p:anim calcmode="lin" valueType="num">
                                      <p:cBhvr>
                                        <p:cTn id="95" dur="5240" fill="hold"/>
                                        <p:tgtEl>
                                          <p:spTgt spid="139"/>
                                        </p:tgtEl>
                                        <p:attrNameLst>
                                          <p:attrName>ppt_y</p:attrName>
                                        </p:attrNameLst>
                                      </p:cBhvr>
                                      <p:tavLst>
                                        <p:tav tm="0">
                                          <p:val>
                                            <p:fltVal val="0.5"/>
                                          </p:val>
                                        </p:tav>
                                        <p:tav tm="100000">
                                          <p:val>
                                            <p:strVal val="#ppt_y"/>
                                          </p:val>
                                        </p:tav>
                                      </p:tavLst>
                                    </p:anim>
                                  </p:childTnLst>
                                </p:cTn>
                              </p:par>
                              <p:par>
                                <p:cTn id="96" presetID="53" presetClass="entr" presetSubtype="528" repeatCount="indefinite" fill="hold" grpId="0" nodeType="withEffect">
                                  <p:stCondLst>
                                    <p:cond delay="1408"/>
                                  </p:stCondLst>
                                  <p:childTnLst>
                                    <p:set>
                                      <p:cBhvr>
                                        <p:cTn id="97" dur="1" fill="hold">
                                          <p:stCondLst>
                                            <p:cond delay="0"/>
                                          </p:stCondLst>
                                        </p:cTn>
                                        <p:tgtEl>
                                          <p:spTgt spid="140"/>
                                        </p:tgtEl>
                                        <p:attrNameLst>
                                          <p:attrName>style.visibility</p:attrName>
                                        </p:attrNameLst>
                                      </p:cBhvr>
                                      <p:to>
                                        <p:strVal val="visible"/>
                                      </p:to>
                                    </p:set>
                                    <p:anim calcmode="lin" valueType="num">
                                      <p:cBhvr>
                                        <p:cTn id="98" dur="7466" fill="hold"/>
                                        <p:tgtEl>
                                          <p:spTgt spid="140"/>
                                        </p:tgtEl>
                                        <p:attrNameLst>
                                          <p:attrName>ppt_w</p:attrName>
                                        </p:attrNameLst>
                                      </p:cBhvr>
                                      <p:tavLst>
                                        <p:tav tm="0">
                                          <p:val>
                                            <p:fltVal val="0"/>
                                          </p:val>
                                        </p:tav>
                                        <p:tav tm="100000">
                                          <p:val>
                                            <p:strVal val="#ppt_w"/>
                                          </p:val>
                                        </p:tav>
                                      </p:tavLst>
                                    </p:anim>
                                    <p:anim calcmode="lin" valueType="num">
                                      <p:cBhvr>
                                        <p:cTn id="99" dur="7466" fill="hold"/>
                                        <p:tgtEl>
                                          <p:spTgt spid="140"/>
                                        </p:tgtEl>
                                        <p:attrNameLst>
                                          <p:attrName>ppt_h</p:attrName>
                                        </p:attrNameLst>
                                      </p:cBhvr>
                                      <p:tavLst>
                                        <p:tav tm="0">
                                          <p:val>
                                            <p:fltVal val="0"/>
                                          </p:val>
                                        </p:tav>
                                        <p:tav tm="100000">
                                          <p:val>
                                            <p:strVal val="#ppt_h"/>
                                          </p:val>
                                        </p:tav>
                                      </p:tavLst>
                                    </p:anim>
                                    <p:animEffect transition="in" filter="fade">
                                      <p:cBhvr>
                                        <p:cTn id="100" dur="7466"/>
                                        <p:tgtEl>
                                          <p:spTgt spid="140"/>
                                        </p:tgtEl>
                                      </p:cBhvr>
                                    </p:animEffect>
                                    <p:anim calcmode="lin" valueType="num">
                                      <p:cBhvr>
                                        <p:cTn id="101" dur="7466" fill="hold"/>
                                        <p:tgtEl>
                                          <p:spTgt spid="140"/>
                                        </p:tgtEl>
                                        <p:attrNameLst>
                                          <p:attrName>ppt_x</p:attrName>
                                        </p:attrNameLst>
                                      </p:cBhvr>
                                      <p:tavLst>
                                        <p:tav tm="0">
                                          <p:val>
                                            <p:fltVal val="0.5"/>
                                          </p:val>
                                        </p:tav>
                                        <p:tav tm="100000">
                                          <p:val>
                                            <p:strVal val="#ppt_x"/>
                                          </p:val>
                                        </p:tav>
                                      </p:tavLst>
                                    </p:anim>
                                    <p:anim calcmode="lin" valueType="num">
                                      <p:cBhvr>
                                        <p:cTn id="102" dur="7466" fill="hold"/>
                                        <p:tgtEl>
                                          <p:spTgt spid="140"/>
                                        </p:tgtEl>
                                        <p:attrNameLst>
                                          <p:attrName>ppt_y</p:attrName>
                                        </p:attrNameLst>
                                      </p:cBhvr>
                                      <p:tavLst>
                                        <p:tav tm="0">
                                          <p:val>
                                            <p:fltVal val="0.5"/>
                                          </p:val>
                                        </p:tav>
                                        <p:tav tm="100000">
                                          <p:val>
                                            <p:strVal val="#ppt_y"/>
                                          </p:val>
                                        </p:tav>
                                      </p:tavLst>
                                    </p:anim>
                                  </p:childTnLst>
                                </p:cTn>
                              </p:par>
                              <p:par>
                                <p:cTn id="103" presetID="53" presetClass="entr" presetSubtype="528" repeatCount="indefinite" fill="hold" grpId="0" nodeType="withEffect">
                                  <p:stCondLst>
                                    <p:cond delay="1034"/>
                                  </p:stCondLst>
                                  <p:childTnLst>
                                    <p:set>
                                      <p:cBhvr>
                                        <p:cTn id="104" dur="1" fill="hold">
                                          <p:stCondLst>
                                            <p:cond delay="0"/>
                                          </p:stCondLst>
                                        </p:cTn>
                                        <p:tgtEl>
                                          <p:spTgt spid="141"/>
                                        </p:tgtEl>
                                        <p:attrNameLst>
                                          <p:attrName>style.visibility</p:attrName>
                                        </p:attrNameLst>
                                      </p:cBhvr>
                                      <p:to>
                                        <p:strVal val="visible"/>
                                      </p:to>
                                    </p:set>
                                    <p:anim calcmode="lin" valueType="num">
                                      <p:cBhvr>
                                        <p:cTn id="105" dur="6672" fill="hold"/>
                                        <p:tgtEl>
                                          <p:spTgt spid="141"/>
                                        </p:tgtEl>
                                        <p:attrNameLst>
                                          <p:attrName>ppt_w</p:attrName>
                                        </p:attrNameLst>
                                      </p:cBhvr>
                                      <p:tavLst>
                                        <p:tav tm="0">
                                          <p:val>
                                            <p:fltVal val="0"/>
                                          </p:val>
                                        </p:tav>
                                        <p:tav tm="100000">
                                          <p:val>
                                            <p:strVal val="#ppt_w"/>
                                          </p:val>
                                        </p:tav>
                                      </p:tavLst>
                                    </p:anim>
                                    <p:anim calcmode="lin" valueType="num">
                                      <p:cBhvr>
                                        <p:cTn id="106" dur="6672" fill="hold"/>
                                        <p:tgtEl>
                                          <p:spTgt spid="141"/>
                                        </p:tgtEl>
                                        <p:attrNameLst>
                                          <p:attrName>ppt_h</p:attrName>
                                        </p:attrNameLst>
                                      </p:cBhvr>
                                      <p:tavLst>
                                        <p:tav tm="0">
                                          <p:val>
                                            <p:fltVal val="0"/>
                                          </p:val>
                                        </p:tav>
                                        <p:tav tm="100000">
                                          <p:val>
                                            <p:strVal val="#ppt_h"/>
                                          </p:val>
                                        </p:tav>
                                      </p:tavLst>
                                    </p:anim>
                                    <p:animEffect transition="in" filter="fade">
                                      <p:cBhvr>
                                        <p:cTn id="107" dur="6672"/>
                                        <p:tgtEl>
                                          <p:spTgt spid="141"/>
                                        </p:tgtEl>
                                      </p:cBhvr>
                                    </p:animEffect>
                                    <p:anim calcmode="lin" valueType="num">
                                      <p:cBhvr>
                                        <p:cTn id="108" dur="6672" fill="hold"/>
                                        <p:tgtEl>
                                          <p:spTgt spid="141"/>
                                        </p:tgtEl>
                                        <p:attrNameLst>
                                          <p:attrName>ppt_x</p:attrName>
                                        </p:attrNameLst>
                                      </p:cBhvr>
                                      <p:tavLst>
                                        <p:tav tm="0">
                                          <p:val>
                                            <p:fltVal val="0.5"/>
                                          </p:val>
                                        </p:tav>
                                        <p:tav tm="100000">
                                          <p:val>
                                            <p:strVal val="#ppt_x"/>
                                          </p:val>
                                        </p:tav>
                                      </p:tavLst>
                                    </p:anim>
                                    <p:anim calcmode="lin" valueType="num">
                                      <p:cBhvr>
                                        <p:cTn id="109" dur="6672" fill="hold"/>
                                        <p:tgtEl>
                                          <p:spTgt spid="141"/>
                                        </p:tgtEl>
                                        <p:attrNameLst>
                                          <p:attrName>ppt_y</p:attrName>
                                        </p:attrNameLst>
                                      </p:cBhvr>
                                      <p:tavLst>
                                        <p:tav tm="0">
                                          <p:val>
                                            <p:fltVal val="0.5"/>
                                          </p:val>
                                        </p:tav>
                                        <p:tav tm="100000">
                                          <p:val>
                                            <p:strVal val="#ppt_y"/>
                                          </p:val>
                                        </p:tav>
                                      </p:tavLst>
                                    </p:anim>
                                  </p:childTnLst>
                                </p:cTn>
                              </p:par>
                              <p:par>
                                <p:cTn id="110" presetID="53" presetClass="entr" presetSubtype="528" repeatCount="indefinite" fill="hold" grpId="0" nodeType="withEffect">
                                  <p:stCondLst>
                                    <p:cond delay="57"/>
                                  </p:stCondLst>
                                  <p:childTnLst>
                                    <p:set>
                                      <p:cBhvr>
                                        <p:cTn id="111" dur="1" fill="hold">
                                          <p:stCondLst>
                                            <p:cond delay="0"/>
                                          </p:stCondLst>
                                        </p:cTn>
                                        <p:tgtEl>
                                          <p:spTgt spid="142"/>
                                        </p:tgtEl>
                                        <p:attrNameLst>
                                          <p:attrName>style.visibility</p:attrName>
                                        </p:attrNameLst>
                                      </p:cBhvr>
                                      <p:to>
                                        <p:strVal val="visible"/>
                                      </p:to>
                                    </p:set>
                                    <p:anim calcmode="lin" valueType="num">
                                      <p:cBhvr>
                                        <p:cTn id="112" dur="5637" fill="hold"/>
                                        <p:tgtEl>
                                          <p:spTgt spid="142"/>
                                        </p:tgtEl>
                                        <p:attrNameLst>
                                          <p:attrName>ppt_w</p:attrName>
                                        </p:attrNameLst>
                                      </p:cBhvr>
                                      <p:tavLst>
                                        <p:tav tm="0">
                                          <p:val>
                                            <p:fltVal val="0"/>
                                          </p:val>
                                        </p:tav>
                                        <p:tav tm="100000">
                                          <p:val>
                                            <p:strVal val="#ppt_w"/>
                                          </p:val>
                                        </p:tav>
                                      </p:tavLst>
                                    </p:anim>
                                    <p:anim calcmode="lin" valueType="num">
                                      <p:cBhvr>
                                        <p:cTn id="113" dur="5637" fill="hold"/>
                                        <p:tgtEl>
                                          <p:spTgt spid="142"/>
                                        </p:tgtEl>
                                        <p:attrNameLst>
                                          <p:attrName>ppt_h</p:attrName>
                                        </p:attrNameLst>
                                      </p:cBhvr>
                                      <p:tavLst>
                                        <p:tav tm="0">
                                          <p:val>
                                            <p:fltVal val="0"/>
                                          </p:val>
                                        </p:tav>
                                        <p:tav tm="100000">
                                          <p:val>
                                            <p:strVal val="#ppt_h"/>
                                          </p:val>
                                        </p:tav>
                                      </p:tavLst>
                                    </p:anim>
                                    <p:animEffect transition="in" filter="fade">
                                      <p:cBhvr>
                                        <p:cTn id="114" dur="5637"/>
                                        <p:tgtEl>
                                          <p:spTgt spid="142"/>
                                        </p:tgtEl>
                                      </p:cBhvr>
                                    </p:animEffect>
                                    <p:anim calcmode="lin" valueType="num">
                                      <p:cBhvr>
                                        <p:cTn id="115" dur="5637" fill="hold"/>
                                        <p:tgtEl>
                                          <p:spTgt spid="142"/>
                                        </p:tgtEl>
                                        <p:attrNameLst>
                                          <p:attrName>ppt_x</p:attrName>
                                        </p:attrNameLst>
                                      </p:cBhvr>
                                      <p:tavLst>
                                        <p:tav tm="0">
                                          <p:val>
                                            <p:fltVal val="0.5"/>
                                          </p:val>
                                        </p:tav>
                                        <p:tav tm="100000">
                                          <p:val>
                                            <p:strVal val="#ppt_x"/>
                                          </p:val>
                                        </p:tav>
                                      </p:tavLst>
                                    </p:anim>
                                    <p:anim calcmode="lin" valueType="num">
                                      <p:cBhvr>
                                        <p:cTn id="116" dur="5637" fill="hold"/>
                                        <p:tgtEl>
                                          <p:spTgt spid="142"/>
                                        </p:tgtEl>
                                        <p:attrNameLst>
                                          <p:attrName>ppt_y</p:attrName>
                                        </p:attrNameLst>
                                      </p:cBhvr>
                                      <p:tavLst>
                                        <p:tav tm="0">
                                          <p:val>
                                            <p:fltVal val="0.5"/>
                                          </p:val>
                                        </p:tav>
                                        <p:tav tm="100000">
                                          <p:val>
                                            <p:strVal val="#ppt_y"/>
                                          </p:val>
                                        </p:tav>
                                      </p:tavLst>
                                    </p:anim>
                                  </p:childTnLst>
                                </p:cTn>
                              </p:par>
                              <p:par>
                                <p:cTn id="117" presetID="53" presetClass="entr" presetSubtype="528" repeatCount="indefinite" fill="hold" grpId="0" nodeType="withEffect">
                                  <p:stCondLst>
                                    <p:cond delay="1978"/>
                                  </p:stCondLst>
                                  <p:childTnLst>
                                    <p:set>
                                      <p:cBhvr>
                                        <p:cTn id="118" dur="1" fill="hold">
                                          <p:stCondLst>
                                            <p:cond delay="0"/>
                                          </p:stCondLst>
                                        </p:cTn>
                                        <p:tgtEl>
                                          <p:spTgt spid="154"/>
                                        </p:tgtEl>
                                        <p:attrNameLst>
                                          <p:attrName>style.visibility</p:attrName>
                                        </p:attrNameLst>
                                      </p:cBhvr>
                                      <p:to>
                                        <p:strVal val="visible"/>
                                      </p:to>
                                    </p:set>
                                    <p:anim calcmode="lin" valueType="num">
                                      <p:cBhvr>
                                        <p:cTn id="119" dur="6440" fill="hold"/>
                                        <p:tgtEl>
                                          <p:spTgt spid="154"/>
                                        </p:tgtEl>
                                        <p:attrNameLst>
                                          <p:attrName>ppt_w</p:attrName>
                                        </p:attrNameLst>
                                      </p:cBhvr>
                                      <p:tavLst>
                                        <p:tav tm="0">
                                          <p:val>
                                            <p:fltVal val="0"/>
                                          </p:val>
                                        </p:tav>
                                        <p:tav tm="100000">
                                          <p:val>
                                            <p:strVal val="#ppt_w"/>
                                          </p:val>
                                        </p:tav>
                                      </p:tavLst>
                                    </p:anim>
                                    <p:anim calcmode="lin" valueType="num">
                                      <p:cBhvr>
                                        <p:cTn id="120" dur="6440" fill="hold"/>
                                        <p:tgtEl>
                                          <p:spTgt spid="154"/>
                                        </p:tgtEl>
                                        <p:attrNameLst>
                                          <p:attrName>ppt_h</p:attrName>
                                        </p:attrNameLst>
                                      </p:cBhvr>
                                      <p:tavLst>
                                        <p:tav tm="0">
                                          <p:val>
                                            <p:fltVal val="0"/>
                                          </p:val>
                                        </p:tav>
                                        <p:tav tm="100000">
                                          <p:val>
                                            <p:strVal val="#ppt_h"/>
                                          </p:val>
                                        </p:tav>
                                      </p:tavLst>
                                    </p:anim>
                                    <p:animEffect transition="in" filter="fade">
                                      <p:cBhvr>
                                        <p:cTn id="121" dur="6440"/>
                                        <p:tgtEl>
                                          <p:spTgt spid="154"/>
                                        </p:tgtEl>
                                      </p:cBhvr>
                                    </p:animEffect>
                                    <p:anim calcmode="lin" valueType="num">
                                      <p:cBhvr>
                                        <p:cTn id="122" dur="6440" fill="hold"/>
                                        <p:tgtEl>
                                          <p:spTgt spid="154"/>
                                        </p:tgtEl>
                                        <p:attrNameLst>
                                          <p:attrName>ppt_x</p:attrName>
                                        </p:attrNameLst>
                                      </p:cBhvr>
                                      <p:tavLst>
                                        <p:tav tm="0">
                                          <p:val>
                                            <p:fltVal val="0.5"/>
                                          </p:val>
                                        </p:tav>
                                        <p:tav tm="100000">
                                          <p:val>
                                            <p:strVal val="#ppt_x"/>
                                          </p:val>
                                        </p:tav>
                                      </p:tavLst>
                                    </p:anim>
                                    <p:anim calcmode="lin" valueType="num">
                                      <p:cBhvr>
                                        <p:cTn id="123" dur="6440" fill="hold"/>
                                        <p:tgtEl>
                                          <p:spTgt spid="154"/>
                                        </p:tgtEl>
                                        <p:attrNameLst>
                                          <p:attrName>ppt_y</p:attrName>
                                        </p:attrNameLst>
                                      </p:cBhvr>
                                      <p:tavLst>
                                        <p:tav tm="0">
                                          <p:val>
                                            <p:fltVal val="0.5"/>
                                          </p:val>
                                        </p:tav>
                                        <p:tav tm="100000">
                                          <p:val>
                                            <p:strVal val="#ppt_y"/>
                                          </p:val>
                                        </p:tav>
                                      </p:tavLst>
                                    </p:anim>
                                  </p:childTnLst>
                                </p:cTn>
                              </p:par>
                              <p:par>
                                <p:cTn id="124" presetID="53" presetClass="entr" presetSubtype="528" repeatCount="indefinite" fill="hold" grpId="0" nodeType="withEffect">
                                  <p:stCondLst>
                                    <p:cond delay="136"/>
                                  </p:stCondLst>
                                  <p:childTnLst>
                                    <p:set>
                                      <p:cBhvr>
                                        <p:cTn id="125" dur="1" fill="hold">
                                          <p:stCondLst>
                                            <p:cond delay="0"/>
                                          </p:stCondLst>
                                        </p:cTn>
                                        <p:tgtEl>
                                          <p:spTgt spid="155"/>
                                        </p:tgtEl>
                                        <p:attrNameLst>
                                          <p:attrName>style.visibility</p:attrName>
                                        </p:attrNameLst>
                                      </p:cBhvr>
                                      <p:to>
                                        <p:strVal val="visible"/>
                                      </p:to>
                                    </p:set>
                                    <p:anim calcmode="lin" valueType="num">
                                      <p:cBhvr>
                                        <p:cTn id="126" dur="6172" fill="hold"/>
                                        <p:tgtEl>
                                          <p:spTgt spid="155"/>
                                        </p:tgtEl>
                                        <p:attrNameLst>
                                          <p:attrName>ppt_w</p:attrName>
                                        </p:attrNameLst>
                                      </p:cBhvr>
                                      <p:tavLst>
                                        <p:tav tm="0">
                                          <p:val>
                                            <p:fltVal val="0"/>
                                          </p:val>
                                        </p:tav>
                                        <p:tav tm="100000">
                                          <p:val>
                                            <p:strVal val="#ppt_w"/>
                                          </p:val>
                                        </p:tav>
                                      </p:tavLst>
                                    </p:anim>
                                    <p:anim calcmode="lin" valueType="num">
                                      <p:cBhvr>
                                        <p:cTn id="127" dur="6172" fill="hold"/>
                                        <p:tgtEl>
                                          <p:spTgt spid="155"/>
                                        </p:tgtEl>
                                        <p:attrNameLst>
                                          <p:attrName>ppt_h</p:attrName>
                                        </p:attrNameLst>
                                      </p:cBhvr>
                                      <p:tavLst>
                                        <p:tav tm="0">
                                          <p:val>
                                            <p:fltVal val="0"/>
                                          </p:val>
                                        </p:tav>
                                        <p:tav tm="100000">
                                          <p:val>
                                            <p:strVal val="#ppt_h"/>
                                          </p:val>
                                        </p:tav>
                                      </p:tavLst>
                                    </p:anim>
                                    <p:animEffect transition="in" filter="fade">
                                      <p:cBhvr>
                                        <p:cTn id="128" dur="6172"/>
                                        <p:tgtEl>
                                          <p:spTgt spid="155"/>
                                        </p:tgtEl>
                                      </p:cBhvr>
                                    </p:animEffect>
                                    <p:anim calcmode="lin" valueType="num">
                                      <p:cBhvr>
                                        <p:cTn id="129" dur="6172" fill="hold"/>
                                        <p:tgtEl>
                                          <p:spTgt spid="155"/>
                                        </p:tgtEl>
                                        <p:attrNameLst>
                                          <p:attrName>ppt_x</p:attrName>
                                        </p:attrNameLst>
                                      </p:cBhvr>
                                      <p:tavLst>
                                        <p:tav tm="0">
                                          <p:val>
                                            <p:fltVal val="0.5"/>
                                          </p:val>
                                        </p:tav>
                                        <p:tav tm="100000">
                                          <p:val>
                                            <p:strVal val="#ppt_x"/>
                                          </p:val>
                                        </p:tav>
                                      </p:tavLst>
                                    </p:anim>
                                    <p:anim calcmode="lin" valueType="num">
                                      <p:cBhvr>
                                        <p:cTn id="130" dur="6172" fill="hold"/>
                                        <p:tgtEl>
                                          <p:spTgt spid="155"/>
                                        </p:tgtEl>
                                        <p:attrNameLst>
                                          <p:attrName>ppt_y</p:attrName>
                                        </p:attrNameLst>
                                      </p:cBhvr>
                                      <p:tavLst>
                                        <p:tav tm="0">
                                          <p:val>
                                            <p:fltVal val="0.5"/>
                                          </p:val>
                                        </p:tav>
                                        <p:tav tm="100000">
                                          <p:val>
                                            <p:strVal val="#ppt_y"/>
                                          </p:val>
                                        </p:tav>
                                      </p:tavLst>
                                    </p:anim>
                                  </p:childTnLst>
                                </p:cTn>
                              </p:par>
                              <p:par>
                                <p:cTn id="131" presetID="53" presetClass="entr" presetSubtype="528" repeatCount="indefinite" fill="hold" grpId="0" nodeType="withEffect">
                                  <p:stCondLst>
                                    <p:cond delay="177"/>
                                  </p:stCondLst>
                                  <p:childTnLst>
                                    <p:set>
                                      <p:cBhvr>
                                        <p:cTn id="132" dur="1" fill="hold">
                                          <p:stCondLst>
                                            <p:cond delay="0"/>
                                          </p:stCondLst>
                                        </p:cTn>
                                        <p:tgtEl>
                                          <p:spTgt spid="156"/>
                                        </p:tgtEl>
                                        <p:attrNameLst>
                                          <p:attrName>style.visibility</p:attrName>
                                        </p:attrNameLst>
                                      </p:cBhvr>
                                      <p:to>
                                        <p:strVal val="visible"/>
                                      </p:to>
                                    </p:set>
                                    <p:anim calcmode="lin" valueType="num">
                                      <p:cBhvr>
                                        <p:cTn id="133" dur="6180" fill="hold"/>
                                        <p:tgtEl>
                                          <p:spTgt spid="156"/>
                                        </p:tgtEl>
                                        <p:attrNameLst>
                                          <p:attrName>ppt_w</p:attrName>
                                        </p:attrNameLst>
                                      </p:cBhvr>
                                      <p:tavLst>
                                        <p:tav tm="0">
                                          <p:val>
                                            <p:fltVal val="0"/>
                                          </p:val>
                                        </p:tav>
                                        <p:tav tm="100000">
                                          <p:val>
                                            <p:strVal val="#ppt_w"/>
                                          </p:val>
                                        </p:tav>
                                      </p:tavLst>
                                    </p:anim>
                                    <p:anim calcmode="lin" valueType="num">
                                      <p:cBhvr>
                                        <p:cTn id="134" dur="6180" fill="hold"/>
                                        <p:tgtEl>
                                          <p:spTgt spid="156"/>
                                        </p:tgtEl>
                                        <p:attrNameLst>
                                          <p:attrName>ppt_h</p:attrName>
                                        </p:attrNameLst>
                                      </p:cBhvr>
                                      <p:tavLst>
                                        <p:tav tm="0">
                                          <p:val>
                                            <p:fltVal val="0"/>
                                          </p:val>
                                        </p:tav>
                                        <p:tav tm="100000">
                                          <p:val>
                                            <p:strVal val="#ppt_h"/>
                                          </p:val>
                                        </p:tav>
                                      </p:tavLst>
                                    </p:anim>
                                    <p:animEffect transition="in" filter="fade">
                                      <p:cBhvr>
                                        <p:cTn id="135" dur="6180"/>
                                        <p:tgtEl>
                                          <p:spTgt spid="156"/>
                                        </p:tgtEl>
                                      </p:cBhvr>
                                    </p:animEffect>
                                    <p:anim calcmode="lin" valueType="num">
                                      <p:cBhvr>
                                        <p:cTn id="136" dur="6180" fill="hold"/>
                                        <p:tgtEl>
                                          <p:spTgt spid="156"/>
                                        </p:tgtEl>
                                        <p:attrNameLst>
                                          <p:attrName>ppt_x</p:attrName>
                                        </p:attrNameLst>
                                      </p:cBhvr>
                                      <p:tavLst>
                                        <p:tav tm="0">
                                          <p:val>
                                            <p:fltVal val="0.5"/>
                                          </p:val>
                                        </p:tav>
                                        <p:tav tm="100000">
                                          <p:val>
                                            <p:strVal val="#ppt_x"/>
                                          </p:val>
                                        </p:tav>
                                      </p:tavLst>
                                    </p:anim>
                                    <p:anim calcmode="lin" valueType="num">
                                      <p:cBhvr>
                                        <p:cTn id="137" dur="6180" fill="hold"/>
                                        <p:tgtEl>
                                          <p:spTgt spid="156"/>
                                        </p:tgtEl>
                                        <p:attrNameLst>
                                          <p:attrName>ppt_y</p:attrName>
                                        </p:attrNameLst>
                                      </p:cBhvr>
                                      <p:tavLst>
                                        <p:tav tm="0">
                                          <p:val>
                                            <p:fltVal val="0.5"/>
                                          </p:val>
                                        </p:tav>
                                        <p:tav tm="100000">
                                          <p:val>
                                            <p:strVal val="#ppt_y"/>
                                          </p:val>
                                        </p:tav>
                                      </p:tavLst>
                                    </p:anim>
                                  </p:childTnLst>
                                </p:cTn>
                              </p:par>
                              <p:par>
                                <p:cTn id="138" presetID="53" presetClass="entr" presetSubtype="528" repeatCount="indefinite" fill="hold" grpId="0" nodeType="withEffect">
                                  <p:stCondLst>
                                    <p:cond delay="1791"/>
                                  </p:stCondLst>
                                  <p:childTnLst>
                                    <p:set>
                                      <p:cBhvr>
                                        <p:cTn id="139" dur="1" fill="hold">
                                          <p:stCondLst>
                                            <p:cond delay="0"/>
                                          </p:stCondLst>
                                        </p:cTn>
                                        <p:tgtEl>
                                          <p:spTgt spid="226"/>
                                        </p:tgtEl>
                                        <p:attrNameLst>
                                          <p:attrName>style.visibility</p:attrName>
                                        </p:attrNameLst>
                                      </p:cBhvr>
                                      <p:to>
                                        <p:strVal val="visible"/>
                                      </p:to>
                                    </p:set>
                                    <p:anim calcmode="lin" valueType="num">
                                      <p:cBhvr>
                                        <p:cTn id="140" dur="5546" fill="hold"/>
                                        <p:tgtEl>
                                          <p:spTgt spid="226"/>
                                        </p:tgtEl>
                                        <p:attrNameLst>
                                          <p:attrName>ppt_w</p:attrName>
                                        </p:attrNameLst>
                                      </p:cBhvr>
                                      <p:tavLst>
                                        <p:tav tm="0">
                                          <p:val>
                                            <p:fltVal val="0"/>
                                          </p:val>
                                        </p:tav>
                                        <p:tav tm="100000">
                                          <p:val>
                                            <p:strVal val="#ppt_w"/>
                                          </p:val>
                                        </p:tav>
                                      </p:tavLst>
                                    </p:anim>
                                    <p:anim calcmode="lin" valueType="num">
                                      <p:cBhvr>
                                        <p:cTn id="141" dur="5546" fill="hold"/>
                                        <p:tgtEl>
                                          <p:spTgt spid="226"/>
                                        </p:tgtEl>
                                        <p:attrNameLst>
                                          <p:attrName>ppt_h</p:attrName>
                                        </p:attrNameLst>
                                      </p:cBhvr>
                                      <p:tavLst>
                                        <p:tav tm="0">
                                          <p:val>
                                            <p:fltVal val="0"/>
                                          </p:val>
                                        </p:tav>
                                        <p:tav tm="100000">
                                          <p:val>
                                            <p:strVal val="#ppt_h"/>
                                          </p:val>
                                        </p:tav>
                                      </p:tavLst>
                                    </p:anim>
                                    <p:animEffect transition="in" filter="fade">
                                      <p:cBhvr>
                                        <p:cTn id="142" dur="5546"/>
                                        <p:tgtEl>
                                          <p:spTgt spid="226"/>
                                        </p:tgtEl>
                                      </p:cBhvr>
                                    </p:animEffect>
                                    <p:anim calcmode="lin" valueType="num">
                                      <p:cBhvr>
                                        <p:cTn id="143" dur="5546" fill="hold"/>
                                        <p:tgtEl>
                                          <p:spTgt spid="226"/>
                                        </p:tgtEl>
                                        <p:attrNameLst>
                                          <p:attrName>ppt_x</p:attrName>
                                        </p:attrNameLst>
                                      </p:cBhvr>
                                      <p:tavLst>
                                        <p:tav tm="0">
                                          <p:val>
                                            <p:fltVal val="0.5"/>
                                          </p:val>
                                        </p:tav>
                                        <p:tav tm="100000">
                                          <p:val>
                                            <p:strVal val="#ppt_x"/>
                                          </p:val>
                                        </p:tav>
                                      </p:tavLst>
                                    </p:anim>
                                    <p:anim calcmode="lin" valueType="num">
                                      <p:cBhvr>
                                        <p:cTn id="144" dur="5546" fill="hold"/>
                                        <p:tgtEl>
                                          <p:spTgt spid="226"/>
                                        </p:tgtEl>
                                        <p:attrNameLst>
                                          <p:attrName>ppt_y</p:attrName>
                                        </p:attrNameLst>
                                      </p:cBhvr>
                                      <p:tavLst>
                                        <p:tav tm="0">
                                          <p:val>
                                            <p:fltVal val="0.5"/>
                                          </p:val>
                                        </p:tav>
                                        <p:tav tm="100000">
                                          <p:val>
                                            <p:strVal val="#ppt_y"/>
                                          </p:val>
                                        </p:tav>
                                      </p:tavLst>
                                    </p:anim>
                                  </p:childTnLst>
                                </p:cTn>
                              </p:par>
                              <p:par>
                                <p:cTn id="145" presetID="53" presetClass="entr" presetSubtype="528" repeatCount="indefinite" fill="hold" grpId="0" nodeType="withEffect">
                                  <p:stCondLst>
                                    <p:cond delay="731"/>
                                  </p:stCondLst>
                                  <p:childTnLst>
                                    <p:set>
                                      <p:cBhvr>
                                        <p:cTn id="146" dur="1" fill="hold">
                                          <p:stCondLst>
                                            <p:cond delay="0"/>
                                          </p:stCondLst>
                                        </p:cTn>
                                        <p:tgtEl>
                                          <p:spTgt spid="237"/>
                                        </p:tgtEl>
                                        <p:attrNameLst>
                                          <p:attrName>style.visibility</p:attrName>
                                        </p:attrNameLst>
                                      </p:cBhvr>
                                      <p:to>
                                        <p:strVal val="visible"/>
                                      </p:to>
                                    </p:set>
                                    <p:anim calcmode="lin" valueType="num">
                                      <p:cBhvr>
                                        <p:cTn id="147" dur="6797" fill="hold"/>
                                        <p:tgtEl>
                                          <p:spTgt spid="237"/>
                                        </p:tgtEl>
                                        <p:attrNameLst>
                                          <p:attrName>ppt_w</p:attrName>
                                        </p:attrNameLst>
                                      </p:cBhvr>
                                      <p:tavLst>
                                        <p:tav tm="0">
                                          <p:val>
                                            <p:fltVal val="0"/>
                                          </p:val>
                                        </p:tav>
                                        <p:tav tm="100000">
                                          <p:val>
                                            <p:strVal val="#ppt_w"/>
                                          </p:val>
                                        </p:tav>
                                      </p:tavLst>
                                    </p:anim>
                                    <p:anim calcmode="lin" valueType="num">
                                      <p:cBhvr>
                                        <p:cTn id="148" dur="6797" fill="hold"/>
                                        <p:tgtEl>
                                          <p:spTgt spid="237"/>
                                        </p:tgtEl>
                                        <p:attrNameLst>
                                          <p:attrName>ppt_h</p:attrName>
                                        </p:attrNameLst>
                                      </p:cBhvr>
                                      <p:tavLst>
                                        <p:tav tm="0">
                                          <p:val>
                                            <p:fltVal val="0"/>
                                          </p:val>
                                        </p:tav>
                                        <p:tav tm="100000">
                                          <p:val>
                                            <p:strVal val="#ppt_h"/>
                                          </p:val>
                                        </p:tav>
                                      </p:tavLst>
                                    </p:anim>
                                    <p:animEffect transition="in" filter="fade">
                                      <p:cBhvr>
                                        <p:cTn id="149" dur="6797"/>
                                        <p:tgtEl>
                                          <p:spTgt spid="237"/>
                                        </p:tgtEl>
                                      </p:cBhvr>
                                    </p:animEffect>
                                    <p:anim calcmode="lin" valueType="num">
                                      <p:cBhvr>
                                        <p:cTn id="150" dur="6797" fill="hold"/>
                                        <p:tgtEl>
                                          <p:spTgt spid="237"/>
                                        </p:tgtEl>
                                        <p:attrNameLst>
                                          <p:attrName>ppt_x</p:attrName>
                                        </p:attrNameLst>
                                      </p:cBhvr>
                                      <p:tavLst>
                                        <p:tav tm="0">
                                          <p:val>
                                            <p:fltVal val="0.5"/>
                                          </p:val>
                                        </p:tav>
                                        <p:tav tm="100000">
                                          <p:val>
                                            <p:strVal val="#ppt_x"/>
                                          </p:val>
                                        </p:tav>
                                      </p:tavLst>
                                    </p:anim>
                                    <p:anim calcmode="lin" valueType="num">
                                      <p:cBhvr>
                                        <p:cTn id="151" dur="6797" fill="hold"/>
                                        <p:tgtEl>
                                          <p:spTgt spid="237"/>
                                        </p:tgtEl>
                                        <p:attrNameLst>
                                          <p:attrName>ppt_y</p:attrName>
                                        </p:attrNameLst>
                                      </p:cBhvr>
                                      <p:tavLst>
                                        <p:tav tm="0">
                                          <p:val>
                                            <p:fltVal val="0.5"/>
                                          </p:val>
                                        </p:tav>
                                        <p:tav tm="100000">
                                          <p:val>
                                            <p:strVal val="#ppt_y"/>
                                          </p:val>
                                        </p:tav>
                                      </p:tavLst>
                                    </p:anim>
                                  </p:childTnLst>
                                </p:cTn>
                              </p:par>
                              <p:par>
                                <p:cTn id="152" presetID="53" presetClass="entr" presetSubtype="528" repeatCount="indefinite" fill="hold" grpId="0" nodeType="withEffect">
                                  <p:stCondLst>
                                    <p:cond delay="1855"/>
                                  </p:stCondLst>
                                  <p:childTnLst>
                                    <p:set>
                                      <p:cBhvr>
                                        <p:cTn id="153" dur="1" fill="hold">
                                          <p:stCondLst>
                                            <p:cond delay="0"/>
                                          </p:stCondLst>
                                        </p:cTn>
                                        <p:tgtEl>
                                          <p:spTgt spid="238"/>
                                        </p:tgtEl>
                                        <p:attrNameLst>
                                          <p:attrName>style.visibility</p:attrName>
                                        </p:attrNameLst>
                                      </p:cBhvr>
                                      <p:to>
                                        <p:strVal val="visible"/>
                                      </p:to>
                                    </p:set>
                                    <p:anim calcmode="lin" valueType="num">
                                      <p:cBhvr>
                                        <p:cTn id="154" dur="7034" fill="hold"/>
                                        <p:tgtEl>
                                          <p:spTgt spid="238"/>
                                        </p:tgtEl>
                                        <p:attrNameLst>
                                          <p:attrName>ppt_w</p:attrName>
                                        </p:attrNameLst>
                                      </p:cBhvr>
                                      <p:tavLst>
                                        <p:tav tm="0">
                                          <p:val>
                                            <p:fltVal val="0"/>
                                          </p:val>
                                        </p:tav>
                                        <p:tav tm="100000">
                                          <p:val>
                                            <p:strVal val="#ppt_w"/>
                                          </p:val>
                                        </p:tav>
                                      </p:tavLst>
                                    </p:anim>
                                    <p:anim calcmode="lin" valueType="num">
                                      <p:cBhvr>
                                        <p:cTn id="155" dur="7034" fill="hold"/>
                                        <p:tgtEl>
                                          <p:spTgt spid="238"/>
                                        </p:tgtEl>
                                        <p:attrNameLst>
                                          <p:attrName>ppt_h</p:attrName>
                                        </p:attrNameLst>
                                      </p:cBhvr>
                                      <p:tavLst>
                                        <p:tav tm="0">
                                          <p:val>
                                            <p:fltVal val="0"/>
                                          </p:val>
                                        </p:tav>
                                        <p:tav tm="100000">
                                          <p:val>
                                            <p:strVal val="#ppt_h"/>
                                          </p:val>
                                        </p:tav>
                                      </p:tavLst>
                                    </p:anim>
                                    <p:animEffect transition="in" filter="fade">
                                      <p:cBhvr>
                                        <p:cTn id="156" dur="7034"/>
                                        <p:tgtEl>
                                          <p:spTgt spid="238"/>
                                        </p:tgtEl>
                                      </p:cBhvr>
                                    </p:animEffect>
                                    <p:anim calcmode="lin" valueType="num">
                                      <p:cBhvr>
                                        <p:cTn id="157" dur="7034" fill="hold"/>
                                        <p:tgtEl>
                                          <p:spTgt spid="238"/>
                                        </p:tgtEl>
                                        <p:attrNameLst>
                                          <p:attrName>ppt_x</p:attrName>
                                        </p:attrNameLst>
                                      </p:cBhvr>
                                      <p:tavLst>
                                        <p:tav tm="0">
                                          <p:val>
                                            <p:fltVal val="0.5"/>
                                          </p:val>
                                        </p:tav>
                                        <p:tav tm="100000">
                                          <p:val>
                                            <p:strVal val="#ppt_x"/>
                                          </p:val>
                                        </p:tav>
                                      </p:tavLst>
                                    </p:anim>
                                    <p:anim calcmode="lin" valueType="num">
                                      <p:cBhvr>
                                        <p:cTn id="158" dur="7034" fill="hold"/>
                                        <p:tgtEl>
                                          <p:spTgt spid="238"/>
                                        </p:tgtEl>
                                        <p:attrNameLst>
                                          <p:attrName>ppt_y</p:attrName>
                                        </p:attrNameLst>
                                      </p:cBhvr>
                                      <p:tavLst>
                                        <p:tav tm="0">
                                          <p:val>
                                            <p:fltVal val="0.5"/>
                                          </p:val>
                                        </p:tav>
                                        <p:tav tm="100000">
                                          <p:val>
                                            <p:strVal val="#ppt_y"/>
                                          </p:val>
                                        </p:tav>
                                      </p:tavLst>
                                    </p:anim>
                                  </p:childTnLst>
                                </p:cTn>
                              </p:par>
                              <p:par>
                                <p:cTn id="159" presetID="53" presetClass="entr" presetSubtype="528" repeatCount="indefinite" fill="hold" grpId="0" nodeType="withEffect">
                                  <p:stCondLst>
                                    <p:cond delay="560"/>
                                  </p:stCondLst>
                                  <p:childTnLst>
                                    <p:set>
                                      <p:cBhvr>
                                        <p:cTn id="160" dur="1" fill="hold">
                                          <p:stCondLst>
                                            <p:cond delay="0"/>
                                          </p:stCondLst>
                                        </p:cTn>
                                        <p:tgtEl>
                                          <p:spTgt spid="239"/>
                                        </p:tgtEl>
                                        <p:attrNameLst>
                                          <p:attrName>style.visibility</p:attrName>
                                        </p:attrNameLst>
                                      </p:cBhvr>
                                      <p:to>
                                        <p:strVal val="visible"/>
                                      </p:to>
                                    </p:set>
                                    <p:anim calcmode="lin" valueType="num">
                                      <p:cBhvr>
                                        <p:cTn id="161" dur="6907" fill="hold"/>
                                        <p:tgtEl>
                                          <p:spTgt spid="239"/>
                                        </p:tgtEl>
                                        <p:attrNameLst>
                                          <p:attrName>ppt_w</p:attrName>
                                        </p:attrNameLst>
                                      </p:cBhvr>
                                      <p:tavLst>
                                        <p:tav tm="0">
                                          <p:val>
                                            <p:fltVal val="0"/>
                                          </p:val>
                                        </p:tav>
                                        <p:tav tm="100000">
                                          <p:val>
                                            <p:strVal val="#ppt_w"/>
                                          </p:val>
                                        </p:tav>
                                      </p:tavLst>
                                    </p:anim>
                                    <p:anim calcmode="lin" valueType="num">
                                      <p:cBhvr>
                                        <p:cTn id="162" dur="6907" fill="hold"/>
                                        <p:tgtEl>
                                          <p:spTgt spid="239"/>
                                        </p:tgtEl>
                                        <p:attrNameLst>
                                          <p:attrName>ppt_h</p:attrName>
                                        </p:attrNameLst>
                                      </p:cBhvr>
                                      <p:tavLst>
                                        <p:tav tm="0">
                                          <p:val>
                                            <p:fltVal val="0"/>
                                          </p:val>
                                        </p:tav>
                                        <p:tav tm="100000">
                                          <p:val>
                                            <p:strVal val="#ppt_h"/>
                                          </p:val>
                                        </p:tav>
                                      </p:tavLst>
                                    </p:anim>
                                    <p:animEffect transition="in" filter="fade">
                                      <p:cBhvr>
                                        <p:cTn id="163" dur="6907"/>
                                        <p:tgtEl>
                                          <p:spTgt spid="239"/>
                                        </p:tgtEl>
                                      </p:cBhvr>
                                    </p:animEffect>
                                    <p:anim calcmode="lin" valueType="num">
                                      <p:cBhvr>
                                        <p:cTn id="164" dur="6907" fill="hold"/>
                                        <p:tgtEl>
                                          <p:spTgt spid="239"/>
                                        </p:tgtEl>
                                        <p:attrNameLst>
                                          <p:attrName>ppt_x</p:attrName>
                                        </p:attrNameLst>
                                      </p:cBhvr>
                                      <p:tavLst>
                                        <p:tav tm="0">
                                          <p:val>
                                            <p:fltVal val="0.5"/>
                                          </p:val>
                                        </p:tav>
                                        <p:tav tm="100000">
                                          <p:val>
                                            <p:strVal val="#ppt_x"/>
                                          </p:val>
                                        </p:tav>
                                      </p:tavLst>
                                    </p:anim>
                                    <p:anim calcmode="lin" valueType="num">
                                      <p:cBhvr>
                                        <p:cTn id="165" dur="6907" fill="hold"/>
                                        <p:tgtEl>
                                          <p:spTgt spid="239"/>
                                        </p:tgtEl>
                                        <p:attrNameLst>
                                          <p:attrName>ppt_y</p:attrName>
                                        </p:attrNameLst>
                                      </p:cBhvr>
                                      <p:tavLst>
                                        <p:tav tm="0">
                                          <p:val>
                                            <p:fltVal val="0.5"/>
                                          </p:val>
                                        </p:tav>
                                        <p:tav tm="100000">
                                          <p:val>
                                            <p:strVal val="#ppt_y"/>
                                          </p:val>
                                        </p:tav>
                                      </p:tavLst>
                                    </p:anim>
                                  </p:childTnLst>
                                </p:cTn>
                              </p:par>
                              <p:par>
                                <p:cTn id="166" presetID="53" presetClass="entr" presetSubtype="528" repeatCount="indefinite" fill="hold" grpId="0" nodeType="withEffect">
                                  <p:stCondLst>
                                    <p:cond delay="595"/>
                                  </p:stCondLst>
                                  <p:childTnLst>
                                    <p:set>
                                      <p:cBhvr>
                                        <p:cTn id="167" dur="1" fill="hold">
                                          <p:stCondLst>
                                            <p:cond delay="0"/>
                                          </p:stCondLst>
                                        </p:cTn>
                                        <p:tgtEl>
                                          <p:spTgt spid="240"/>
                                        </p:tgtEl>
                                        <p:attrNameLst>
                                          <p:attrName>style.visibility</p:attrName>
                                        </p:attrNameLst>
                                      </p:cBhvr>
                                      <p:to>
                                        <p:strVal val="visible"/>
                                      </p:to>
                                    </p:set>
                                    <p:anim calcmode="lin" valueType="num">
                                      <p:cBhvr>
                                        <p:cTn id="168" dur="5060" fill="hold"/>
                                        <p:tgtEl>
                                          <p:spTgt spid="240"/>
                                        </p:tgtEl>
                                        <p:attrNameLst>
                                          <p:attrName>ppt_w</p:attrName>
                                        </p:attrNameLst>
                                      </p:cBhvr>
                                      <p:tavLst>
                                        <p:tav tm="0">
                                          <p:val>
                                            <p:fltVal val="0"/>
                                          </p:val>
                                        </p:tav>
                                        <p:tav tm="100000">
                                          <p:val>
                                            <p:strVal val="#ppt_w"/>
                                          </p:val>
                                        </p:tav>
                                      </p:tavLst>
                                    </p:anim>
                                    <p:anim calcmode="lin" valueType="num">
                                      <p:cBhvr>
                                        <p:cTn id="169" dur="5060" fill="hold"/>
                                        <p:tgtEl>
                                          <p:spTgt spid="240"/>
                                        </p:tgtEl>
                                        <p:attrNameLst>
                                          <p:attrName>ppt_h</p:attrName>
                                        </p:attrNameLst>
                                      </p:cBhvr>
                                      <p:tavLst>
                                        <p:tav tm="0">
                                          <p:val>
                                            <p:fltVal val="0"/>
                                          </p:val>
                                        </p:tav>
                                        <p:tav tm="100000">
                                          <p:val>
                                            <p:strVal val="#ppt_h"/>
                                          </p:val>
                                        </p:tav>
                                      </p:tavLst>
                                    </p:anim>
                                    <p:animEffect transition="in" filter="fade">
                                      <p:cBhvr>
                                        <p:cTn id="170" dur="5060"/>
                                        <p:tgtEl>
                                          <p:spTgt spid="240"/>
                                        </p:tgtEl>
                                      </p:cBhvr>
                                    </p:animEffect>
                                    <p:anim calcmode="lin" valueType="num">
                                      <p:cBhvr>
                                        <p:cTn id="171" dur="5060" fill="hold"/>
                                        <p:tgtEl>
                                          <p:spTgt spid="240"/>
                                        </p:tgtEl>
                                        <p:attrNameLst>
                                          <p:attrName>ppt_x</p:attrName>
                                        </p:attrNameLst>
                                      </p:cBhvr>
                                      <p:tavLst>
                                        <p:tav tm="0">
                                          <p:val>
                                            <p:fltVal val="0.5"/>
                                          </p:val>
                                        </p:tav>
                                        <p:tav tm="100000">
                                          <p:val>
                                            <p:strVal val="#ppt_x"/>
                                          </p:val>
                                        </p:tav>
                                      </p:tavLst>
                                    </p:anim>
                                    <p:anim calcmode="lin" valueType="num">
                                      <p:cBhvr>
                                        <p:cTn id="172" dur="5060" fill="hold"/>
                                        <p:tgtEl>
                                          <p:spTgt spid="240"/>
                                        </p:tgtEl>
                                        <p:attrNameLst>
                                          <p:attrName>ppt_y</p:attrName>
                                        </p:attrNameLst>
                                      </p:cBhvr>
                                      <p:tavLst>
                                        <p:tav tm="0">
                                          <p:val>
                                            <p:fltVal val="0.5"/>
                                          </p:val>
                                        </p:tav>
                                        <p:tav tm="100000">
                                          <p:val>
                                            <p:strVal val="#ppt_y"/>
                                          </p:val>
                                        </p:tav>
                                      </p:tavLst>
                                    </p:anim>
                                  </p:childTnLst>
                                </p:cTn>
                              </p:par>
                              <p:par>
                                <p:cTn id="173" presetID="53" presetClass="entr" presetSubtype="528" repeatCount="indefinite" fill="hold" grpId="0" nodeType="withEffect">
                                  <p:stCondLst>
                                    <p:cond delay="1481"/>
                                  </p:stCondLst>
                                  <p:childTnLst>
                                    <p:set>
                                      <p:cBhvr>
                                        <p:cTn id="174" dur="1" fill="hold">
                                          <p:stCondLst>
                                            <p:cond delay="0"/>
                                          </p:stCondLst>
                                        </p:cTn>
                                        <p:tgtEl>
                                          <p:spTgt spid="242"/>
                                        </p:tgtEl>
                                        <p:attrNameLst>
                                          <p:attrName>style.visibility</p:attrName>
                                        </p:attrNameLst>
                                      </p:cBhvr>
                                      <p:to>
                                        <p:strVal val="visible"/>
                                      </p:to>
                                    </p:set>
                                    <p:anim calcmode="lin" valueType="num">
                                      <p:cBhvr>
                                        <p:cTn id="175" dur="5366" fill="hold"/>
                                        <p:tgtEl>
                                          <p:spTgt spid="242"/>
                                        </p:tgtEl>
                                        <p:attrNameLst>
                                          <p:attrName>ppt_w</p:attrName>
                                        </p:attrNameLst>
                                      </p:cBhvr>
                                      <p:tavLst>
                                        <p:tav tm="0">
                                          <p:val>
                                            <p:fltVal val="0"/>
                                          </p:val>
                                        </p:tav>
                                        <p:tav tm="100000">
                                          <p:val>
                                            <p:strVal val="#ppt_w"/>
                                          </p:val>
                                        </p:tav>
                                      </p:tavLst>
                                    </p:anim>
                                    <p:anim calcmode="lin" valueType="num">
                                      <p:cBhvr>
                                        <p:cTn id="176" dur="5366" fill="hold"/>
                                        <p:tgtEl>
                                          <p:spTgt spid="242"/>
                                        </p:tgtEl>
                                        <p:attrNameLst>
                                          <p:attrName>ppt_h</p:attrName>
                                        </p:attrNameLst>
                                      </p:cBhvr>
                                      <p:tavLst>
                                        <p:tav tm="0">
                                          <p:val>
                                            <p:fltVal val="0"/>
                                          </p:val>
                                        </p:tav>
                                        <p:tav tm="100000">
                                          <p:val>
                                            <p:strVal val="#ppt_h"/>
                                          </p:val>
                                        </p:tav>
                                      </p:tavLst>
                                    </p:anim>
                                    <p:animEffect transition="in" filter="fade">
                                      <p:cBhvr>
                                        <p:cTn id="177" dur="5366"/>
                                        <p:tgtEl>
                                          <p:spTgt spid="242"/>
                                        </p:tgtEl>
                                      </p:cBhvr>
                                    </p:animEffect>
                                    <p:anim calcmode="lin" valueType="num">
                                      <p:cBhvr>
                                        <p:cTn id="178" dur="5366" fill="hold"/>
                                        <p:tgtEl>
                                          <p:spTgt spid="242"/>
                                        </p:tgtEl>
                                        <p:attrNameLst>
                                          <p:attrName>ppt_x</p:attrName>
                                        </p:attrNameLst>
                                      </p:cBhvr>
                                      <p:tavLst>
                                        <p:tav tm="0">
                                          <p:val>
                                            <p:fltVal val="0.5"/>
                                          </p:val>
                                        </p:tav>
                                        <p:tav tm="100000">
                                          <p:val>
                                            <p:strVal val="#ppt_x"/>
                                          </p:val>
                                        </p:tav>
                                      </p:tavLst>
                                    </p:anim>
                                    <p:anim calcmode="lin" valueType="num">
                                      <p:cBhvr>
                                        <p:cTn id="179" dur="5366" fill="hold"/>
                                        <p:tgtEl>
                                          <p:spTgt spid="242"/>
                                        </p:tgtEl>
                                        <p:attrNameLst>
                                          <p:attrName>ppt_y</p:attrName>
                                        </p:attrNameLst>
                                      </p:cBhvr>
                                      <p:tavLst>
                                        <p:tav tm="0">
                                          <p:val>
                                            <p:fltVal val="0.5"/>
                                          </p:val>
                                        </p:tav>
                                        <p:tav tm="100000">
                                          <p:val>
                                            <p:strVal val="#ppt_y"/>
                                          </p:val>
                                        </p:tav>
                                      </p:tavLst>
                                    </p:anim>
                                  </p:childTnLst>
                                </p:cTn>
                              </p:par>
                              <p:par>
                                <p:cTn id="180" presetID="53" presetClass="entr" presetSubtype="528" repeatCount="indefinite" fill="hold" grpId="0" nodeType="withEffect">
                                  <p:stCondLst>
                                    <p:cond delay="1091"/>
                                  </p:stCondLst>
                                  <p:childTnLst>
                                    <p:set>
                                      <p:cBhvr>
                                        <p:cTn id="181" dur="1" fill="hold">
                                          <p:stCondLst>
                                            <p:cond delay="0"/>
                                          </p:stCondLst>
                                        </p:cTn>
                                        <p:tgtEl>
                                          <p:spTgt spid="243"/>
                                        </p:tgtEl>
                                        <p:attrNameLst>
                                          <p:attrName>style.visibility</p:attrName>
                                        </p:attrNameLst>
                                      </p:cBhvr>
                                      <p:to>
                                        <p:strVal val="visible"/>
                                      </p:to>
                                    </p:set>
                                    <p:anim calcmode="lin" valueType="num">
                                      <p:cBhvr>
                                        <p:cTn id="182" dur="5755" fill="hold"/>
                                        <p:tgtEl>
                                          <p:spTgt spid="243"/>
                                        </p:tgtEl>
                                        <p:attrNameLst>
                                          <p:attrName>ppt_w</p:attrName>
                                        </p:attrNameLst>
                                      </p:cBhvr>
                                      <p:tavLst>
                                        <p:tav tm="0">
                                          <p:val>
                                            <p:fltVal val="0"/>
                                          </p:val>
                                        </p:tav>
                                        <p:tav tm="100000">
                                          <p:val>
                                            <p:strVal val="#ppt_w"/>
                                          </p:val>
                                        </p:tav>
                                      </p:tavLst>
                                    </p:anim>
                                    <p:anim calcmode="lin" valueType="num">
                                      <p:cBhvr>
                                        <p:cTn id="183" dur="5755" fill="hold"/>
                                        <p:tgtEl>
                                          <p:spTgt spid="243"/>
                                        </p:tgtEl>
                                        <p:attrNameLst>
                                          <p:attrName>ppt_h</p:attrName>
                                        </p:attrNameLst>
                                      </p:cBhvr>
                                      <p:tavLst>
                                        <p:tav tm="0">
                                          <p:val>
                                            <p:fltVal val="0"/>
                                          </p:val>
                                        </p:tav>
                                        <p:tav tm="100000">
                                          <p:val>
                                            <p:strVal val="#ppt_h"/>
                                          </p:val>
                                        </p:tav>
                                      </p:tavLst>
                                    </p:anim>
                                    <p:animEffect transition="in" filter="fade">
                                      <p:cBhvr>
                                        <p:cTn id="184" dur="5755"/>
                                        <p:tgtEl>
                                          <p:spTgt spid="243"/>
                                        </p:tgtEl>
                                      </p:cBhvr>
                                    </p:animEffect>
                                    <p:anim calcmode="lin" valueType="num">
                                      <p:cBhvr>
                                        <p:cTn id="185" dur="5755" fill="hold"/>
                                        <p:tgtEl>
                                          <p:spTgt spid="243"/>
                                        </p:tgtEl>
                                        <p:attrNameLst>
                                          <p:attrName>ppt_x</p:attrName>
                                        </p:attrNameLst>
                                      </p:cBhvr>
                                      <p:tavLst>
                                        <p:tav tm="0">
                                          <p:val>
                                            <p:fltVal val="0.5"/>
                                          </p:val>
                                        </p:tav>
                                        <p:tav tm="100000">
                                          <p:val>
                                            <p:strVal val="#ppt_x"/>
                                          </p:val>
                                        </p:tav>
                                      </p:tavLst>
                                    </p:anim>
                                    <p:anim calcmode="lin" valueType="num">
                                      <p:cBhvr>
                                        <p:cTn id="186" dur="5755" fill="hold"/>
                                        <p:tgtEl>
                                          <p:spTgt spid="243"/>
                                        </p:tgtEl>
                                        <p:attrNameLst>
                                          <p:attrName>ppt_y</p:attrName>
                                        </p:attrNameLst>
                                      </p:cBhvr>
                                      <p:tavLst>
                                        <p:tav tm="0">
                                          <p:val>
                                            <p:fltVal val="0.5"/>
                                          </p:val>
                                        </p:tav>
                                        <p:tav tm="100000">
                                          <p:val>
                                            <p:strVal val="#ppt_y"/>
                                          </p:val>
                                        </p:tav>
                                      </p:tavLst>
                                    </p:anim>
                                  </p:childTnLst>
                                </p:cTn>
                              </p:par>
                              <p:par>
                                <p:cTn id="187" presetID="53" presetClass="entr" presetSubtype="528" repeatCount="indefinite" fill="hold" grpId="0" nodeType="withEffect">
                                  <p:stCondLst>
                                    <p:cond delay="334"/>
                                  </p:stCondLst>
                                  <p:childTnLst>
                                    <p:set>
                                      <p:cBhvr>
                                        <p:cTn id="188" dur="1" fill="hold">
                                          <p:stCondLst>
                                            <p:cond delay="0"/>
                                          </p:stCondLst>
                                        </p:cTn>
                                        <p:tgtEl>
                                          <p:spTgt spid="244"/>
                                        </p:tgtEl>
                                        <p:attrNameLst>
                                          <p:attrName>style.visibility</p:attrName>
                                        </p:attrNameLst>
                                      </p:cBhvr>
                                      <p:to>
                                        <p:strVal val="visible"/>
                                      </p:to>
                                    </p:set>
                                    <p:anim calcmode="lin" valueType="num">
                                      <p:cBhvr>
                                        <p:cTn id="189" dur="7460" fill="hold"/>
                                        <p:tgtEl>
                                          <p:spTgt spid="244"/>
                                        </p:tgtEl>
                                        <p:attrNameLst>
                                          <p:attrName>ppt_w</p:attrName>
                                        </p:attrNameLst>
                                      </p:cBhvr>
                                      <p:tavLst>
                                        <p:tav tm="0">
                                          <p:val>
                                            <p:fltVal val="0"/>
                                          </p:val>
                                        </p:tav>
                                        <p:tav tm="100000">
                                          <p:val>
                                            <p:strVal val="#ppt_w"/>
                                          </p:val>
                                        </p:tav>
                                      </p:tavLst>
                                    </p:anim>
                                    <p:anim calcmode="lin" valueType="num">
                                      <p:cBhvr>
                                        <p:cTn id="190" dur="7460" fill="hold"/>
                                        <p:tgtEl>
                                          <p:spTgt spid="244"/>
                                        </p:tgtEl>
                                        <p:attrNameLst>
                                          <p:attrName>ppt_h</p:attrName>
                                        </p:attrNameLst>
                                      </p:cBhvr>
                                      <p:tavLst>
                                        <p:tav tm="0">
                                          <p:val>
                                            <p:fltVal val="0"/>
                                          </p:val>
                                        </p:tav>
                                        <p:tav tm="100000">
                                          <p:val>
                                            <p:strVal val="#ppt_h"/>
                                          </p:val>
                                        </p:tav>
                                      </p:tavLst>
                                    </p:anim>
                                    <p:animEffect transition="in" filter="fade">
                                      <p:cBhvr>
                                        <p:cTn id="191" dur="7460"/>
                                        <p:tgtEl>
                                          <p:spTgt spid="244"/>
                                        </p:tgtEl>
                                      </p:cBhvr>
                                    </p:animEffect>
                                    <p:anim calcmode="lin" valueType="num">
                                      <p:cBhvr>
                                        <p:cTn id="192" dur="7460" fill="hold"/>
                                        <p:tgtEl>
                                          <p:spTgt spid="244"/>
                                        </p:tgtEl>
                                        <p:attrNameLst>
                                          <p:attrName>ppt_x</p:attrName>
                                        </p:attrNameLst>
                                      </p:cBhvr>
                                      <p:tavLst>
                                        <p:tav tm="0">
                                          <p:val>
                                            <p:fltVal val="0.5"/>
                                          </p:val>
                                        </p:tav>
                                        <p:tav tm="100000">
                                          <p:val>
                                            <p:strVal val="#ppt_x"/>
                                          </p:val>
                                        </p:tav>
                                      </p:tavLst>
                                    </p:anim>
                                    <p:anim calcmode="lin" valueType="num">
                                      <p:cBhvr>
                                        <p:cTn id="193" dur="7460" fill="hold"/>
                                        <p:tgtEl>
                                          <p:spTgt spid="244"/>
                                        </p:tgtEl>
                                        <p:attrNameLst>
                                          <p:attrName>ppt_y</p:attrName>
                                        </p:attrNameLst>
                                      </p:cBhvr>
                                      <p:tavLst>
                                        <p:tav tm="0">
                                          <p:val>
                                            <p:fltVal val="0.5"/>
                                          </p:val>
                                        </p:tav>
                                        <p:tav tm="100000">
                                          <p:val>
                                            <p:strVal val="#ppt_y"/>
                                          </p:val>
                                        </p:tav>
                                      </p:tavLst>
                                    </p:anim>
                                  </p:childTnLst>
                                </p:cTn>
                              </p:par>
                              <p:par>
                                <p:cTn id="194" presetID="53" presetClass="entr" presetSubtype="528" repeatCount="indefinite" fill="hold" grpId="0" nodeType="withEffect">
                                  <p:stCondLst>
                                    <p:cond delay="1852"/>
                                  </p:stCondLst>
                                  <p:childTnLst>
                                    <p:set>
                                      <p:cBhvr>
                                        <p:cTn id="195" dur="1" fill="hold">
                                          <p:stCondLst>
                                            <p:cond delay="0"/>
                                          </p:stCondLst>
                                        </p:cTn>
                                        <p:tgtEl>
                                          <p:spTgt spid="245"/>
                                        </p:tgtEl>
                                        <p:attrNameLst>
                                          <p:attrName>style.visibility</p:attrName>
                                        </p:attrNameLst>
                                      </p:cBhvr>
                                      <p:to>
                                        <p:strVal val="visible"/>
                                      </p:to>
                                    </p:set>
                                    <p:anim calcmode="lin" valueType="num">
                                      <p:cBhvr>
                                        <p:cTn id="196" dur="5254" fill="hold"/>
                                        <p:tgtEl>
                                          <p:spTgt spid="245"/>
                                        </p:tgtEl>
                                        <p:attrNameLst>
                                          <p:attrName>ppt_w</p:attrName>
                                        </p:attrNameLst>
                                      </p:cBhvr>
                                      <p:tavLst>
                                        <p:tav tm="0">
                                          <p:val>
                                            <p:fltVal val="0"/>
                                          </p:val>
                                        </p:tav>
                                        <p:tav tm="100000">
                                          <p:val>
                                            <p:strVal val="#ppt_w"/>
                                          </p:val>
                                        </p:tav>
                                      </p:tavLst>
                                    </p:anim>
                                    <p:anim calcmode="lin" valueType="num">
                                      <p:cBhvr>
                                        <p:cTn id="197" dur="5254" fill="hold"/>
                                        <p:tgtEl>
                                          <p:spTgt spid="245"/>
                                        </p:tgtEl>
                                        <p:attrNameLst>
                                          <p:attrName>ppt_h</p:attrName>
                                        </p:attrNameLst>
                                      </p:cBhvr>
                                      <p:tavLst>
                                        <p:tav tm="0">
                                          <p:val>
                                            <p:fltVal val="0"/>
                                          </p:val>
                                        </p:tav>
                                        <p:tav tm="100000">
                                          <p:val>
                                            <p:strVal val="#ppt_h"/>
                                          </p:val>
                                        </p:tav>
                                      </p:tavLst>
                                    </p:anim>
                                    <p:animEffect transition="in" filter="fade">
                                      <p:cBhvr>
                                        <p:cTn id="198" dur="5254"/>
                                        <p:tgtEl>
                                          <p:spTgt spid="245"/>
                                        </p:tgtEl>
                                      </p:cBhvr>
                                    </p:animEffect>
                                    <p:anim calcmode="lin" valueType="num">
                                      <p:cBhvr>
                                        <p:cTn id="199" dur="5254" fill="hold"/>
                                        <p:tgtEl>
                                          <p:spTgt spid="245"/>
                                        </p:tgtEl>
                                        <p:attrNameLst>
                                          <p:attrName>ppt_x</p:attrName>
                                        </p:attrNameLst>
                                      </p:cBhvr>
                                      <p:tavLst>
                                        <p:tav tm="0">
                                          <p:val>
                                            <p:fltVal val="0.5"/>
                                          </p:val>
                                        </p:tav>
                                        <p:tav tm="100000">
                                          <p:val>
                                            <p:strVal val="#ppt_x"/>
                                          </p:val>
                                        </p:tav>
                                      </p:tavLst>
                                    </p:anim>
                                    <p:anim calcmode="lin" valueType="num">
                                      <p:cBhvr>
                                        <p:cTn id="200" dur="5254" fill="hold"/>
                                        <p:tgtEl>
                                          <p:spTgt spid="245"/>
                                        </p:tgtEl>
                                        <p:attrNameLst>
                                          <p:attrName>ppt_y</p:attrName>
                                        </p:attrNameLst>
                                      </p:cBhvr>
                                      <p:tavLst>
                                        <p:tav tm="0">
                                          <p:val>
                                            <p:fltVal val="0.5"/>
                                          </p:val>
                                        </p:tav>
                                        <p:tav tm="100000">
                                          <p:val>
                                            <p:strVal val="#ppt_y"/>
                                          </p:val>
                                        </p:tav>
                                      </p:tavLst>
                                    </p:anim>
                                  </p:childTnLst>
                                </p:cTn>
                              </p:par>
                              <p:par>
                                <p:cTn id="201" presetID="53" presetClass="entr" presetSubtype="528" repeatCount="indefinite" fill="hold" grpId="0" nodeType="withEffect">
                                  <p:stCondLst>
                                    <p:cond delay="657"/>
                                  </p:stCondLst>
                                  <p:childTnLst>
                                    <p:set>
                                      <p:cBhvr>
                                        <p:cTn id="202" dur="1" fill="hold">
                                          <p:stCondLst>
                                            <p:cond delay="0"/>
                                          </p:stCondLst>
                                        </p:cTn>
                                        <p:tgtEl>
                                          <p:spTgt spid="246"/>
                                        </p:tgtEl>
                                        <p:attrNameLst>
                                          <p:attrName>style.visibility</p:attrName>
                                        </p:attrNameLst>
                                      </p:cBhvr>
                                      <p:to>
                                        <p:strVal val="visible"/>
                                      </p:to>
                                    </p:set>
                                    <p:anim calcmode="lin" valueType="num">
                                      <p:cBhvr>
                                        <p:cTn id="203" dur="6642" fill="hold"/>
                                        <p:tgtEl>
                                          <p:spTgt spid="246"/>
                                        </p:tgtEl>
                                        <p:attrNameLst>
                                          <p:attrName>ppt_w</p:attrName>
                                        </p:attrNameLst>
                                      </p:cBhvr>
                                      <p:tavLst>
                                        <p:tav tm="0">
                                          <p:val>
                                            <p:fltVal val="0"/>
                                          </p:val>
                                        </p:tav>
                                        <p:tav tm="100000">
                                          <p:val>
                                            <p:strVal val="#ppt_w"/>
                                          </p:val>
                                        </p:tav>
                                      </p:tavLst>
                                    </p:anim>
                                    <p:anim calcmode="lin" valueType="num">
                                      <p:cBhvr>
                                        <p:cTn id="204" dur="6642" fill="hold"/>
                                        <p:tgtEl>
                                          <p:spTgt spid="246"/>
                                        </p:tgtEl>
                                        <p:attrNameLst>
                                          <p:attrName>ppt_h</p:attrName>
                                        </p:attrNameLst>
                                      </p:cBhvr>
                                      <p:tavLst>
                                        <p:tav tm="0">
                                          <p:val>
                                            <p:fltVal val="0"/>
                                          </p:val>
                                        </p:tav>
                                        <p:tav tm="100000">
                                          <p:val>
                                            <p:strVal val="#ppt_h"/>
                                          </p:val>
                                        </p:tav>
                                      </p:tavLst>
                                    </p:anim>
                                    <p:animEffect transition="in" filter="fade">
                                      <p:cBhvr>
                                        <p:cTn id="205" dur="6642"/>
                                        <p:tgtEl>
                                          <p:spTgt spid="246"/>
                                        </p:tgtEl>
                                      </p:cBhvr>
                                    </p:animEffect>
                                    <p:anim calcmode="lin" valueType="num">
                                      <p:cBhvr>
                                        <p:cTn id="206" dur="6642" fill="hold"/>
                                        <p:tgtEl>
                                          <p:spTgt spid="246"/>
                                        </p:tgtEl>
                                        <p:attrNameLst>
                                          <p:attrName>ppt_x</p:attrName>
                                        </p:attrNameLst>
                                      </p:cBhvr>
                                      <p:tavLst>
                                        <p:tav tm="0">
                                          <p:val>
                                            <p:fltVal val="0.5"/>
                                          </p:val>
                                        </p:tav>
                                        <p:tav tm="100000">
                                          <p:val>
                                            <p:strVal val="#ppt_x"/>
                                          </p:val>
                                        </p:tav>
                                      </p:tavLst>
                                    </p:anim>
                                    <p:anim calcmode="lin" valueType="num">
                                      <p:cBhvr>
                                        <p:cTn id="207" dur="6642" fill="hold"/>
                                        <p:tgtEl>
                                          <p:spTgt spid="246"/>
                                        </p:tgtEl>
                                        <p:attrNameLst>
                                          <p:attrName>ppt_y</p:attrName>
                                        </p:attrNameLst>
                                      </p:cBhvr>
                                      <p:tavLst>
                                        <p:tav tm="0">
                                          <p:val>
                                            <p:fltVal val="0.5"/>
                                          </p:val>
                                        </p:tav>
                                        <p:tav tm="100000">
                                          <p:val>
                                            <p:strVal val="#ppt_y"/>
                                          </p:val>
                                        </p:tav>
                                      </p:tavLst>
                                    </p:anim>
                                  </p:childTnLst>
                                </p:cTn>
                              </p:par>
                              <p:par>
                                <p:cTn id="208" presetID="53" presetClass="entr" presetSubtype="528" repeatCount="indefinite" fill="hold" grpId="0" nodeType="withEffect">
                                  <p:stCondLst>
                                    <p:cond delay="1083"/>
                                  </p:stCondLst>
                                  <p:childTnLst>
                                    <p:set>
                                      <p:cBhvr>
                                        <p:cTn id="209" dur="1" fill="hold">
                                          <p:stCondLst>
                                            <p:cond delay="0"/>
                                          </p:stCondLst>
                                        </p:cTn>
                                        <p:tgtEl>
                                          <p:spTgt spid="247"/>
                                        </p:tgtEl>
                                        <p:attrNameLst>
                                          <p:attrName>style.visibility</p:attrName>
                                        </p:attrNameLst>
                                      </p:cBhvr>
                                      <p:to>
                                        <p:strVal val="visible"/>
                                      </p:to>
                                    </p:set>
                                    <p:anim calcmode="lin" valueType="num">
                                      <p:cBhvr>
                                        <p:cTn id="210" dur="5889" fill="hold"/>
                                        <p:tgtEl>
                                          <p:spTgt spid="247"/>
                                        </p:tgtEl>
                                        <p:attrNameLst>
                                          <p:attrName>ppt_w</p:attrName>
                                        </p:attrNameLst>
                                      </p:cBhvr>
                                      <p:tavLst>
                                        <p:tav tm="0">
                                          <p:val>
                                            <p:fltVal val="0"/>
                                          </p:val>
                                        </p:tav>
                                        <p:tav tm="100000">
                                          <p:val>
                                            <p:strVal val="#ppt_w"/>
                                          </p:val>
                                        </p:tav>
                                      </p:tavLst>
                                    </p:anim>
                                    <p:anim calcmode="lin" valueType="num">
                                      <p:cBhvr>
                                        <p:cTn id="211" dur="5889" fill="hold"/>
                                        <p:tgtEl>
                                          <p:spTgt spid="247"/>
                                        </p:tgtEl>
                                        <p:attrNameLst>
                                          <p:attrName>ppt_h</p:attrName>
                                        </p:attrNameLst>
                                      </p:cBhvr>
                                      <p:tavLst>
                                        <p:tav tm="0">
                                          <p:val>
                                            <p:fltVal val="0"/>
                                          </p:val>
                                        </p:tav>
                                        <p:tav tm="100000">
                                          <p:val>
                                            <p:strVal val="#ppt_h"/>
                                          </p:val>
                                        </p:tav>
                                      </p:tavLst>
                                    </p:anim>
                                    <p:animEffect transition="in" filter="fade">
                                      <p:cBhvr>
                                        <p:cTn id="212" dur="5889"/>
                                        <p:tgtEl>
                                          <p:spTgt spid="247"/>
                                        </p:tgtEl>
                                      </p:cBhvr>
                                    </p:animEffect>
                                    <p:anim calcmode="lin" valueType="num">
                                      <p:cBhvr>
                                        <p:cTn id="213" dur="5889" fill="hold"/>
                                        <p:tgtEl>
                                          <p:spTgt spid="247"/>
                                        </p:tgtEl>
                                        <p:attrNameLst>
                                          <p:attrName>ppt_x</p:attrName>
                                        </p:attrNameLst>
                                      </p:cBhvr>
                                      <p:tavLst>
                                        <p:tav tm="0">
                                          <p:val>
                                            <p:fltVal val="0.5"/>
                                          </p:val>
                                        </p:tav>
                                        <p:tav tm="100000">
                                          <p:val>
                                            <p:strVal val="#ppt_x"/>
                                          </p:val>
                                        </p:tav>
                                      </p:tavLst>
                                    </p:anim>
                                    <p:anim calcmode="lin" valueType="num">
                                      <p:cBhvr>
                                        <p:cTn id="214" dur="5889" fill="hold"/>
                                        <p:tgtEl>
                                          <p:spTgt spid="247"/>
                                        </p:tgtEl>
                                        <p:attrNameLst>
                                          <p:attrName>ppt_y</p:attrName>
                                        </p:attrNameLst>
                                      </p:cBhvr>
                                      <p:tavLst>
                                        <p:tav tm="0">
                                          <p:val>
                                            <p:fltVal val="0.5"/>
                                          </p:val>
                                        </p:tav>
                                        <p:tav tm="100000">
                                          <p:val>
                                            <p:strVal val="#ppt_y"/>
                                          </p:val>
                                        </p:tav>
                                      </p:tavLst>
                                    </p:anim>
                                  </p:childTnLst>
                                </p:cTn>
                              </p:par>
                              <p:par>
                                <p:cTn id="215" presetID="53" presetClass="entr" presetSubtype="528" repeatCount="indefinite" fill="hold" grpId="0" nodeType="withEffect">
                                  <p:stCondLst>
                                    <p:cond delay="854"/>
                                  </p:stCondLst>
                                  <p:childTnLst>
                                    <p:set>
                                      <p:cBhvr>
                                        <p:cTn id="216" dur="1" fill="hold">
                                          <p:stCondLst>
                                            <p:cond delay="0"/>
                                          </p:stCondLst>
                                        </p:cTn>
                                        <p:tgtEl>
                                          <p:spTgt spid="248"/>
                                        </p:tgtEl>
                                        <p:attrNameLst>
                                          <p:attrName>style.visibility</p:attrName>
                                        </p:attrNameLst>
                                      </p:cBhvr>
                                      <p:to>
                                        <p:strVal val="visible"/>
                                      </p:to>
                                    </p:set>
                                    <p:anim calcmode="lin" valueType="num">
                                      <p:cBhvr>
                                        <p:cTn id="217" dur="5408" fill="hold"/>
                                        <p:tgtEl>
                                          <p:spTgt spid="248"/>
                                        </p:tgtEl>
                                        <p:attrNameLst>
                                          <p:attrName>ppt_w</p:attrName>
                                        </p:attrNameLst>
                                      </p:cBhvr>
                                      <p:tavLst>
                                        <p:tav tm="0">
                                          <p:val>
                                            <p:fltVal val="0"/>
                                          </p:val>
                                        </p:tav>
                                        <p:tav tm="100000">
                                          <p:val>
                                            <p:strVal val="#ppt_w"/>
                                          </p:val>
                                        </p:tav>
                                      </p:tavLst>
                                    </p:anim>
                                    <p:anim calcmode="lin" valueType="num">
                                      <p:cBhvr>
                                        <p:cTn id="218" dur="5408" fill="hold"/>
                                        <p:tgtEl>
                                          <p:spTgt spid="248"/>
                                        </p:tgtEl>
                                        <p:attrNameLst>
                                          <p:attrName>ppt_h</p:attrName>
                                        </p:attrNameLst>
                                      </p:cBhvr>
                                      <p:tavLst>
                                        <p:tav tm="0">
                                          <p:val>
                                            <p:fltVal val="0"/>
                                          </p:val>
                                        </p:tav>
                                        <p:tav tm="100000">
                                          <p:val>
                                            <p:strVal val="#ppt_h"/>
                                          </p:val>
                                        </p:tav>
                                      </p:tavLst>
                                    </p:anim>
                                    <p:animEffect transition="in" filter="fade">
                                      <p:cBhvr>
                                        <p:cTn id="219" dur="5408"/>
                                        <p:tgtEl>
                                          <p:spTgt spid="248"/>
                                        </p:tgtEl>
                                      </p:cBhvr>
                                    </p:animEffect>
                                    <p:anim calcmode="lin" valueType="num">
                                      <p:cBhvr>
                                        <p:cTn id="220" dur="5408" fill="hold"/>
                                        <p:tgtEl>
                                          <p:spTgt spid="248"/>
                                        </p:tgtEl>
                                        <p:attrNameLst>
                                          <p:attrName>ppt_x</p:attrName>
                                        </p:attrNameLst>
                                      </p:cBhvr>
                                      <p:tavLst>
                                        <p:tav tm="0">
                                          <p:val>
                                            <p:fltVal val="0.5"/>
                                          </p:val>
                                        </p:tav>
                                        <p:tav tm="100000">
                                          <p:val>
                                            <p:strVal val="#ppt_x"/>
                                          </p:val>
                                        </p:tav>
                                      </p:tavLst>
                                    </p:anim>
                                    <p:anim calcmode="lin" valueType="num">
                                      <p:cBhvr>
                                        <p:cTn id="221" dur="5408" fill="hold"/>
                                        <p:tgtEl>
                                          <p:spTgt spid="248"/>
                                        </p:tgtEl>
                                        <p:attrNameLst>
                                          <p:attrName>ppt_y</p:attrName>
                                        </p:attrNameLst>
                                      </p:cBhvr>
                                      <p:tavLst>
                                        <p:tav tm="0">
                                          <p:val>
                                            <p:fltVal val="0.5"/>
                                          </p:val>
                                        </p:tav>
                                        <p:tav tm="100000">
                                          <p:val>
                                            <p:strVal val="#ppt_y"/>
                                          </p:val>
                                        </p:tav>
                                      </p:tavLst>
                                    </p:anim>
                                  </p:childTnLst>
                                </p:cTn>
                              </p:par>
                              <p:par>
                                <p:cTn id="222" presetID="53" presetClass="entr" presetSubtype="528" repeatCount="indefinite" fill="hold" grpId="0" nodeType="withEffect">
                                  <p:stCondLst>
                                    <p:cond delay="793"/>
                                  </p:stCondLst>
                                  <p:childTnLst>
                                    <p:set>
                                      <p:cBhvr>
                                        <p:cTn id="223" dur="1" fill="hold">
                                          <p:stCondLst>
                                            <p:cond delay="0"/>
                                          </p:stCondLst>
                                        </p:cTn>
                                        <p:tgtEl>
                                          <p:spTgt spid="252"/>
                                        </p:tgtEl>
                                        <p:attrNameLst>
                                          <p:attrName>style.visibility</p:attrName>
                                        </p:attrNameLst>
                                      </p:cBhvr>
                                      <p:to>
                                        <p:strVal val="visible"/>
                                      </p:to>
                                    </p:set>
                                    <p:anim calcmode="lin" valueType="num">
                                      <p:cBhvr>
                                        <p:cTn id="224" dur="5173" fill="hold"/>
                                        <p:tgtEl>
                                          <p:spTgt spid="252"/>
                                        </p:tgtEl>
                                        <p:attrNameLst>
                                          <p:attrName>ppt_w</p:attrName>
                                        </p:attrNameLst>
                                      </p:cBhvr>
                                      <p:tavLst>
                                        <p:tav tm="0">
                                          <p:val>
                                            <p:fltVal val="0"/>
                                          </p:val>
                                        </p:tav>
                                        <p:tav tm="100000">
                                          <p:val>
                                            <p:strVal val="#ppt_w"/>
                                          </p:val>
                                        </p:tav>
                                      </p:tavLst>
                                    </p:anim>
                                    <p:anim calcmode="lin" valueType="num">
                                      <p:cBhvr>
                                        <p:cTn id="225" dur="5173" fill="hold"/>
                                        <p:tgtEl>
                                          <p:spTgt spid="252"/>
                                        </p:tgtEl>
                                        <p:attrNameLst>
                                          <p:attrName>ppt_h</p:attrName>
                                        </p:attrNameLst>
                                      </p:cBhvr>
                                      <p:tavLst>
                                        <p:tav tm="0">
                                          <p:val>
                                            <p:fltVal val="0"/>
                                          </p:val>
                                        </p:tav>
                                        <p:tav tm="100000">
                                          <p:val>
                                            <p:strVal val="#ppt_h"/>
                                          </p:val>
                                        </p:tav>
                                      </p:tavLst>
                                    </p:anim>
                                    <p:animEffect transition="in" filter="fade">
                                      <p:cBhvr>
                                        <p:cTn id="226" dur="5173"/>
                                        <p:tgtEl>
                                          <p:spTgt spid="252"/>
                                        </p:tgtEl>
                                      </p:cBhvr>
                                    </p:animEffect>
                                    <p:anim calcmode="lin" valueType="num">
                                      <p:cBhvr>
                                        <p:cTn id="227" dur="5173" fill="hold"/>
                                        <p:tgtEl>
                                          <p:spTgt spid="252"/>
                                        </p:tgtEl>
                                        <p:attrNameLst>
                                          <p:attrName>ppt_x</p:attrName>
                                        </p:attrNameLst>
                                      </p:cBhvr>
                                      <p:tavLst>
                                        <p:tav tm="0">
                                          <p:val>
                                            <p:fltVal val="0.5"/>
                                          </p:val>
                                        </p:tav>
                                        <p:tav tm="100000">
                                          <p:val>
                                            <p:strVal val="#ppt_x"/>
                                          </p:val>
                                        </p:tav>
                                      </p:tavLst>
                                    </p:anim>
                                    <p:anim calcmode="lin" valueType="num">
                                      <p:cBhvr>
                                        <p:cTn id="228" dur="5173" fill="hold"/>
                                        <p:tgtEl>
                                          <p:spTgt spid="252"/>
                                        </p:tgtEl>
                                        <p:attrNameLst>
                                          <p:attrName>ppt_y</p:attrName>
                                        </p:attrNameLst>
                                      </p:cBhvr>
                                      <p:tavLst>
                                        <p:tav tm="0">
                                          <p:val>
                                            <p:fltVal val="0.5"/>
                                          </p:val>
                                        </p:tav>
                                        <p:tav tm="100000">
                                          <p:val>
                                            <p:strVal val="#ppt_y"/>
                                          </p:val>
                                        </p:tav>
                                      </p:tavLst>
                                    </p:anim>
                                  </p:childTnLst>
                                </p:cTn>
                              </p:par>
                              <p:par>
                                <p:cTn id="229" presetID="53" presetClass="entr" presetSubtype="528" repeatCount="indefinite" fill="hold" grpId="0" nodeType="withEffect">
                                  <p:stCondLst>
                                    <p:cond delay="367"/>
                                  </p:stCondLst>
                                  <p:childTnLst>
                                    <p:set>
                                      <p:cBhvr>
                                        <p:cTn id="230" dur="1" fill="hold">
                                          <p:stCondLst>
                                            <p:cond delay="0"/>
                                          </p:stCondLst>
                                        </p:cTn>
                                        <p:tgtEl>
                                          <p:spTgt spid="257"/>
                                        </p:tgtEl>
                                        <p:attrNameLst>
                                          <p:attrName>style.visibility</p:attrName>
                                        </p:attrNameLst>
                                      </p:cBhvr>
                                      <p:to>
                                        <p:strVal val="visible"/>
                                      </p:to>
                                    </p:set>
                                    <p:anim calcmode="lin" valueType="num">
                                      <p:cBhvr>
                                        <p:cTn id="231" dur="6982" fill="hold"/>
                                        <p:tgtEl>
                                          <p:spTgt spid="257"/>
                                        </p:tgtEl>
                                        <p:attrNameLst>
                                          <p:attrName>ppt_w</p:attrName>
                                        </p:attrNameLst>
                                      </p:cBhvr>
                                      <p:tavLst>
                                        <p:tav tm="0">
                                          <p:val>
                                            <p:fltVal val="0"/>
                                          </p:val>
                                        </p:tav>
                                        <p:tav tm="100000">
                                          <p:val>
                                            <p:strVal val="#ppt_w"/>
                                          </p:val>
                                        </p:tav>
                                      </p:tavLst>
                                    </p:anim>
                                    <p:anim calcmode="lin" valueType="num">
                                      <p:cBhvr>
                                        <p:cTn id="232" dur="6982" fill="hold"/>
                                        <p:tgtEl>
                                          <p:spTgt spid="257"/>
                                        </p:tgtEl>
                                        <p:attrNameLst>
                                          <p:attrName>ppt_h</p:attrName>
                                        </p:attrNameLst>
                                      </p:cBhvr>
                                      <p:tavLst>
                                        <p:tav tm="0">
                                          <p:val>
                                            <p:fltVal val="0"/>
                                          </p:val>
                                        </p:tav>
                                        <p:tav tm="100000">
                                          <p:val>
                                            <p:strVal val="#ppt_h"/>
                                          </p:val>
                                        </p:tav>
                                      </p:tavLst>
                                    </p:anim>
                                    <p:animEffect transition="in" filter="fade">
                                      <p:cBhvr>
                                        <p:cTn id="233" dur="6982"/>
                                        <p:tgtEl>
                                          <p:spTgt spid="257"/>
                                        </p:tgtEl>
                                      </p:cBhvr>
                                    </p:animEffect>
                                    <p:anim calcmode="lin" valueType="num">
                                      <p:cBhvr>
                                        <p:cTn id="234" dur="6982" fill="hold"/>
                                        <p:tgtEl>
                                          <p:spTgt spid="257"/>
                                        </p:tgtEl>
                                        <p:attrNameLst>
                                          <p:attrName>ppt_x</p:attrName>
                                        </p:attrNameLst>
                                      </p:cBhvr>
                                      <p:tavLst>
                                        <p:tav tm="0">
                                          <p:val>
                                            <p:fltVal val="0.5"/>
                                          </p:val>
                                        </p:tav>
                                        <p:tav tm="100000">
                                          <p:val>
                                            <p:strVal val="#ppt_x"/>
                                          </p:val>
                                        </p:tav>
                                      </p:tavLst>
                                    </p:anim>
                                    <p:anim calcmode="lin" valueType="num">
                                      <p:cBhvr>
                                        <p:cTn id="235" dur="6982" fill="hold"/>
                                        <p:tgtEl>
                                          <p:spTgt spid="257"/>
                                        </p:tgtEl>
                                        <p:attrNameLst>
                                          <p:attrName>ppt_y</p:attrName>
                                        </p:attrNameLst>
                                      </p:cBhvr>
                                      <p:tavLst>
                                        <p:tav tm="0">
                                          <p:val>
                                            <p:fltVal val="0.5"/>
                                          </p:val>
                                        </p:tav>
                                        <p:tav tm="100000">
                                          <p:val>
                                            <p:strVal val="#ppt_y"/>
                                          </p:val>
                                        </p:tav>
                                      </p:tavLst>
                                    </p:anim>
                                  </p:childTnLst>
                                </p:cTn>
                              </p:par>
                              <p:par>
                                <p:cTn id="236" presetID="53" presetClass="entr" presetSubtype="528" repeatCount="indefinite" fill="hold" grpId="0" nodeType="withEffect">
                                  <p:stCondLst>
                                    <p:cond delay="232"/>
                                  </p:stCondLst>
                                  <p:childTnLst>
                                    <p:set>
                                      <p:cBhvr>
                                        <p:cTn id="237" dur="1" fill="hold">
                                          <p:stCondLst>
                                            <p:cond delay="0"/>
                                          </p:stCondLst>
                                        </p:cTn>
                                        <p:tgtEl>
                                          <p:spTgt spid="262"/>
                                        </p:tgtEl>
                                        <p:attrNameLst>
                                          <p:attrName>style.visibility</p:attrName>
                                        </p:attrNameLst>
                                      </p:cBhvr>
                                      <p:to>
                                        <p:strVal val="visible"/>
                                      </p:to>
                                    </p:set>
                                    <p:anim calcmode="lin" valueType="num">
                                      <p:cBhvr>
                                        <p:cTn id="238" dur="6854" fill="hold"/>
                                        <p:tgtEl>
                                          <p:spTgt spid="262"/>
                                        </p:tgtEl>
                                        <p:attrNameLst>
                                          <p:attrName>ppt_w</p:attrName>
                                        </p:attrNameLst>
                                      </p:cBhvr>
                                      <p:tavLst>
                                        <p:tav tm="0">
                                          <p:val>
                                            <p:fltVal val="0"/>
                                          </p:val>
                                        </p:tav>
                                        <p:tav tm="100000">
                                          <p:val>
                                            <p:strVal val="#ppt_w"/>
                                          </p:val>
                                        </p:tav>
                                      </p:tavLst>
                                    </p:anim>
                                    <p:anim calcmode="lin" valueType="num">
                                      <p:cBhvr>
                                        <p:cTn id="239" dur="6854" fill="hold"/>
                                        <p:tgtEl>
                                          <p:spTgt spid="262"/>
                                        </p:tgtEl>
                                        <p:attrNameLst>
                                          <p:attrName>ppt_h</p:attrName>
                                        </p:attrNameLst>
                                      </p:cBhvr>
                                      <p:tavLst>
                                        <p:tav tm="0">
                                          <p:val>
                                            <p:fltVal val="0"/>
                                          </p:val>
                                        </p:tav>
                                        <p:tav tm="100000">
                                          <p:val>
                                            <p:strVal val="#ppt_h"/>
                                          </p:val>
                                        </p:tav>
                                      </p:tavLst>
                                    </p:anim>
                                    <p:animEffect transition="in" filter="fade">
                                      <p:cBhvr>
                                        <p:cTn id="240" dur="6854"/>
                                        <p:tgtEl>
                                          <p:spTgt spid="262"/>
                                        </p:tgtEl>
                                      </p:cBhvr>
                                    </p:animEffect>
                                    <p:anim calcmode="lin" valueType="num">
                                      <p:cBhvr>
                                        <p:cTn id="241" dur="6854" fill="hold"/>
                                        <p:tgtEl>
                                          <p:spTgt spid="262"/>
                                        </p:tgtEl>
                                        <p:attrNameLst>
                                          <p:attrName>ppt_x</p:attrName>
                                        </p:attrNameLst>
                                      </p:cBhvr>
                                      <p:tavLst>
                                        <p:tav tm="0">
                                          <p:val>
                                            <p:fltVal val="0.5"/>
                                          </p:val>
                                        </p:tav>
                                        <p:tav tm="100000">
                                          <p:val>
                                            <p:strVal val="#ppt_x"/>
                                          </p:val>
                                        </p:tav>
                                      </p:tavLst>
                                    </p:anim>
                                    <p:anim calcmode="lin" valueType="num">
                                      <p:cBhvr>
                                        <p:cTn id="242" dur="6854" fill="hold"/>
                                        <p:tgtEl>
                                          <p:spTgt spid="262"/>
                                        </p:tgtEl>
                                        <p:attrNameLst>
                                          <p:attrName>ppt_y</p:attrName>
                                        </p:attrNameLst>
                                      </p:cBhvr>
                                      <p:tavLst>
                                        <p:tav tm="0">
                                          <p:val>
                                            <p:fltVal val="0.5"/>
                                          </p:val>
                                        </p:tav>
                                        <p:tav tm="100000">
                                          <p:val>
                                            <p:strVal val="#ppt_y"/>
                                          </p:val>
                                        </p:tav>
                                      </p:tavLst>
                                    </p:anim>
                                  </p:childTnLst>
                                </p:cTn>
                              </p:par>
                              <p:par>
                                <p:cTn id="243" presetID="53" presetClass="entr" presetSubtype="528" repeatCount="indefinite" fill="hold" grpId="0" nodeType="withEffect">
                                  <p:stCondLst>
                                    <p:cond delay="1449"/>
                                  </p:stCondLst>
                                  <p:childTnLst>
                                    <p:set>
                                      <p:cBhvr>
                                        <p:cTn id="244" dur="1" fill="hold">
                                          <p:stCondLst>
                                            <p:cond delay="0"/>
                                          </p:stCondLst>
                                        </p:cTn>
                                        <p:tgtEl>
                                          <p:spTgt spid="265"/>
                                        </p:tgtEl>
                                        <p:attrNameLst>
                                          <p:attrName>style.visibility</p:attrName>
                                        </p:attrNameLst>
                                      </p:cBhvr>
                                      <p:to>
                                        <p:strVal val="visible"/>
                                      </p:to>
                                    </p:set>
                                    <p:anim calcmode="lin" valueType="num">
                                      <p:cBhvr>
                                        <p:cTn id="245" dur="7040" fill="hold"/>
                                        <p:tgtEl>
                                          <p:spTgt spid="265"/>
                                        </p:tgtEl>
                                        <p:attrNameLst>
                                          <p:attrName>ppt_w</p:attrName>
                                        </p:attrNameLst>
                                      </p:cBhvr>
                                      <p:tavLst>
                                        <p:tav tm="0">
                                          <p:val>
                                            <p:fltVal val="0"/>
                                          </p:val>
                                        </p:tav>
                                        <p:tav tm="100000">
                                          <p:val>
                                            <p:strVal val="#ppt_w"/>
                                          </p:val>
                                        </p:tav>
                                      </p:tavLst>
                                    </p:anim>
                                    <p:anim calcmode="lin" valueType="num">
                                      <p:cBhvr>
                                        <p:cTn id="246" dur="7040" fill="hold"/>
                                        <p:tgtEl>
                                          <p:spTgt spid="265"/>
                                        </p:tgtEl>
                                        <p:attrNameLst>
                                          <p:attrName>ppt_h</p:attrName>
                                        </p:attrNameLst>
                                      </p:cBhvr>
                                      <p:tavLst>
                                        <p:tav tm="0">
                                          <p:val>
                                            <p:fltVal val="0"/>
                                          </p:val>
                                        </p:tav>
                                        <p:tav tm="100000">
                                          <p:val>
                                            <p:strVal val="#ppt_h"/>
                                          </p:val>
                                        </p:tav>
                                      </p:tavLst>
                                    </p:anim>
                                    <p:animEffect transition="in" filter="fade">
                                      <p:cBhvr>
                                        <p:cTn id="247" dur="7040"/>
                                        <p:tgtEl>
                                          <p:spTgt spid="265"/>
                                        </p:tgtEl>
                                      </p:cBhvr>
                                    </p:animEffect>
                                    <p:anim calcmode="lin" valueType="num">
                                      <p:cBhvr>
                                        <p:cTn id="248" dur="7040" fill="hold"/>
                                        <p:tgtEl>
                                          <p:spTgt spid="265"/>
                                        </p:tgtEl>
                                        <p:attrNameLst>
                                          <p:attrName>ppt_x</p:attrName>
                                        </p:attrNameLst>
                                      </p:cBhvr>
                                      <p:tavLst>
                                        <p:tav tm="0">
                                          <p:val>
                                            <p:fltVal val="0.5"/>
                                          </p:val>
                                        </p:tav>
                                        <p:tav tm="100000">
                                          <p:val>
                                            <p:strVal val="#ppt_x"/>
                                          </p:val>
                                        </p:tav>
                                      </p:tavLst>
                                    </p:anim>
                                    <p:anim calcmode="lin" valueType="num">
                                      <p:cBhvr>
                                        <p:cTn id="249" dur="7040" fill="hold"/>
                                        <p:tgtEl>
                                          <p:spTgt spid="265"/>
                                        </p:tgtEl>
                                        <p:attrNameLst>
                                          <p:attrName>ppt_y</p:attrName>
                                        </p:attrNameLst>
                                      </p:cBhvr>
                                      <p:tavLst>
                                        <p:tav tm="0">
                                          <p:val>
                                            <p:fltVal val="0.5"/>
                                          </p:val>
                                        </p:tav>
                                        <p:tav tm="100000">
                                          <p:val>
                                            <p:strVal val="#ppt_y"/>
                                          </p:val>
                                        </p:tav>
                                      </p:tavLst>
                                    </p:anim>
                                  </p:childTnLst>
                                </p:cTn>
                              </p:par>
                              <p:par>
                                <p:cTn id="250" presetID="53" presetClass="entr" presetSubtype="528" repeatCount="indefinite" fill="hold" grpId="0" nodeType="withEffect">
                                  <p:stCondLst>
                                    <p:cond delay="1214"/>
                                  </p:stCondLst>
                                  <p:childTnLst>
                                    <p:set>
                                      <p:cBhvr>
                                        <p:cTn id="251" dur="1" fill="hold">
                                          <p:stCondLst>
                                            <p:cond delay="0"/>
                                          </p:stCondLst>
                                        </p:cTn>
                                        <p:tgtEl>
                                          <p:spTgt spid="266"/>
                                        </p:tgtEl>
                                        <p:attrNameLst>
                                          <p:attrName>style.visibility</p:attrName>
                                        </p:attrNameLst>
                                      </p:cBhvr>
                                      <p:to>
                                        <p:strVal val="visible"/>
                                      </p:to>
                                    </p:set>
                                    <p:anim calcmode="lin" valueType="num">
                                      <p:cBhvr>
                                        <p:cTn id="252" dur="6173" fill="hold"/>
                                        <p:tgtEl>
                                          <p:spTgt spid="266"/>
                                        </p:tgtEl>
                                        <p:attrNameLst>
                                          <p:attrName>ppt_w</p:attrName>
                                        </p:attrNameLst>
                                      </p:cBhvr>
                                      <p:tavLst>
                                        <p:tav tm="0">
                                          <p:val>
                                            <p:fltVal val="0"/>
                                          </p:val>
                                        </p:tav>
                                        <p:tav tm="100000">
                                          <p:val>
                                            <p:strVal val="#ppt_w"/>
                                          </p:val>
                                        </p:tav>
                                      </p:tavLst>
                                    </p:anim>
                                    <p:anim calcmode="lin" valueType="num">
                                      <p:cBhvr>
                                        <p:cTn id="253" dur="6173" fill="hold"/>
                                        <p:tgtEl>
                                          <p:spTgt spid="266"/>
                                        </p:tgtEl>
                                        <p:attrNameLst>
                                          <p:attrName>ppt_h</p:attrName>
                                        </p:attrNameLst>
                                      </p:cBhvr>
                                      <p:tavLst>
                                        <p:tav tm="0">
                                          <p:val>
                                            <p:fltVal val="0"/>
                                          </p:val>
                                        </p:tav>
                                        <p:tav tm="100000">
                                          <p:val>
                                            <p:strVal val="#ppt_h"/>
                                          </p:val>
                                        </p:tav>
                                      </p:tavLst>
                                    </p:anim>
                                    <p:animEffect transition="in" filter="fade">
                                      <p:cBhvr>
                                        <p:cTn id="254" dur="6173"/>
                                        <p:tgtEl>
                                          <p:spTgt spid="266"/>
                                        </p:tgtEl>
                                      </p:cBhvr>
                                    </p:animEffect>
                                    <p:anim calcmode="lin" valueType="num">
                                      <p:cBhvr>
                                        <p:cTn id="255" dur="6173" fill="hold"/>
                                        <p:tgtEl>
                                          <p:spTgt spid="266"/>
                                        </p:tgtEl>
                                        <p:attrNameLst>
                                          <p:attrName>ppt_x</p:attrName>
                                        </p:attrNameLst>
                                      </p:cBhvr>
                                      <p:tavLst>
                                        <p:tav tm="0">
                                          <p:val>
                                            <p:fltVal val="0.5"/>
                                          </p:val>
                                        </p:tav>
                                        <p:tav tm="100000">
                                          <p:val>
                                            <p:strVal val="#ppt_x"/>
                                          </p:val>
                                        </p:tav>
                                      </p:tavLst>
                                    </p:anim>
                                    <p:anim calcmode="lin" valueType="num">
                                      <p:cBhvr>
                                        <p:cTn id="256" dur="6173" fill="hold"/>
                                        <p:tgtEl>
                                          <p:spTgt spid="266"/>
                                        </p:tgtEl>
                                        <p:attrNameLst>
                                          <p:attrName>ppt_y</p:attrName>
                                        </p:attrNameLst>
                                      </p:cBhvr>
                                      <p:tavLst>
                                        <p:tav tm="0">
                                          <p:val>
                                            <p:fltVal val="0.5"/>
                                          </p:val>
                                        </p:tav>
                                        <p:tav tm="100000">
                                          <p:val>
                                            <p:strVal val="#ppt_y"/>
                                          </p:val>
                                        </p:tav>
                                      </p:tavLst>
                                    </p:anim>
                                  </p:childTnLst>
                                </p:cTn>
                              </p:par>
                              <p:par>
                                <p:cTn id="257" presetID="53" presetClass="entr" presetSubtype="528" repeatCount="indefinite" fill="hold" grpId="0" nodeType="withEffect">
                                  <p:stCondLst>
                                    <p:cond delay="1303"/>
                                  </p:stCondLst>
                                  <p:childTnLst>
                                    <p:set>
                                      <p:cBhvr>
                                        <p:cTn id="258" dur="1" fill="hold">
                                          <p:stCondLst>
                                            <p:cond delay="0"/>
                                          </p:stCondLst>
                                        </p:cTn>
                                        <p:tgtEl>
                                          <p:spTgt spid="267"/>
                                        </p:tgtEl>
                                        <p:attrNameLst>
                                          <p:attrName>style.visibility</p:attrName>
                                        </p:attrNameLst>
                                      </p:cBhvr>
                                      <p:to>
                                        <p:strVal val="visible"/>
                                      </p:to>
                                    </p:set>
                                    <p:anim calcmode="lin" valueType="num">
                                      <p:cBhvr>
                                        <p:cTn id="259" dur="6273" fill="hold"/>
                                        <p:tgtEl>
                                          <p:spTgt spid="267"/>
                                        </p:tgtEl>
                                        <p:attrNameLst>
                                          <p:attrName>ppt_w</p:attrName>
                                        </p:attrNameLst>
                                      </p:cBhvr>
                                      <p:tavLst>
                                        <p:tav tm="0">
                                          <p:val>
                                            <p:fltVal val="0"/>
                                          </p:val>
                                        </p:tav>
                                        <p:tav tm="100000">
                                          <p:val>
                                            <p:strVal val="#ppt_w"/>
                                          </p:val>
                                        </p:tav>
                                      </p:tavLst>
                                    </p:anim>
                                    <p:anim calcmode="lin" valueType="num">
                                      <p:cBhvr>
                                        <p:cTn id="260" dur="6273" fill="hold"/>
                                        <p:tgtEl>
                                          <p:spTgt spid="267"/>
                                        </p:tgtEl>
                                        <p:attrNameLst>
                                          <p:attrName>ppt_h</p:attrName>
                                        </p:attrNameLst>
                                      </p:cBhvr>
                                      <p:tavLst>
                                        <p:tav tm="0">
                                          <p:val>
                                            <p:fltVal val="0"/>
                                          </p:val>
                                        </p:tav>
                                        <p:tav tm="100000">
                                          <p:val>
                                            <p:strVal val="#ppt_h"/>
                                          </p:val>
                                        </p:tav>
                                      </p:tavLst>
                                    </p:anim>
                                    <p:animEffect transition="in" filter="fade">
                                      <p:cBhvr>
                                        <p:cTn id="261" dur="6273"/>
                                        <p:tgtEl>
                                          <p:spTgt spid="267"/>
                                        </p:tgtEl>
                                      </p:cBhvr>
                                    </p:animEffect>
                                    <p:anim calcmode="lin" valueType="num">
                                      <p:cBhvr>
                                        <p:cTn id="262" dur="6273" fill="hold"/>
                                        <p:tgtEl>
                                          <p:spTgt spid="267"/>
                                        </p:tgtEl>
                                        <p:attrNameLst>
                                          <p:attrName>ppt_x</p:attrName>
                                        </p:attrNameLst>
                                      </p:cBhvr>
                                      <p:tavLst>
                                        <p:tav tm="0">
                                          <p:val>
                                            <p:fltVal val="0.5"/>
                                          </p:val>
                                        </p:tav>
                                        <p:tav tm="100000">
                                          <p:val>
                                            <p:strVal val="#ppt_x"/>
                                          </p:val>
                                        </p:tav>
                                      </p:tavLst>
                                    </p:anim>
                                    <p:anim calcmode="lin" valueType="num">
                                      <p:cBhvr>
                                        <p:cTn id="263" dur="6273" fill="hold"/>
                                        <p:tgtEl>
                                          <p:spTgt spid="267"/>
                                        </p:tgtEl>
                                        <p:attrNameLst>
                                          <p:attrName>ppt_y</p:attrName>
                                        </p:attrNameLst>
                                      </p:cBhvr>
                                      <p:tavLst>
                                        <p:tav tm="0">
                                          <p:val>
                                            <p:fltVal val="0.5"/>
                                          </p:val>
                                        </p:tav>
                                        <p:tav tm="100000">
                                          <p:val>
                                            <p:strVal val="#ppt_y"/>
                                          </p:val>
                                        </p:tav>
                                      </p:tavLst>
                                    </p:anim>
                                  </p:childTnLst>
                                </p:cTn>
                              </p:par>
                              <p:par>
                                <p:cTn id="264" presetID="53" presetClass="entr" presetSubtype="528" repeatCount="indefinite" fill="hold" grpId="0" nodeType="withEffect">
                                  <p:stCondLst>
                                    <p:cond delay="1802"/>
                                  </p:stCondLst>
                                  <p:childTnLst>
                                    <p:set>
                                      <p:cBhvr>
                                        <p:cTn id="265" dur="1" fill="hold">
                                          <p:stCondLst>
                                            <p:cond delay="0"/>
                                          </p:stCondLst>
                                        </p:cTn>
                                        <p:tgtEl>
                                          <p:spTgt spid="268"/>
                                        </p:tgtEl>
                                        <p:attrNameLst>
                                          <p:attrName>style.visibility</p:attrName>
                                        </p:attrNameLst>
                                      </p:cBhvr>
                                      <p:to>
                                        <p:strVal val="visible"/>
                                      </p:to>
                                    </p:set>
                                    <p:anim calcmode="lin" valueType="num">
                                      <p:cBhvr>
                                        <p:cTn id="266" dur="6866" fill="hold"/>
                                        <p:tgtEl>
                                          <p:spTgt spid="268"/>
                                        </p:tgtEl>
                                        <p:attrNameLst>
                                          <p:attrName>ppt_w</p:attrName>
                                        </p:attrNameLst>
                                      </p:cBhvr>
                                      <p:tavLst>
                                        <p:tav tm="0">
                                          <p:val>
                                            <p:fltVal val="0"/>
                                          </p:val>
                                        </p:tav>
                                        <p:tav tm="100000">
                                          <p:val>
                                            <p:strVal val="#ppt_w"/>
                                          </p:val>
                                        </p:tav>
                                      </p:tavLst>
                                    </p:anim>
                                    <p:anim calcmode="lin" valueType="num">
                                      <p:cBhvr>
                                        <p:cTn id="267" dur="6866" fill="hold"/>
                                        <p:tgtEl>
                                          <p:spTgt spid="268"/>
                                        </p:tgtEl>
                                        <p:attrNameLst>
                                          <p:attrName>ppt_h</p:attrName>
                                        </p:attrNameLst>
                                      </p:cBhvr>
                                      <p:tavLst>
                                        <p:tav tm="0">
                                          <p:val>
                                            <p:fltVal val="0"/>
                                          </p:val>
                                        </p:tav>
                                        <p:tav tm="100000">
                                          <p:val>
                                            <p:strVal val="#ppt_h"/>
                                          </p:val>
                                        </p:tav>
                                      </p:tavLst>
                                    </p:anim>
                                    <p:animEffect transition="in" filter="fade">
                                      <p:cBhvr>
                                        <p:cTn id="268" dur="6866"/>
                                        <p:tgtEl>
                                          <p:spTgt spid="268"/>
                                        </p:tgtEl>
                                      </p:cBhvr>
                                    </p:animEffect>
                                    <p:anim calcmode="lin" valueType="num">
                                      <p:cBhvr>
                                        <p:cTn id="269" dur="6866" fill="hold"/>
                                        <p:tgtEl>
                                          <p:spTgt spid="268"/>
                                        </p:tgtEl>
                                        <p:attrNameLst>
                                          <p:attrName>ppt_x</p:attrName>
                                        </p:attrNameLst>
                                      </p:cBhvr>
                                      <p:tavLst>
                                        <p:tav tm="0">
                                          <p:val>
                                            <p:fltVal val="0.5"/>
                                          </p:val>
                                        </p:tav>
                                        <p:tav tm="100000">
                                          <p:val>
                                            <p:strVal val="#ppt_x"/>
                                          </p:val>
                                        </p:tav>
                                      </p:tavLst>
                                    </p:anim>
                                    <p:anim calcmode="lin" valueType="num">
                                      <p:cBhvr>
                                        <p:cTn id="270" dur="6866" fill="hold"/>
                                        <p:tgtEl>
                                          <p:spTgt spid="268"/>
                                        </p:tgtEl>
                                        <p:attrNameLst>
                                          <p:attrName>ppt_y</p:attrName>
                                        </p:attrNameLst>
                                      </p:cBhvr>
                                      <p:tavLst>
                                        <p:tav tm="0">
                                          <p:val>
                                            <p:fltVal val="0.5"/>
                                          </p:val>
                                        </p:tav>
                                        <p:tav tm="100000">
                                          <p:val>
                                            <p:strVal val="#ppt_y"/>
                                          </p:val>
                                        </p:tav>
                                      </p:tavLst>
                                    </p:anim>
                                  </p:childTnLst>
                                </p:cTn>
                              </p:par>
                              <p:par>
                                <p:cTn id="271" presetID="53" presetClass="entr" presetSubtype="528" repeatCount="indefinite" fill="hold" grpId="0" nodeType="withEffect">
                                  <p:stCondLst>
                                    <p:cond delay="1083"/>
                                  </p:stCondLst>
                                  <p:childTnLst>
                                    <p:set>
                                      <p:cBhvr>
                                        <p:cTn id="272" dur="1" fill="hold">
                                          <p:stCondLst>
                                            <p:cond delay="0"/>
                                          </p:stCondLst>
                                        </p:cTn>
                                        <p:tgtEl>
                                          <p:spTgt spid="269"/>
                                        </p:tgtEl>
                                        <p:attrNameLst>
                                          <p:attrName>style.visibility</p:attrName>
                                        </p:attrNameLst>
                                      </p:cBhvr>
                                      <p:to>
                                        <p:strVal val="visible"/>
                                      </p:to>
                                    </p:set>
                                    <p:anim calcmode="lin" valueType="num">
                                      <p:cBhvr>
                                        <p:cTn id="273" dur="5969" fill="hold"/>
                                        <p:tgtEl>
                                          <p:spTgt spid="269"/>
                                        </p:tgtEl>
                                        <p:attrNameLst>
                                          <p:attrName>ppt_w</p:attrName>
                                        </p:attrNameLst>
                                      </p:cBhvr>
                                      <p:tavLst>
                                        <p:tav tm="0">
                                          <p:val>
                                            <p:fltVal val="0"/>
                                          </p:val>
                                        </p:tav>
                                        <p:tav tm="100000">
                                          <p:val>
                                            <p:strVal val="#ppt_w"/>
                                          </p:val>
                                        </p:tav>
                                      </p:tavLst>
                                    </p:anim>
                                    <p:anim calcmode="lin" valueType="num">
                                      <p:cBhvr>
                                        <p:cTn id="274" dur="5969" fill="hold"/>
                                        <p:tgtEl>
                                          <p:spTgt spid="269"/>
                                        </p:tgtEl>
                                        <p:attrNameLst>
                                          <p:attrName>ppt_h</p:attrName>
                                        </p:attrNameLst>
                                      </p:cBhvr>
                                      <p:tavLst>
                                        <p:tav tm="0">
                                          <p:val>
                                            <p:fltVal val="0"/>
                                          </p:val>
                                        </p:tav>
                                        <p:tav tm="100000">
                                          <p:val>
                                            <p:strVal val="#ppt_h"/>
                                          </p:val>
                                        </p:tav>
                                      </p:tavLst>
                                    </p:anim>
                                    <p:animEffect transition="in" filter="fade">
                                      <p:cBhvr>
                                        <p:cTn id="275" dur="5969"/>
                                        <p:tgtEl>
                                          <p:spTgt spid="269"/>
                                        </p:tgtEl>
                                      </p:cBhvr>
                                    </p:animEffect>
                                    <p:anim calcmode="lin" valueType="num">
                                      <p:cBhvr>
                                        <p:cTn id="276" dur="5969" fill="hold"/>
                                        <p:tgtEl>
                                          <p:spTgt spid="269"/>
                                        </p:tgtEl>
                                        <p:attrNameLst>
                                          <p:attrName>ppt_x</p:attrName>
                                        </p:attrNameLst>
                                      </p:cBhvr>
                                      <p:tavLst>
                                        <p:tav tm="0">
                                          <p:val>
                                            <p:fltVal val="0.5"/>
                                          </p:val>
                                        </p:tav>
                                        <p:tav tm="100000">
                                          <p:val>
                                            <p:strVal val="#ppt_x"/>
                                          </p:val>
                                        </p:tav>
                                      </p:tavLst>
                                    </p:anim>
                                    <p:anim calcmode="lin" valueType="num">
                                      <p:cBhvr>
                                        <p:cTn id="277" dur="5969" fill="hold"/>
                                        <p:tgtEl>
                                          <p:spTgt spid="269"/>
                                        </p:tgtEl>
                                        <p:attrNameLst>
                                          <p:attrName>ppt_y</p:attrName>
                                        </p:attrNameLst>
                                      </p:cBhvr>
                                      <p:tavLst>
                                        <p:tav tm="0">
                                          <p:val>
                                            <p:fltVal val="0.5"/>
                                          </p:val>
                                        </p:tav>
                                        <p:tav tm="100000">
                                          <p:val>
                                            <p:strVal val="#ppt_y"/>
                                          </p:val>
                                        </p:tav>
                                      </p:tavLst>
                                    </p:anim>
                                  </p:childTnLst>
                                </p:cTn>
                              </p:par>
                              <p:par>
                                <p:cTn id="278" presetID="53" presetClass="entr" presetSubtype="528" repeatCount="indefinite" fill="hold" grpId="0" nodeType="withEffect">
                                  <p:stCondLst>
                                    <p:cond delay="1270"/>
                                  </p:stCondLst>
                                  <p:childTnLst>
                                    <p:set>
                                      <p:cBhvr>
                                        <p:cTn id="279" dur="1" fill="hold">
                                          <p:stCondLst>
                                            <p:cond delay="0"/>
                                          </p:stCondLst>
                                        </p:cTn>
                                        <p:tgtEl>
                                          <p:spTgt spid="384"/>
                                        </p:tgtEl>
                                        <p:attrNameLst>
                                          <p:attrName>style.visibility</p:attrName>
                                        </p:attrNameLst>
                                      </p:cBhvr>
                                      <p:to>
                                        <p:strVal val="visible"/>
                                      </p:to>
                                    </p:set>
                                    <p:anim calcmode="lin" valueType="num">
                                      <p:cBhvr>
                                        <p:cTn id="280" dur="7002" fill="hold"/>
                                        <p:tgtEl>
                                          <p:spTgt spid="384"/>
                                        </p:tgtEl>
                                        <p:attrNameLst>
                                          <p:attrName>ppt_w</p:attrName>
                                        </p:attrNameLst>
                                      </p:cBhvr>
                                      <p:tavLst>
                                        <p:tav tm="0">
                                          <p:val>
                                            <p:fltVal val="0"/>
                                          </p:val>
                                        </p:tav>
                                        <p:tav tm="100000">
                                          <p:val>
                                            <p:strVal val="#ppt_w"/>
                                          </p:val>
                                        </p:tav>
                                      </p:tavLst>
                                    </p:anim>
                                    <p:anim calcmode="lin" valueType="num">
                                      <p:cBhvr>
                                        <p:cTn id="281" dur="7002" fill="hold"/>
                                        <p:tgtEl>
                                          <p:spTgt spid="384"/>
                                        </p:tgtEl>
                                        <p:attrNameLst>
                                          <p:attrName>ppt_h</p:attrName>
                                        </p:attrNameLst>
                                      </p:cBhvr>
                                      <p:tavLst>
                                        <p:tav tm="0">
                                          <p:val>
                                            <p:fltVal val="0"/>
                                          </p:val>
                                        </p:tav>
                                        <p:tav tm="100000">
                                          <p:val>
                                            <p:strVal val="#ppt_h"/>
                                          </p:val>
                                        </p:tav>
                                      </p:tavLst>
                                    </p:anim>
                                    <p:animEffect transition="in" filter="fade">
                                      <p:cBhvr>
                                        <p:cTn id="282" dur="7002"/>
                                        <p:tgtEl>
                                          <p:spTgt spid="384"/>
                                        </p:tgtEl>
                                      </p:cBhvr>
                                    </p:animEffect>
                                    <p:anim calcmode="lin" valueType="num">
                                      <p:cBhvr>
                                        <p:cTn id="283" dur="7002" fill="hold"/>
                                        <p:tgtEl>
                                          <p:spTgt spid="384"/>
                                        </p:tgtEl>
                                        <p:attrNameLst>
                                          <p:attrName>ppt_x</p:attrName>
                                        </p:attrNameLst>
                                      </p:cBhvr>
                                      <p:tavLst>
                                        <p:tav tm="0">
                                          <p:val>
                                            <p:fltVal val="0.5"/>
                                          </p:val>
                                        </p:tav>
                                        <p:tav tm="100000">
                                          <p:val>
                                            <p:strVal val="#ppt_x"/>
                                          </p:val>
                                        </p:tav>
                                      </p:tavLst>
                                    </p:anim>
                                    <p:anim calcmode="lin" valueType="num">
                                      <p:cBhvr>
                                        <p:cTn id="284" dur="7002" fill="hold"/>
                                        <p:tgtEl>
                                          <p:spTgt spid="384"/>
                                        </p:tgtEl>
                                        <p:attrNameLst>
                                          <p:attrName>ppt_y</p:attrName>
                                        </p:attrNameLst>
                                      </p:cBhvr>
                                      <p:tavLst>
                                        <p:tav tm="0">
                                          <p:val>
                                            <p:fltVal val="0.5"/>
                                          </p:val>
                                        </p:tav>
                                        <p:tav tm="100000">
                                          <p:val>
                                            <p:strVal val="#ppt_y"/>
                                          </p:val>
                                        </p:tav>
                                      </p:tavLst>
                                    </p:anim>
                                  </p:childTnLst>
                                </p:cTn>
                              </p:par>
                              <p:par>
                                <p:cTn id="285" presetID="53" presetClass="entr" presetSubtype="528" repeatCount="indefinite" fill="hold" grpId="0" nodeType="withEffect">
                                  <p:stCondLst>
                                    <p:cond delay="1739"/>
                                  </p:stCondLst>
                                  <p:childTnLst>
                                    <p:set>
                                      <p:cBhvr>
                                        <p:cTn id="286" dur="1" fill="hold">
                                          <p:stCondLst>
                                            <p:cond delay="0"/>
                                          </p:stCondLst>
                                        </p:cTn>
                                        <p:tgtEl>
                                          <p:spTgt spid="388"/>
                                        </p:tgtEl>
                                        <p:attrNameLst>
                                          <p:attrName>style.visibility</p:attrName>
                                        </p:attrNameLst>
                                      </p:cBhvr>
                                      <p:to>
                                        <p:strVal val="visible"/>
                                      </p:to>
                                    </p:set>
                                    <p:anim calcmode="lin" valueType="num">
                                      <p:cBhvr>
                                        <p:cTn id="287" dur="7370" fill="hold"/>
                                        <p:tgtEl>
                                          <p:spTgt spid="388"/>
                                        </p:tgtEl>
                                        <p:attrNameLst>
                                          <p:attrName>ppt_w</p:attrName>
                                        </p:attrNameLst>
                                      </p:cBhvr>
                                      <p:tavLst>
                                        <p:tav tm="0">
                                          <p:val>
                                            <p:fltVal val="0"/>
                                          </p:val>
                                        </p:tav>
                                        <p:tav tm="100000">
                                          <p:val>
                                            <p:strVal val="#ppt_w"/>
                                          </p:val>
                                        </p:tav>
                                      </p:tavLst>
                                    </p:anim>
                                    <p:anim calcmode="lin" valueType="num">
                                      <p:cBhvr>
                                        <p:cTn id="288" dur="7370" fill="hold"/>
                                        <p:tgtEl>
                                          <p:spTgt spid="388"/>
                                        </p:tgtEl>
                                        <p:attrNameLst>
                                          <p:attrName>ppt_h</p:attrName>
                                        </p:attrNameLst>
                                      </p:cBhvr>
                                      <p:tavLst>
                                        <p:tav tm="0">
                                          <p:val>
                                            <p:fltVal val="0"/>
                                          </p:val>
                                        </p:tav>
                                        <p:tav tm="100000">
                                          <p:val>
                                            <p:strVal val="#ppt_h"/>
                                          </p:val>
                                        </p:tav>
                                      </p:tavLst>
                                    </p:anim>
                                    <p:animEffect transition="in" filter="fade">
                                      <p:cBhvr>
                                        <p:cTn id="289" dur="7370"/>
                                        <p:tgtEl>
                                          <p:spTgt spid="388"/>
                                        </p:tgtEl>
                                      </p:cBhvr>
                                    </p:animEffect>
                                    <p:anim calcmode="lin" valueType="num">
                                      <p:cBhvr>
                                        <p:cTn id="290" dur="7370" fill="hold"/>
                                        <p:tgtEl>
                                          <p:spTgt spid="388"/>
                                        </p:tgtEl>
                                        <p:attrNameLst>
                                          <p:attrName>ppt_x</p:attrName>
                                        </p:attrNameLst>
                                      </p:cBhvr>
                                      <p:tavLst>
                                        <p:tav tm="0">
                                          <p:val>
                                            <p:fltVal val="0.5"/>
                                          </p:val>
                                        </p:tav>
                                        <p:tav tm="100000">
                                          <p:val>
                                            <p:strVal val="#ppt_x"/>
                                          </p:val>
                                        </p:tav>
                                      </p:tavLst>
                                    </p:anim>
                                    <p:anim calcmode="lin" valueType="num">
                                      <p:cBhvr>
                                        <p:cTn id="291" dur="7370" fill="hold"/>
                                        <p:tgtEl>
                                          <p:spTgt spid="388"/>
                                        </p:tgtEl>
                                        <p:attrNameLst>
                                          <p:attrName>ppt_y</p:attrName>
                                        </p:attrNameLst>
                                      </p:cBhvr>
                                      <p:tavLst>
                                        <p:tav tm="0">
                                          <p:val>
                                            <p:fltVal val="0.5"/>
                                          </p:val>
                                        </p:tav>
                                        <p:tav tm="100000">
                                          <p:val>
                                            <p:strVal val="#ppt_y"/>
                                          </p:val>
                                        </p:tav>
                                      </p:tavLst>
                                    </p:anim>
                                  </p:childTnLst>
                                </p:cTn>
                              </p:par>
                              <p:par>
                                <p:cTn id="292" presetID="53" presetClass="entr" presetSubtype="528" repeatCount="indefinite" fill="hold" grpId="0" nodeType="withEffect">
                                  <p:stCondLst>
                                    <p:cond delay="1018"/>
                                  </p:stCondLst>
                                  <p:childTnLst>
                                    <p:set>
                                      <p:cBhvr>
                                        <p:cTn id="293" dur="1" fill="hold">
                                          <p:stCondLst>
                                            <p:cond delay="0"/>
                                          </p:stCondLst>
                                        </p:cTn>
                                        <p:tgtEl>
                                          <p:spTgt spid="392"/>
                                        </p:tgtEl>
                                        <p:attrNameLst>
                                          <p:attrName>style.visibility</p:attrName>
                                        </p:attrNameLst>
                                      </p:cBhvr>
                                      <p:to>
                                        <p:strVal val="visible"/>
                                      </p:to>
                                    </p:set>
                                    <p:anim calcmode="lin" valueType="num">
                                      <p:cBhvr>
                                        <p:cTn id="294" dur="5261" fill="hold"/>
                                        <p:tgtEl>
                                          <p:spTgt spid="392"/>
                                        </p:tgtEl>
                                        <p:attrNameLst>
                                          <p:attrName>ppt_w</p:attrName>
                                        </p:attrNameLst>
                                      </p:cBhvr>
                                      <p:tavLst>
                                        <p:tav tm="0">
                                          <p:val>
                                            <p:fltVal val="0"/>
                                          </p:val>
                                        </p:tav>
                                        <p:tav tm="100000">
                                          <p:val>
                                            <p:strVal val="#ppt_w"/>
                                          </p:val>
                                        </p:tav>
                                      </p:tavLst>
                                    </p:anim>
                                    <p:anim calcmode="lin" valueType="num">
                                      <p:cBhvr>
                                        <p:cTn id="295" dur="5261" fill="hold"/>
                                        <p:tgtEl>
                                          <p:spTgt spid="392"/>
                                        </p:tgtEl>
                                        <p:attrNameLst>
                                          <p:attrName>ppt_h</p:attrName>
                                        </p:attrNameLst>
                                      </p:cBhvr>
                                      <p:tavLst>
                                        <p:tav tm="0">
                                          <p:val>
                                            <p:fltVal val="0"/>
                                          </p:val>
                                        </p:tav>
                                        <p:tav tm="100000">
                                          <p:val>
                                            <p:strVal val="#ppt_h"/>
                                          </p:val>
                                        </p:tav>
                                      </p:tavLst>
                                    </p:anim>
                                    <p:animEffect transition="in" filter="fade">
                                      <p:cBhvr>
                                        <p:cTn id="296" dur="5261"/>
                                        <p:tgtEl>
                                          <p:spTgt spid="392"/>
                                        </p:tgtEl>
                                      </p:cBhvr>
                                    </p:animEffect>
                                    <p:anim calcmode="lin" valueType="num">
                                      <p:cBhvr>
                                        <p:cTn id="297" dur="5261" fill="hold"/>
                                        <p:tgtEl>
                                          <p:spTgt spid="392"/>
                                        </p:tgtEl>
                                        <p:attrNameLst>
                                          <p:attrName>ppt_x</p:attrName>
                                        </p:attrNameLst>
                                      </p:cBhvr>
                                      <p:tavLst>
                                        <p:tav tm="0">
                                          <p:val>
                                            <p:fltVal val="0.5"/>
                                          </p:val>
                                        </p:tav>
                                        <p:tav tm="100000">
                                          <p:val>
                                            <p:strVal val="#ppt_x"/>
                                          </p:val>
                                        </p:tav>
                                      </p:tavLst>
                                    </p:anim>
                                    <p:anim calcmode="lin" valueType="num">
                                      <p:cBhvr>
                                        <p:cTn id="298" dur="5261" fill="hold"/>
                                        <p:tgtEl>
                                          <p:spTgt spid="392"/>
                                        </p:tgtEl>
                                        <p:attrNameLst>
                                          <p:attrName>ppt_y</p:attrName>
                                        </p:attrNameLst>
                                      </p:cBhvr>
                                      <p:tavLst>
                                        <p:tav tm="0">
                                          <p:val>
                                            <p:fltVal val="0.5"/>
                                          </p:val>
                                        </p:tav>
                                        <p:tav tm="100000">
                                          <p:val>
                                            <p:strVal val="#ppt_y"/>
                                          </p:val>
                                        </p:tav>
                                      </p:tavLst>
                                    </p:anim>
                                  </p:childTnLst>
                                </p:cTn>
                              </p:par>
                              <p:par>
                                <p:cTn id="299" presetID="53" presetClass="entr" presetSubtype="528" repeatCount="indefinite" fill="hold" grpId="0" nodeType="withEffect">
                                  <p:stCondLst>
                                    <p:cond delay="630"/>
                                  </p:stCondLst>
                                  <p:childTnLst>
                                    <p:set>
                                      <p:cBhvr>
                                        <p:cTn id="300" dur="1" fill="hold">
                                          <p:stCondLst>
                                            <p:cond delay="0"/>
                                          </p:stCondLst>
                                        </p:cTn>
                                        <p:tgtEl>
                                          <p:spTgt spid="397"/>
                                        </p:tgtEl>
                                        <p:attrNameLst>
                                          <p:attrName>style.visibility</p:attrName>
                                        </p:attrNameLst>
                                      </p:cBhvr>
                                      <p:to>
                                        <p:strVal val="visible"/>
                                      </p:to>
                                    </p:set>
                                    <p:anim calcmode="lin" valueType="num">
                                      <p:cBhvr>
                                        <p:cTn id="301" dur="6177" fill="hold"/>
                                        <p:tgtEl>
                                          <p:spTgt spid="397"/>
                                        </p:tgtEl>
                                        <p:attrNameLst>
                                          <p:attrName>ppt_w</p:attrName>
                                        </p:attrNameLst>
                                      </p:cBhvr>
                                      <p:tavLst>
                                        <p:tav tm="0">
                                          <p:val>
                                            <p:fltVal val="0"/>
                                          </p:val>
                                        </p:tav>
                                        <p:tav tm="100000">
                                          <p:val>
                                            <p:strVal val="#ppt_w"/>
                                          </p:val>
                                        </p:tav>
                                      </p:tavLst>
                                    </p:anim>
                                    <p:anim calcmode="lin" valueType="num">
                                      <p:cBhvr>
                                        <p:cTn id="302" dur="6177" fill="hold"/>
                                        <p:tgtEl>
                                          <p:spTgt spid="397"/>
                                        </p:tgtEl>
                                        <p:attrNameLst>
                                          <p:attrName>ppt_h</p:attrName>
                                        </p:attrNameLst>
                                      </p:cBhvr>
                                      <p:tavLst>
                                        <p:tav tm="0">
                                          <p:val>
                                            <p:fltVal val="0"/>
                                          </p:val>
                                        </p:tav>
                                        <p:tav tm="100000">
                                          <p:val>
                                            <p:strVal val="#ppt_h"/>
                                          </p:val>
                                        </p:tav>
                                      </p:tavLst>
                                    </p:anim>
                                    <p:animEffect transition="in" filter="fade">
                                      <p:cBhvr>
                                        <p:cTn id="303" dur="6177"/>
                                        <p:tgtEl>
                                          <p:spTgt spid="397"/>
                                        </p:tgtEl>
                                      </p:cBhvr>
                                    </p:animEffect>
                                    <p:anim calcmode="lin" valueType="num">
                                      <p:cBhvr>
                                        <p:cTn id="304" dur="6177" fill="hold"/>
                                        <p:tgtEl>
                                          <p:spTgt spid="397"/>
                                        </p:tgtEl>
                                        <p:attrNameLst>
                                          <p:attrName>ppt_x</p:attrName>
                                        </p:attrNameLst>
                                      </p:cBhvr>
                                      <p:tavLst>
                                        <p:tav tm="0">
                                          <p:val>
                                            <p:fltVal val="0.5"/>
                                          </p:val>
                                        </p:tav>
                                        <p:tav tm="100000">
                                          <p:val>
                                            <p:strVal val="#ppt_x"/>
                                          </p:val>
                                        </p:tav>
                                      </p:tavLst>
                                    </p:anim>
                                    <p:anim calcmode="lin" valueType="num">
                                      <p:cBhvr>
                                        <p:cTn id="305" dur="6177" fill="hold"/>
                                        <p:tgtEl>
                                          <p:spTgt spid="397"/>
                                        </p:tgtEl>
                                        <p:attrNameLst>
                                          <p:attrName>ppt_y</p:attrName>
                                        </p:attrNameLst>
                                      </p:cBhvr>
                                      <p:tavLst>
                                        <p:tav tm="0">
                                          <p:val>
                                            <p:fltVal val="0.5"/>
                                          </p:val>
                                        </p:tav>
                                        <p:tav tm="100000">
                                          <p:val>
                                            <p:strVal val="#ppt_y"/>
                                          </p:val>
                                        </p:tav>
                                      </p:tavLst>
                                    </p:anim>
                                  </p:childTnLst>
                                </p:cTn>
                              </p:par>
                              <p:par>
                                <p:cTn id="306" presetID="53" presetClass="entr" presetSubtype="528" repeatCount="indefinite" fill="hold" grpId="0" nodeType="withEffect">
                                  <p:stCondLst>
                                    <p:cond delay="1490"/>
                                  </p:stCondLst>
                                  <p:childTnLst>
                                    <p:set>
                                      <p:cBhvr>
                                        <p:cTn id="307" dur="1" fill="hold">
                                          <p:stCondLst>
                                            <p:cond delay="0"/>
                                          </p:stCondLst>
                                        </p:cTn>
                                        <p:tgtEl>
                                          <p:spTgt spid="402"/>
                                        </p:tgtEl>
                                        <p:attrNameLst>
                                          <p:attrName>style.visibility</p:attrName>
                                        </p:attrNameLst>
                                      </p:cBhvr>
                                      <p:to>
                                        <p:strVal val="visible"/>
                                      </p:to>
                                    </p:set>
                                    <p:anim calcmode="lin" valueType="num">
                                      <p:cBhvr>
                                        <p:cTn id="308" dur="5255" fill="hold"/>
                                        <p:tgtEl>
                                          <p:spTgt spid="402"/>
                                        </p:tgtEl>
                                        <p:attrNameLst>
                                          <p:attrName>ppt_w</p:attrName>
                                        </p:attrNameLst>
                                      </p:cBhvr>
                                      <p:tavLst>
                                        <p:tav tm="0">
                                          <p:val>
                                            <p:fltVal val="0"/>
                                          </p:val>
                                        </p:tav>
                                        <p:tav tm="100000">
                                          <p:val>
                                            <p:strVal val="#ppt_w"/>
                                          </p:val>
                                        </p:tav>
                                      </p:tavLst>
                                    </p:anim>
                                    <p:anim calcmode="lin" valueType="num">
                                      <p:cBhvr>
                                        <p:cTn id="309" dur="5255" fill="hold"/>
                                        <p:tgtEl>
                                          <p:spTgt spid="402"/>
                                        </p:tgtEl>
                                        <p:attrNameLst>
                                          <p:attrName>ppt_h</p:attrName>
                                        </p:attrNameLst>
                                      </p:cBhvr>
                                      <p:tavLst>
                                        <p:tav tm="0">
                                          <p:val>
                                            <p:fltVal val="0"/>
                                          </p:val>
                                        </p:tav>
                                        <p:tav tm="100000">
                                          <p:val>
                                            <p:strVal val="#ppt_h"/>
                                          </p:val>
                                        </p:tav>
                                      </p:tavLst>
                                    </p:anim>
                                    <p:animEffect transition="in" filter="fade">
                                      <p:cBhvr>
                                        <p:cTn id="310" dur="5255"/>
                                        <p:tgtEl>
                                          <p:spTgt spid="402"/>
                                        </p:tgtEl>
                                      </p:cBhvr>
                                    </p:animEffect>
                                    <p:anim calcmode="lin" valueType="num">
                                      <p:cBhvr>
                                        <p:cTn id="311" dur="5255" fill="hold"/>
                                        <p:tgtEl>
                                          <p:spTgt spid="402"/>
                                        </p:tgtEl>
                                        <p:attrNameLst>
                                          <p:attrName>ppt_x</p:attrName>
                                        </p:attrNameLst>
                                      </p:cBhvr>
                                      <p:tavLst>
                                        <p:tav tm="0">
                                          <p:val>
                                            <p:fltVal val="0.5"/>
                                          </p:val>
                                        </p:tav>
                                        <p:tav tm="100000">
                                          <p:val>
                                            <p:strVal val="#ppt_x"/>
                                          </p:val>
                                        </p:tav>
                                      </p:tavLst>
                                    </p:anim>
                                    <p:anim calcmode="lin" valueType="num">
                                      <p:cBhvr>
                                        <p:cTn id="312" dur="5255" fill="hold"/>
                                        <p:tgtEl>
                                          <p:spTgt spid="402"/>
                                        </p:tgtEl>
                                        <p:attrNameLst>
                                          <p:attrName>ppt_y</p:attrName>
                                        </p:attrNameLst>
                                      </p:cBhvr>
                                      <p:tavLst>
                                        <p:tav tm="0">
                                          <p:val>
                                            <p:fltVal val="0.5"/>
                                          </p:val>
                                        </p:tav>
                                        <p:tav tm="100000">
                                          <p:val>
                                            <p:strVal val="#ppt_y"/>
                                          </p:val>
                                        </p:tav>
                                      </p:tavLst>
                                    </p:anim>
                                  </p:childTnLst>
                                </p:cTn>
                              </p:par>
                              <p:par>
                                <p:cTn id="313" presetID="53" presetClass="entr" presetSubtype="528" repeatCount="indefinite" fill="hold" grpId="0" nodeType="withEffect">
                                  <p:stCondLst>
                                    <p:cond delay="633"/>
                                  </p:stCondLst>
                                  <p:childTnLst>
                                    <p:set>
                                      <p:cBhvr>
                                        <p:cTn id="314" dur="1" fill="hold">
                                          <p:stCondLst>
                                            <p:cond delay="0"/>
                                          </p:stCondLst>
                                        </p:cTn>
                                        <p:tgtEl>
                                          <p:spTgt spid="403"/>
                                        </p:tgtEl>
                                        <p:attrNameLst>
                                          <p:attrName>style.visibility</p:attrName>
                                        </p:attrNameLst>
                                      </p:cBhvr>
                                      <p:to>
                                        <p:strVal val="visible"/>
                                      </p:to>
                                    </p:set>
                                    <p:anim calcmode="lin" valueType="num">
                                      <p:cBhvr>
                                        <p:cTn id="315" dur="5534" fill="hold"/>
                                        <p:tgtEl>
                                          <p:spTgt spid="403"/>
                                        </p:tgtEl>
                                        <p:attrNameLst>
                                          <p:attrName>ppt_w</p:attrName>
                                        </p:attrNameLst>
                                      </p:cBhvr>
                                      <p:tavLst>
                                        <p:tav tm="0">
                                          <p:val>
                                            <p:fltVal val="0"/>
                                          </p:val>
                                        </p:tav>
                                        <p:tav tm="100000">
                                          <p:val>
                                            <p:strVal val="#ppt_w"/>
                                          </p:val>
                                        </p:tav>
                                      </p:tavLst>
                                    </p:anim>
                                    <p:anim calcmode="lin" valueType="num">
                                      <p:cBhvr>
                                        <p:cTn id="316" dur="5534" fill="hold"/>
                                        <p:tgtEl>
                                          <p:spTgt spid="403"/>
                                        </p:tgtEl>
                                        <p:attrNameLst>
                                          <p:attrName>ppt_h</p:attrName>
                                        </p:attrNameLst>
                                      </p:cBhvr>
                                      <p:tavLst>
                                        <p:tav tm="0">
                                          <p:val>
                                            <p:fltVal val="0"/>
                                          </p:val>
                                        </p:tav>
                                        <p:tav tm="100000">
                                          <p:val>
                                            <p:strVal val="#ppt_h"/>
                                          </p:val>
                                        </p:tav>
                                      </p:tavLst>
                                    </p:anim>
                                    <p:animEffect transition="in" filter="fade">
                                      <p:cBhvr>
                                        <p:cTn id="317" dur="5534"/>
                                        <p:tgtEl>
                                          <p:spTgt spid="403"/>
                                        </p:tgtEl>
                                      </p:cBhvr>
                                    </p:animEffect>
                                    <p:anim calcmode="lin" valueType="num">
                                      <p:cBhvr>
                                        <p:cTn id="318" dur="5534" fill="hold"/>
                                        <p:tgtEl>
                                          <p:spTgt spid="403"/>
                                        </p:tgtEl>
                                        <p:attrNameLst>
                                          <p:attrName>ppt_x</p:attrName>
                                        </p:attrNameLst>
                                      </p:cBhvr>
                                      <p:tavLst>
                                        <p:tav tm="0">
                                          <p:val>
                                            <p:fltVal val="0.5"/>
                                          </p:val>
                                        </p:tav>
                                        <p:tav tm="100000">
                                          <p:val>
                                            <p:strVal val="#ppt_x"/>
                                          </p:val>
                                        </p:tav>
                                      </p:tavLst>
                                    </p:anim>
                                    <p:anim calcmode="lin" valueType="num">
                                      <p:cBhvr>
                                        <p:cTn id="319" dur="5534" fill="hold"/>
                                        <p:tgtEl>
                                          <p:spTgt spid="403"/>
                                        </p:tgtEl>
                                        <p:attrNameLst>
                                          <p:attrName>ppt_y</p:attrName>
                                        </p:attrNameLst>
                                      </p:cBhvr>
                                      <p:tavLst>
                                        <p:tav tm="0">
                                          <p:val>
                                            <p:fltVal val="0.5"/>
                                          </p:val>
                                        </p:tav>
                                        <p:tav tm="100000">
                                          <p:val>
                                            <p:strVal val="#ppt_y"/>
                                          </p:val>
                                        </p:tav>
                                      </p:tavLst>
                                    </p:anim>
                                  </p:childTnLst>
                                </p:cTn>
                              </p:par>
                              <p:par>
                                <p:cTn id="320" presetID="53" presetClass="entr" presetSubtype="528" repeatCount="indefinite" fill="hold" grpId="0" nodeType="withEffect">
                                  <p:stCondLst>
                                    <p:cond delay="377"/>
                                  </p:stCondLst>
                                  <p:childTnLst>
                                    <p:set>
                                      <p:cBhvr>
                                        <p:cTn id="321" dur="1" fill="hold">
                                          <p:stCondLst>
                                            <p:cond delay="0"/>
                                          </p:stCondLst>
                                        </p:cTn>
                                        <p:tgtEl>
                                          <p:spTgt spid="404"/>
                                        </p:tgtEl>
                                        <p:attrNameLst>
                                          <p:attrName>style.visibility</p:attrName>
                                        </p:attrNameLst>
                                      </p:cBhvr>
                                      <p:to>
                                        <p:strVal val="visible"/>
                                      </p:to>
                                    </p:set>
                                    <p:anim calcmode="lin" valueType="num">
                                      <p:cBhvr>
                                        <p:cTn id="322" dur="6932" fill="hold"/>
                                        <p:tgtEl>
                                          <p:spTgt spid="404"/>
                                        </p:tgtEl>
                                        <p:attrNameLst>
                                          <p:attrName>ppt_w</p:attrName>
                                        </p:attrNameLst>
                                      </p:cBhvr>
                                      <p:tavLst>
                                        <p:tav tm="0">
                                          <p:val>
                                            <p:fltVal val="0"/>
                                          </p:val>
                                        </p:tav>
                                        <p:tav tm="100000">
                                          <p:val>
                                            <p:strVal val="#ppt_w"/>
                                          </p:val>
                                        </p:tav>
                                      </p:tavLst>
                                    </p:anim>
                                    <p:anim calcmode="lin" valueType="num">
                                      <p:cBhvr>
                                        <p:cTn id="323" dur="6932" fill="hold"/>
                                        <p:tgtEl>
                                          <p:spTgt spid="404"/>
                                        </p:tgtEl>
                                        <p:attrNameLst>
                                          <p:attrName>ppt_h</p:attrName>
                                        </p:attrNameLst>
                                      </p:cBhvr>
                                      <p:tavLst>
                                        <p:tav tm="0">
                                          <p:val>
                                            <p:fltVal val="0"/>
                                          </p:val>
                                        </p:tav>
                                        <p:tav tm="100000">
                                          <p:val>
                                            <p:strVal val="#ppt_h"/>
                                          </p:val>
                                        </p:tav>
                                      </p:tavLst>
                                    </p:anim>
                                    <p:animEffect transition="in" filter="fade">
                                      <p:cBhvr>
                                        <p:cTn id="324" dur="6932"/>
                                        <p:tgtEl>
                                          <p:spTgt spid="404"/>
                                        </p:tgtEl>
                                      </p:cBhvr>
                                    </p:animEffect>
                                    <p:anim calcmode="lin" valueType="num">
                                      <p:cBhvr>
                                        <p:cTn id="325" dur="6932" fill="hold"/>
                                        <p:tgtEl>
                                          <p:spTgt spid="404"/>
                                        </p:tgtEl>
                                        <p:attrNameLst>
                                          <p:attrName>ppt_x</p:attrName>
                                        </p:attrNameLst>
                                      </p:cBhvr>
                                      <p:tavLst>
                                        <p:tav tm="0">
                                          <p:val>
                                            <p:fltVal val="0.5"/>
                                          </p:val>
                                        </p:tav>
                                        <p:tav tm="100000">
                                          <p:val>
                                            <p:strVal val="#ppt_x"/>
                                          </p:val>
                                        </p:tav>
                                      </p:tavLst>
                                    </p:anim>
                                    <p:anim calcmode="lin" valueType="num">
                                      <p:cBhvr>
                                        <p:cTn id="326" dur="6932" fill="hold"/>
                                        <p:tgtEl>
                                          <p:spTgt spid="404"/>
                                        </p:tgtEl>
                                        <p:attrNameLst>
                                          <p:attrName>ppt_y</p:attrName>
                                        </p:attrNameLst>
                                      </p:cBhvr>
                                      <p:tavLst>
                                        <p:tav tm="0">
                                          <p:val>
                                            <p:fltVal val="0.5"/>
                                          </p:val>
                                        </p:tav>
                                        <p:tav tm="100000">
                                          <p:val>
                                            <p:strVal val="#ppt_y"/>
                                          </p:val>
                                        </p:tav>
                                      </p:tavLst>
                                    </p:anim>
                                  </p:childTnLst>
                                </p:cTn>
                              </p:par>
                              <p:par>
                                <p:cTn id="327" presetID="53" presetClass="entr" presetSubtype="528" repeatCount="indefinite" fill="hold" grpId="0" nodeType="withEffect">
                                  <p:stCondLst>
                                    <p:cond delay="1461"/>
                                  </p:stCondLst>
                                  <p:childTnLst>
                                    <p:set>
                                      <p:cBhvr>
                                        <p:cTn id="328" dur="1" fill="hold">
                                          <p:stCondLst>
                                            <p:cond delay="0"/>
                                          </p:stCondLst>
                                        </p:cTn>
                                        <p:tgtEl>
                                          <p:spTgt spid="405"/>
                                        </p:tgtEl>
                                        <p:attrNameLst>
                                          <p:attrName>style.visibility</p:attrName>
                                        </p:attrNameLst>
                                      </p:cBhvr>
                                      <p:to>
                                        <p:strVal val="visible"/>
                                      </p:to>
                                    </p:set>
                                    <p:anim calcmode="lin" valueType="num">
                                      <p:cBhvr>
                                        <p:cTn id="329" dur="7218" fill="hold"/>
                                        <p:tgtEl>
                                          <p:spTgt spid="405"/>
                                        </p:tgtEl>
                                        <p:attrNameLst>
                                          <p:attrName>ppt_w</p:attrName>
                                        </p:attrNameLst>
                                      </p:cBhvr>
                                      <p:tavLst>
                                        <p:tav tm="0">
                                          <p:val>
                                            <p:fltVal val="0"/>
                                          </p:val>
                                        </p:tav>
                                        <p:tav tm="100000">
                                          <p:val>
                                            <p:strVal val="#ppt_w"/>
                                          </p:val>
                                        </p:tav>
                                      </p:tavLst>
                                    </p:anim>
                                    <p:anim calcmode="lin" valueType="num">
                                      <p:cBhvr>
                                        <p:cTn id="330" dur="7218" fill="hold"/>
                                        <p:tgtEl>
                                          <p:spTgt spid="405"/>
                                        </p:tgtEl>
                                        <p:attrNameLst>
                                          <p:attrName>ppt_h</p:attrName>
                                        </p:attrNameLst>
                                      </p:cBhvr>
                                      <p:tavLst>
                                        <p:tav tm="0">
                                          <p:val>
                                            <p:fltVal val="0"/>
                                          </p:val>
                                        </p:tav>
                                        <p:tav tm="100000">
                                          <p:val>
                                            <p:strVal val="#ppt_h"/>
                                          </p:val>
                                        </p:tav>
                                      </p:tavLst>
                                    </p:anim>
                                    <p:animEffect transition="in" filter="fade">
                                      <p:cBhvr>
                                        <p:cTn id="331" dur="7218"/>
                                        <p:tgtEl>
                                          <p:spTgt spid="405"/>
                                        </p:tgtEl>
                                      </p:cBhvr>
                                    </p:animEffect>
                                    <p:anim calcmode="lin" valueType="num">
                                      <p:cBhvr>
                                        <p:cTn id="332" dur="7218" fill="hold"/>
                                        <p:tgtEl>
                                          <p:spTgt spid="405"/>
                                        </p:tgtEl>
                                        <p:attrNameLst>
                                          <p:attrName>ppt_x</p:attrName>
                                        </p:attrNameLst>
                                      </p:cBhvr>
                                      <p:tavLst>
                                        <p:tav tm="0">
                                          <p:val>
                                            <p:fltVal val="0.5"/>
                                          </p:val>
                                        </p:tav>
                                        <p:tav tm="100000">
                                          <p:val>
                                            <p:strVal val="#ppt_x"/>
                                          </p:val>
                                        </p:tav>
                                      </p:tavLst>
                                    </p:anim>
                                    <p:anim calcmode="lin" valueType="num">
                                      <p:cBhvr>
                                        <p:cTn id="333" dur="7218" fill="hold"/>
                                        <p:tgtEl>
                                          <p:spTgt spid="405"/>
                                        </p:tgtEl>
                                        <p:attrNameLst>
                                          <p:attrName>ppt_y</p:attrName>
                                        </p:attrNameLst>
                                      </p:cBhvr>
                                      <p:tavLst>
                                        <p:tav tm="0">
                                          <p:val>
                                            <p:fltVal val="0.5"/>
                                          </p:val>
                                        </p:tav>
                                        <p:tav tm="100000">
                                          <p:val>
                                            <p:strVal val="#ppt_y"/>
                                          </p:val>
                                        </p:tav>
                                      </p:tavLst>
                                    </p:anim>
                                  </p:childTnLst>
                                </p:cTn>
                              </p:par>
                              <p:par>
                                <p:cTn id="334" presetID="53" presetClass="entr" presetSubtype="528" repeatCount="indefinite" fill="hold" grpId="0" nodeType="withEffect">
                                  <p:stCondLst>
                                    <p:cond delay="1078"/>
                                  </p:stCondLst>
                                  <p:childTnLst>
                                    <p:set>
                                      <p:cBhvr>
                                        <p:cTn id="335" dur="1" fill="hold">
                                          <p:stCondLst>
                                            <p:cond delay="0"/>
                                          </p:stCondLst>
                                        </p:cTn>
                                        <p:tgtEl>
                                          <p:spTgt spid="406"/>
                                        </p:tgtEl>
                                        <p:attrNameLst>
                                          <p:attrName>style.visibility</p:attrName>
                                        </p:attrNameLst>
                                      </p:cBhvr>
                                      <p:to>
                                        <p:strVal val="visible"/>
                                      </p:to>
                                    </p:set>
                                    <p:anim calcmode="lin" valueType="num">
                                      <p:cBhvr>
                                        <p:cTn id="336" dur="6826" fill="hold"/>
                                        <p:tgtEl>
                                          <p:spTgt spid="406"/>
                                        </p:tgtEl>
                                        <p:attrNameLst>
                                          <p:attrName>ppt_w</p:attrName>
                                        </p:attrNameLst>
                                      </p:cBhvr>
                                      <p:tavLst>
                                        <p:tav tm="0">
                                          <p:val>
                                            <p:fltVal val="0"/>
                                          </p:val>
                                        </p:tav>
                                        <p:tav tm="100000">
                                          <p:val>
                                            <p:strVal val="#ppt_w"/>
                                          </p:val>
                                        </p:tav>
                                      </p:tavLst>
                                    </p:anim>
                                    <p:anim calcmode="lin" valueType="num">
                                      <p:cBhvr>
                                        <p:cTn id="337" dur="6826" fill="hold"/>
                                        <p:tgtEl>
                                          <p:spTgt spid="406"/>
                                        </p:tgtEl>
                                        <p:attrNameLst>
                                          <p:attrName>ppt_h</p:attrName>
                                        </p:attrNameLst>
                                      </p:cBhvr>
                                      <p:tavLst>
                                        <p:tav tm="0">
                                          <p:val>
                                            <p:fltVal val="0"/>
                                          </p:val>
                                        </p:tav>
                                        <p:tav tm="100000">
                                          <p:val>
                                            <p:strVal val="#ppt_h"/>
                                          </p:val>
                                        </p:tav>
                                      </p:tavLst>
                                    </p:anim>
                                    <p:animEffect transition="in" filter="fade">
                                      <p:cBhvr>
                                        <p:cTn id="338" dur="6826"/>
                                        <p:tgtEl>
                                          <p:spTgt spid="406"/>
                                        </p:tgtEl>
                                      </p:cBhvr>
                                    </p:animEffect>
                                    <p:anim calcmode="lin" valueType="num">
                                      <p:cBhvr>
                                        <p:cTn id="339" dur="6826" fill="hold"/>
                                        <p:tgtEl>
                                          <p:spTgt spid="406"/>
                                        </p:tgtEl>
                                        <p:attrNameLst>
                                          <p:attrName>ppt_x</p:attrName>
                                        </p:attrNameLst>
                                      </p:cBhvr>
                                      <p:tavLst>
                                        <p:tav tm="0">
                                          <p:val>
                                            <p:fltVal val="0.5"/>
                                          </p:val>
                                        </p:tav>
                                        <p:tav tm="100000">
                                          <p:val>
                                            <p:strVal val="#ppt_x"/>
                                          </p:val>
                                        </p:tav>
                                      </p:tavLst>
                                    </p:anim>
                                    <p:anim calcmode="lin" valueType="num">
                                      <p:cBhvr>
                                        <p:cTn id="340" dur="6826" fill="hold"/>
                                        <p:tgtEl>
                                          <p:spTgt spid="406"/>
                                        </p:tgtEl>
                                        <p:attrNameLst>
                                          <p:attrName>ppt_y</p:attrName>
                                        </p:attrNameLst>
                                      </p:cBhvr>
                                      <p:tavLst>
                                        <p:tav tm="0">
                                          <p:val>
                                            <p:fltVal val="0.5"/>
                                          </p:val>
                                        </p:tav>
                                        <p:tav tm="100000">
                                          <p:val>
                                            <p:strVal val="#ppt_y"/>
                                          </p:val>
                                        </p:tav>
                                      </p:tavLst>
                                    </p:anim>
                                  </p:childTnLst>
                                </p:cTn>
                              </p:par>
                              <p:par>
                                <p:cTn id="341" presetID="53" presetClass="entr" presetSubtype="528" repeatCount="indefinite" fill="hold" grpId="0" nodeType="withEffect">
                                  <p:stCondLst>
                                    <p:cond delay="1447"/>
                                  </p:stCondLst>
                                  <p:childTnLst>
                                    <p:set>
                                      <p:cBhvr>
                                        <p:cTn id="342" dur="1" fill="hold">
                                          <p:stCondLst>
                                            <p:cond delay="0"/>
                                          </p:stCondLst>
                                        </p:cTn>
                                        <p:tgtEl>
                                          <p:spTgt spid="408"/>
                                        </p:tgtEl>
                                        <p:attrNameLst>
                                          <p:attrName>style.visibility</p:attrName>
                                        </p:attrNameLst>
                                      </p:cBhvr>
                                      <p:to>
                                        <p:strVal val="visible"/>
                                      </p:to>
                                    </p:set>
                                    <p:anim calcmode="lin" valueType="num">
                                      <p:cBhvr>
                                        <p:cTn id="343" dur="5322" fill="hold"/>
                                        <p:tgtEl>
                                          <p:spTgt spid="408"/>
                                        </p:tgtEl>
                                        <p:attrNameLst>
                                          <p:attrName>ppt_w</p:attrName>
                                        </p:attrNameLst>
                                      </p:cBhvr>
                                      <p:tavLst>
                                        <p:tav tm="0">
                                          <p:val>
                                            <p:fltVal val="0"/>
                                          </p:val>
                                        </p:tav>
                                        <p:tav tm="100000">
                                          <p:val>
                                            <p:strVal val="#ppt_w"/>
                                          </p:val>
                                        </p:tav>
                                      </p:tavLst>
                                    </p:anim>
                                    <p:anim calcmode="lin" valueType="num">
                                      <p:cBhvr>
                                        <p:cTn id="344" dur="5322" fill="hold"/>
                                        <p:tgtEl>
                                          <p:spTgt spid="408"/>
                                        </p:tgtEl>
                                        <p:attrNameLst>
                                          <p:attrName>ppt_h</p:attrName>
                                        </p:attrNameLst>
                                      </p:cBhvr>
                                      <p:tavLst>
                                        <p:tav tm="0">
                                          <p:val>
                                            <p:fltVal val="0"/>
                                          </p:val>
                                        </p:tav>
                                        <p:tav tm="100000">
                                          <p:val>
                                            <p:strVal val="#ppt_h"/>
                                          </p:val>
                                        </p:tav>
                                      </p:tavLst>
                                    </p:anim>
                                    <p:animEffect transition="in" filter="fade">
                                      <p:cBhvr>
                                        <p:cTn id="345" dur="5322"/>
                                        <p:tgtEl>
                                          <p:spTgt spid="408"/>
                                        </p:tgtEl>
                                      </p:cBhvr>
                                    </p:animEffect>
                                    <p:anim calcmode="lin" valueType="num">
                                      <p:cBhvr>
                                        <p:cTn id="346" dur="5322" fill="hold"/>
                                        <p:tgtEl>
                                          <p:spTgt spid="408"/>
                                        </p:tgtEl>
                                        <p:attrNameLst>
                                          <p:attrName>ppt_x</p:attrName>
                                        </p:attrNameLst>
                                      </p:cBhvr>
                                      <p:tavLst>
                                        <p:tav tm="0">
                                          <p:val>
                                            <p:fltVal val="0.5"/>
                                          </p:val>
                                        </p:tav>
                                        <p:tav tm="100000">
                                          <p:val>
                                            <p:strVal val="#ppt_x"/>
                                          </p:val>
                                        </p:tav>
                                      </p:tavLst>
                                    </p:anim>
                                    <p:anim calcmode="lin" valueType="num">
                                      <p:cBhvr>
                                        <p:cTn id="347" dur="5322" fill="hold"/>
                                        <p:tgtEl>
                                          <p:spTgt spid="408"/>
                                        </p:tgtEl>
                                        <p:attrNameLst>
                                          <p:attrName>ppt_y</p:attrName>
                                        </p:attrNameLst>
                                      </p:cBhvr>
                                      <p:tavLst>
                                        <p:tav tm="0">
                                          <p:val>
                                            <p:fltVal val="0.5"/>
                                          </p:val>
                                        </p:tav>
                                        <p:tav tm="100000">
                                          <p:val>
                                            <p:strVal val="#ppt_y"/>
                                          </p:val>
                                        </p:tav>
                                      </p:tavLst>
                                    </p:anim>
                                  </p:childTnLst>
                                </p:cTn>
                              </p:par>
                              <p:par>
                                <p:cTn id="348" presetID="53" presetClass="entr" presetSubtype="528" repeatCount="indefinite" fill="hold" grpId="0" nodeType="withEffect">
                                  <p:stCondLst>
                                    <p:cond delay="1654"/>
                                  </p:stCondLst>
                                  <p:childTnLst>
                                    <p:set>
                                      <p:cBhvr>
                                        <p:cTn id="349" dur="1" fill="hold">
                                          <p:stCondLst>
                                            <p:cond delay="0"/>
                                          </p:stCondLst>
                                        </p:cTn>
                                        <p:tgtEl>
                                          <p:spTgt spid="409"/>
                                        </p:tgtEl>
                                        <p:attrNameLst>
                                          <p:attrName>style.visibility</p:attrName>
                                        </p:attrNameLst>
                                      </p:cBhvr>
                                      <p:to>
                                        <p:strVal val="visible"/>
                                      </p:to>
                                    </p:set>
                                    <p:anim calcmode="lin" valueType="num">
                                      <p:cBhvr>
                                        <p:cTn id="350" dur="6922" fill="hold"/>
                                        <p:tgtEl>
                                          <p:spTgt spid="409"/>
                                        </p:tgtEl>
                                        <p:attrNameLst>
                                          <p:attrName>ppt_w</p:attrName>
                                        </p:attrNameLst>
                                      </p:cBhvr>
                                      <p:tavLst>
                                        <p:tav tm="0">
                                          <p:val>
                                            <p:fltVal val="0"/>
                                          </p:val>
                                        </p:tav>
                                        <p:tav tm="100000">
                                          <p:val>
                                            <p:strVal val="#ppt_w"/>
                                          </p:val>
                                        </p:tav>
                                      </p:tavLst>
                                    </p:anim>
                                    <p:anim calcmode="lin" valueType="num">
                                      <p:cBhvr>
                                        <p:cTn id="351" dur="6922" fill="hold"/>
                                        <p:tgtEl>
                                          <p:spTgt spid="409"/>
                                        </p:tgtEl>
                                        <p:attrNameLst>
                                          <p:attrName>ppt_h</p:attrName>
                                        </p:attrNameLst>
                                      </p:cBhvr>
                                      <p:tavLst>
                                        <p:tav tm="0">
                                          <p:val>
                                            <p:fltVal val="0"/>
                                          </p:val>
                                        </p:tav>
                                        <p:tav tm="100000">
                                          <p:val>
                                            <p:strVal val="#ppt_h"/>
                                          </p:val>
                                        </p:tav>
                                      </p:tavLst>
                                    </p:anim>
                                    <p:animEffect transition="in" filter="fade">
                                      <p:cBhvr>
                                        <p:cTn id="352" dur="6922"/>
                                        <p:tgtEl>
                                          <p:spTgt spid="409"/>
                                        </p:tgtEl>
                                      </p:cBhvr>
                                    </p:animEffect>
                                    <p:anim calcmode="lin" valueType="num">
                                      <p:cBhvr>
                                        <p:cTn id="353" dur="6922" fill="hold"/>
                                        <p:tgtEl>
                                          <p:spTgt spid="409"/>
                                        </p:tgtEl>
                                        <p:attrNameLst>
                                          <p:attrName>ppt_x</p:attrName>
                                        </p:attrNameLst>
                                      </p:cBhvr>
                                      <p:tavLst>
                                        <p:tav tm="0">
                                          <p:val>
                                            <p:fltVal val="0.5"/>
                                          </p:val>
                                        </p:tav>
                                        <p:tav tm="100000">
                                          <p:val>
                                            <p:strVal val="#ppt_x"/>
                                          </p:val>
                                        </p:tav>
                                      </p:tavLst>
                                    </p:anim>
                                    <p:anim calcmode="lin" valueType="num">
                                      <p:cBhvr>
                                        <p:cTn id="354" dur="6922" fill="hold"/>
                                        <p:tgtEl>
                                          <p:spTgt spid="409"/>
                                        </p:tgtEl>
                                        <p:attrNameLst>
                                          <p:attrName>ppt_y</p:attrName>
                                        </p:attrNameLst>
                                      </p:cBhvr>
                                      <p:tavLst>
                                        <p:tav tm="0">
                                          <p:val>
                                            <p:fltVal val="0.5"/>
                                          </p:val>
                                        </p:tav>
                                        <p:tav tm="100000">
                                          <p:val>
                                            <p:strVal val="#ppt_y"/>
                                          </p:val>
                                        </p:tav>
                                      </p:tavLst>
                                    </p:anim>
                                  </p:childTnLst>
                                </p:cTn>
                              </p:par>
                              <p:par>
                                <p:cTn id="355" presetID="53" presetClass="entr" presetSubtype="528" repeatCount="indefinite" fill="hold" grpId="0" nodeType="withEffect">
                                  <p:stCondLst>
                                    <p:cond delay="487"/>
                                  </p:stCondLst>
                                  <p:childTnLst>
                                    <p:set>
                                      <p:cBhvr>
                                        <p:cTn id="356" dur="1" fill="hold">
                                          <p:stCondLst>
                                            <p:cond delay="0"/>
                                          </p:stCondLst>
                                        </p:cTn>
                                        <p:tgtEl>
                                          <p:spTgt spid="412"/>
                                        </p:tgtEl>
                                        <p:attrNameLst>
                                          <p:attrName>style.visibility</p:attrName>
                                        </p:attrNameLst>
                                      </p:cBhvr>
                                      <p:to>
                                        <p:strVal val="visible"/>
                                      </p:to>
                                    </p:set>
                                    <p:anim calcmode="lin" valueType="num">
                                      <p:cBhvr>
                                        <p:cTn id="357" dur="7039" fill="hold"/>
                                        <p:tgtEl>
                                          <p:spTgt spid="412"/>
                                        </p:tgtEl>
                                        <p:attrNameLst>
                                          <p:attrName>ppt_w</p:attrName>
                                        </p:attrNameLst>
                                      </p:cBhvr>
                                      <p:tavLst>
                                        <p:tav tm="0">
                                          <p:val>
                                            <p:fltVal val="0"/>
                                          </p:val>
                                        </p:tav>
                                        <p:tav tm="100000">
                                          <p:val>
                                            <p:strVal val="#ppt_w"/>
                                          </p:val>
                                        </p:tav>
                                      </p:tavLst>
                                    </p:anim>
                                    <p:anim calcmode="lin" valueType="num">
                                      <p:cBhvr>
                                        <p:cTn id="358" dur="7039" fill="hold"/>
                                        <p:tgtEl>
                                          <p:spTgt spid="412"/>
                                        </p:tgtEl>
                                        <p:attrNameLst>
                                          <p:attrName>ppt_h</p:attrName>
                                        </p:attrNameLst>
                                      </p:cBhvr>
                                      <p:tavLst>
                                        <p:tav tm="0">
                                          <p:val>
                                            <p:fltVal val="0"/>
                                          </p:val>
                                        </p:tav>
                                        <p:tav tm="100000">
                                          <p:val>
                                            <p:strVal val="#ppt_h"/>
                                          </p:val>
                                        </p:tav>
                                      </p:tavLst>
                                    </p:anim>
                                    <p:animEffect transition="in" filter="fade">
                                      <p:cBhvr>
                                        <p:cTn id="359" dur="7039"/>
                                        <p:tgtEl>
                                          <p:spTgt spid="412"/>
                                        </p:tgtEl>
                                      </p:cBhvr>
                                    </p:animEffect>
                                    <p:anim calcmode="lin" valueType="num">
                                      <p:cBhvr>
                                        <p:cTn id="360" dur="7039" fill="hold"/>
                                        <p:tgtEl>
                                          <p:spTgt spid="412"/>
                                        </p:tgtEl>
                                        <p:attrNameLst>
                                          <p:attrName>ppt_x</p:attrName>
                                        </p:attrNameLst>
                                      </p:cBhvr>
                                      <p:tavLst>
                                        <p:tav tm="0">
                                          <p:val>
                                            <p:fltVal val="0.5"/>
                                          </p:val>
                                        </p:tav>
                                        <p:tav tm="100000">
                                          <p:val>
                                            <p:strVal val="#ppt_x"/>
                                          </p:val>
                                        </p:tav>
                                      </p:tavLst>
                                    </p:anim>
                                    <p:anim calcmode="lin" valueType="num">
                                      <p:cBhvr>
                                        <p:cTn id="361" dur="7039" fill="hold"/>
                                        <p:tgtEl>
                                          <p:spTgt spid="412"/>
                                        </p:tgtEl>
                                        <p:attrNameLst>
                                          <p:attrName>ppt_y</p:attrName>
                                        </p:attrNameLst>
                                      </p:cBhvr>
                                      <p:tavLst>
                                        <p:tav tm="0">
                                          <p:val>
                                            <p:fltVal val="0.5"/>
                                          </p:val>
                                        </p:tav>
                                        <p:tav tm="100000">
                                          <p:val>
                                            <p:strVal val="#ppt_y"/>
                                          </p:val>
                                        </p:tav>
                                      </p:tavLst>
                                    </p:anim>
                                  </p:childTnLst>
                                </p:cTn>
                              </p:par>
                              <p:par>
                                <p:cTn id="362" presetID="53" presetClass="entr" presetSubtype="528" repeatCount="indefinite" fill="hold" grpId="0" nodeType="withEffect">
                                  <p:stCondLst>
                                    <p:cond delay="1043"/>
                                  </p:stCondLst>
                                  <p:childTnLst>
                                    <p:set>
                                      <p:cBhvr>
                                        <p:cTn id="363" dur="1" fill="hold">
                                          <p:stCondLst>
                                            <p:cond delay="0"/>
                                          </p:stCondLst>
                                        </p:cTn>
                                        <p:tgtEl>
                                          <p:spTgt spid="413"/>
                                        </p:tgtEl>
                                        <p:attrNameLst>
                                          <p:attrName>style.visibility</p:attrName>
                                        </p:attrNameLst>
                                      </p:cBhvr>
                                      <p:to>
                                        <p:strVal val="visible"/>
                                      </p:to>
                                    </p:set>
                                    <p:anim calcmode="lin" valueType="num">
                                      <p:cBhvr>
                                        <p:cTn id="364" dur="6539" fill="hold"/>
                                        <p:tgtEl>
                                          <p:spTgt spid="413"/>
                                        </p:tgtEl>
                                        <p:attrNameLst>
                                          <p:attrName>ppt_w</p:attrName>
                                        </p:attrNameLst>
                                      </p:cBhvr>
                                      <p:tavLst>
                                        <p:tav tm="0">
                                          <p:val>
                                            <p:fltVal val="0"/>
                                          </p:val>
                                        </p:tav>
                                        <p:tav tm="100000">
                                          <p:val>
                                            <p:strVal val="#ppt_w"/>
                                          </p:val>
                                        </p:tav>
                                      </p:tavLst>
                                    </p:anim>
                                    <p:anim calcmode="lin" valueType="num">
                                      <p:cBhvr>
                                        <p:cTn id="365" dur="6539" fill="hold"/>
                                        <p:tgtEl>
                                          <p:spTgt spid="413"/>
                                        </p:tgtEl>
                                        <p:attrNameLst>
                                          <p:attrName>ppt_h</p:attrName>
                                        </p:attrNameLst>
                                      </p:cBhvr>
                                      <p:tavLst>
                                        <p:tav tm="0">
                                          <p:val>
                                            <p:fltVal val="0"/>
                                          </p:val>
                                        </p:tav>
                                        <p:tav tm="100000">
                                          <p:val>
                                            <p:strVal val="#ppt_h"/>
                                          </p:val>
                                        </p:tav>
                                      </p:tavLst>
                                    </p:anim>
                                    <p:animEffect transition="in" filter="fade">
                                      <p:cBhvr>
                                        <p:cTn id="366" dur="6539"/>
                                        <p:tgtEl>
                                          <p:spTgt spid="413"/>
                                        </p:tgtEl>
                                      </p:cBhvr>
                                    </p:animEffect>
                                    <p:anim calcmode="lin" valueType="num">
                                      <p:cBhvr>
                                        <p:cTn id="367" dur="6539" fill="hold"/>
                                        <p:tgtEl>
                                          <p:spTgt spid="413"/>
                                        </p:tgtEl>
                                        <p:attrNameLst>
                                          <p:attrName>ppt_x</p:attrName>
                                        </p:attrNameLst>
                                      </p:cBhvr>
                                      <p:tavLst>
                                        <p:tav tm="0">
                                          <p:val>
                                            <p:fltVal val="0.5"/>
                                          </p:val>
                                        </p:tav>
                                        <p:tav tm="100000">
                                          <p:val>
                                            <p:strVal val="#ppt_x"/>
                                          </p:val>
                                        </p:tav>
                                      </p:tavLst>
                                    </p:anim>
                                    <p:anim calcmode="lin" valueType="num">
                                      <p:cBhvr>
                                        <p:cTn id="368" dur="6539" fill="hold"/>
                                        <p:tgtEl>
                                          <p:spTgt spid="413"/>
                                        </p:tgtEl>
                                        <p:attrNameLst>
                                          <p:attrName>ppt_y</p:attrName>
                                        </p:attrNameLst>
                                      </p:cBhvr>
                                      <p:tavLst>
                                        <p:tav tm="0">
                                          <p:val>
                                            <p:fltVal val="0.5"/>
                                          </p:val>
                                        </p:tav>
                                        <p:tav tm="100000">
                                          <p:val>
                                            <p:strVal val="#ppt_y"/>
                                          </p:val>
                                        </p:tav>
                                      </p:tavLst>
                                    </p:anim>
                                  </p:childTnLst>
                                </p:cTn>
                              </p:par>
                              <p:par>
                                <p:cTn id="369" presetID="53" presetClass="entr" presetSubtype="528" repeatCount="indefinite" fill="hold" grpId="0" nodeType="withEffect">
                                  <p:stCondLst>
                                    <p:cond delay="502"/>
                                  </p:stCondLst>
                                  <p:childTnLst>
                                    <p:set>
                                      <p:cBhvr>
                                        <p:cTn id="370" dur="1" fill="hold">
                                          <p:stCondLst>
                                            <p:cond delay="0"/>
                                          </p:stCondLst>
                                        </p:cTn>
                                        <p:tgtEl>
                                          <p:spTgt spid="415"/>
                                        </p:tgtEl>
                                        <p:attrNameLst>
                                          <p:attrName>style.visibility</p:attrName>
                                        </p:attrNameLst>
                                      </p:cBhvr>
                                      <p:to>
                                        <p:strVal val="visible"/>
                                      </p:to>
                                    </p:set>
                                    <p:anim calcmode="lin" valueType="num">
                                      <p:cBhvr>
                                        <p:cTn id="371" dur="5392" fill="hold"/>
                                        <p:tgtEl>
                                          <p:spTgt spid="415"/>
                                        </p:tgtEl>
                                        <p:attrNameLst>
                                          <p:attrName>ppt_w</p:attrName>
                                        </p:attrNameLst>
                                      </p:cBhvr>
                                      <p:tavLst>
                                        <p:tav tm="0">
                                          <p:val>
                                            <p:fltVal val="0"/>
                                          </p:val>
                                        </p:tav>
                                        <p:tav tm="100000">
                                          <p:val>
                                            <p:strVal val="#ppt_w"/>
                                          </p:val>
                                        </p:tav>
                                      </p:tavLst>
                                    </p:anim>
                                    <p:anim calcmode="lin" valueType="num">
                                      <p:cBhvr>
                                        <p:cTn id="372" dur="5392" fill="hold"/>
                                        <p:tgtEl>
                                          <p:spTgt spid="415"/>
                                        </p:tgtEl>
                                        <p:attrNameLst>
                                          <p:attrName>ppt_h</p:attrName>
                                        </p:attrNameLst>
                                      </p:cBhvr>
                                      <p:tavLst>
                                        <p:tav tm="0">
                                          <p:val>
                                            <p:fltVal val="0"/>
                                          </p:val>
                                        </p:tav>
                                        <p:tav tm="100000">
                                          <p:val>
                                            <p:strVal val="#ppt_h"/>
                                          </p:val>
                                        </p:tav>
                                      </p:tavLst>
                                    </p:anim>
                                    <p:animEffect transition="in" filter="fade">
                                      <p:cBhvr>
                                        <p:cTn id="373" dur="5392"/>
                                        <p:tgtEl>
                                          <p:spTgt spid="415"/>
                                        </p:tgtEl>
                                      </p:cBhvr>
                                    </p:animEffect>
                                    <p:anim calcmode="lin" valueType="num">
                                      <p:cBhvr>
                                        <p:cTn id="374" dur="5392" fill="hold"/>
                                        <p:tgtEl>
                                          <p:spTgt spid="415"/>
                                        </p:tgtEl>
                                        <p:attrNameLst>
                                          <p:attrName>ppt_x</p:attrName>
                                        </p:attrNameLst>
                                      </p:cBhvr>
                                      <p:tavLst>
                                        <p:tav tm="0">
                                          <p:val>
                                            <p:fltVal val="0.5"/>
                                          </p:val>
                                        </p:tav>
                                        <p:tav tm="100000">
                                          <p:val>
                                            <p:strVal val="#ppt_x"/>
                                          </p:val>
                                        </p:tav>
                                      </p:tavLst>
                                    </p:anim>
                                    <p:anim calcmode="lin" valueType="num">
                                      <p:cBhvr>
                                        <p:cTn id="375" dur="5392" fill="hold"/>
                                        <p:tgtEl>
                                          <p:spTgt spid="415"/>
                                        </p:tgtEl>
                                        <p:attrNameLst>
                                          <p:attrName>ppt_y</p:attrName>
                                        </p:attrNameLst>
                                      </p:cBhvr>
                                      <p:tavLst>
                                        <p:tav tm="0">
                                          <p:val>
                                            <p:fltVal val="0.5"/>
                                          </p:val>
                                        </p:tav>
                                        <p:tav tm="100000">
                                          <p:val>
                                            <p:strVal val="#ppt_y"/>
                                          </p:val>
                                        </p:tav>
                                      </p:tavLst>
                                    </p:anim>
                                  </p:childTnLst>
                                </p:cTn>
                              </p:par>
                              <p:par>
                                <p:cTn id="376" presetID="53" presetClass="entr" presetSubtype="528" repeatCount="indefinite" fill="hold" grpId="0" nodeType="withEffect">
                                  <p:stCondLst>
                                    <p:cond delay="820"/>
                                  </p:stCondLst>
                                  <p:childTnLst>
                                    <p:set>
                                      <p:cBhvr>
                                        <p:cTn id="377" dur="1" fill="hold">
                                          <p:stCondLst>
                                            <p:cond delay="0"/>
                                          </p:stCondLst>
                                        </p:cTn>
                                        <p:tgtEl>
                                          <p:spTgt spid="416"/>
                                        </p:tgtEl>
                                        <p:attrNameLst>
                                          <p:attrName>style.visibility</p:attrName>
                                        </p:attrNameLst>
                                      </p:cBhvr>
                                      <p:to>
                                        <p:strVal val="visible"/>
                                      </p:to>
                                    </p:set>
                                    <p:anim calcmode="lin" valueType="num">
                                      <p:cBhvr>
                                        <p:cTn id="378" dur="5326" fill="hold"/>
                                        <p:tgtEl>
                                          <p:spTgt spid="416"/>
                                        </p:tgtEl>
                                        <p:attrNameLst>
                                          <p:attrName>ppt_w</p:attrName>
                                        </p:attrNameLst>
                                      </p:cBhvr>
                                      <p:tavLst>
                                        <p:tav tm="0">
                                          <p:val>
                                            <p:fltVal val="0"/>
                                          </p:val>
                                        </p:tav>
                                        <p:tav tm="100000">
                                          <p:val>
                                            <p:strVal val="#ppt_w"/>
                                          </p:val>
                                        </p:tav>
                                      </p:tavLst>
                                    </p:anim>
                                    <p:anim calcmode="lin" valueType="num">
                                      <p:cBhvr>
                                        <p:cTn id="379" dur="5326" fill="hold"/>
                                        <p:tgtEl>
                                          <p:spTgt spid="416"/>
                                        </p:tgtEl>
                                        <p:attrNameLst>
                                          <p:attrName>ppt_h</p:attrName>
                                        </p:attrNameLst>
                                      </p:cBhvr>
                                      <p:tavLst>
                                        <p:tav tm="0">
                                          <p:val>
                                            <p:fltVal val="0"/>
                                          </p:val>
                                        </p:tav>
                                        <p:tav tm="100000">
                                          <p:val>
                                            <p:strVal val="#ppt_h"/>
                                          </p:val>
                                        </p:tav>
                                      </p:tavLst>
                                    </p:anim>
                                    <p:animEffect transition="in" filter="fade">
                                      <p:cBhvr>
                                        <p:cTn id="380" dur="5326"/>
                                        <p:tgtEl>
                                          <p:spTgt spid="416"/>
                                        </p:tgtEl>
                                      </p:cBhvr>
                                    </p:animEffect>
                                    <p:anim calcmode="lin" valueType="num">
                                      <p:cBhvr>
                                        <p:cTn id="381" dur="5326" fill="hold"/>
                                        <p:tgtEl>
                                          <p:spTgt spid="416"/>
                                        </p:tgtEl>
                                        <p:attrNameLst>
                                          <p:attrName>ppt_x</p:attrName>
                                        </p:attrNameLst>
                                      </p:cBhvr>
                                      <p:tavLst>
                                        <p:tav tm="0">
                                          <p:val>
                                            <p:fltVal val="0.5"/>
                                          </p:val>
                                        </p:tav>
                                        <p:tav tm="100000">
                                          <p:val>
                                            <p:strVal val="#ppt_x"/>
                                          </p:val>
                                        </p:tav>
                                      </p:tavLst>
                                    </p:anim>
                                    <p:anim calcmode="lin" valueType="num">
                                      <p:cBhvr>
                                        <p:cTn id="382" dur="5326" fill="hold"/>
                                        <p:tgtEl>
                                          <p:spTgt spid="416"/>
                                        </p:tgtEl>
                                        <p:attrNameLst>
                                          <p:attrName>ppt_y</p:attrName>
                                        </p:attrNameLst>
                                      </p:cBhvr>
                                      <p:tavLst>
                                        <p:tav tm="0">
                                          <p:val>
                                            <p:fltVal val="0.5"/>
                                          </p:val>
                                        </p:tav>
                                        <p:tav tm="100000">
                                          <p:val>
                                            <p:strVal val="#ppt_y"/>
                                          </p:val>
                                        </p:tav>
                                      </p:tavLst>
                                    </p:anim>
                                  </p:childTnLst>
                                </p:cTn>
                              </p:par>
                              <p:par>
                                <p:cTn id="383" presetID="53" presetClass="entr" presetSubtype="528" repeatCount="indefinite" fill="hold" grpId="0" nodeType="withEffect">
                                  <p:stCondLst>
                                    <p:cond delay="1436"/>
                                  </p:stCondLst>
                                  <p:childTnLst>
                                    <p:set>
                                      <p:cBhvr>
                                        <p:cTn id="384" dur="1" fill="hold">
                                          <p:stCondLst>
                                            <p:cond delay="0"/>
                                          </p:stCondLst>
                                        </p:cTn>
                                        <p:tgtEl>
                                          <p:spTgt spid="417"/>
                                        </p:tgtEl>
                                        <p:attrNameLst>
                                          <p:attrName>style.visibility</p:attrName>
                                        </p:attrNameLst>
                                      </p:cBhvr>
                                      <p:to>
                                        <p:strVal val="visible"/>
                                      </p:to>
                                    </p:set>
                                    <p:anim calcmode="lin" valueType="num">
                                      <p:cBhvr>
                                        <p:cTn id="385" dur="5561" fill="hold"/>
                                        <p:tgtEl>
                                          <p:spTgt spid="417"/>
                                        </p:tgtEl>
                                        <p:attrNameLst>
                                          <p:attrName>ppt_w</p:attrName>
                                        </p:attrNameLst>
                                      </p:cBhvr>
                                      <p:tavLst>
                                        <p:tav tm="0">
                                          <p:val>
                                            <p:fltVal val="0"/>
                                          </p:val>
                                        </p:tav>
                                        <p:tav tm="100000">
                                          <p:val>
                                            <p:strVal val="#ppt_w"/>
                                          </p:val>
                                        </p:tav>
                                      </p:tavLst>
                                    </p:anim>
                                    <p:anim calcmode="lin" valueType="num">
                                      <p:cBhvr>
                                        <p:cTn id="386" dur="5561" fill="hold"/>
                                        <p:tgtEl>
                                          <p:spTgt spid="417"/>
                                        </p:tgtEl>
                                        <p:attrNameLst>
                                          <p:attrName>ppt_h</p:attrName>
                                        </p:attrNameLst>
                                      </p:cBhvr>
                                      <p:tavLst>
                                        <p:tav tm="0">
                                          <p:val>
                                            <p:fltVal val="0"/>
                                          </p:val>
                                        </p:tav>
                                        <p:tav tm="100000">
                                          <p:val>
                                            <p:strVal val="#ppt_h"/>
                                          </p:val>
                                        </p:tav>
                                      </p:tavLst>
                                    </p:anim>
                                    <p:animEffect transition="in" filter="fade">
                                      <p:cBhvr>
                                        <p:cTn id="387" dur="5561"/>
                                        <p:tgtEl>
                                          <p:spTgt spid="417"/>
                                        </p:tgtEl>
                                      </p:cBhvr>
                                    </p:animEffect>
                                    <p:anim calcmode="lin" valueType="num">
                                      <p:cBhvr>
                                        <p:cTn id="388" dur="5561" fill="hold"/>
                                        <p:tgtEl>
                                          <p:spTgt spid="417"/>
                                        </p:tgtEl>
                                        <p:attrNameLst>
                                          <p:attrName>ppt_x</p:attrName>
                                        </p:attrNameLst>
                                      </p:cBhvr>
                                      <p:tavLst>
                                        <p:tav tm="0">
                                          <p:val>
                                            <p:fltVal val="0.5"/>
                                          </p:val>
                                        </p:tav>
                                        <p:tav tm="100000">
                                          <p:val>
                                            <p:strVal val="#ppt_x"/>
                                          </p:val>
                                        </p:tav>
                                      </p:tavLst>
                                    </p:anim>
                                    <p:anim calcmode="lin" valueType="num">
                                      <p:cBhvr>
                                        <p:cTn id="389" dur="5561" fill="hold"/>
                                        <p:tgtEl>
                                          <p:spTgt spid="417"/>
                                        </p:tgtEl>
                                        <p:attrNameLst>
                                          <p:attrName>ppt_y</p:attrName>
                                        </p:attrNameLst>
                                      </p:cBhvr>
                                      <p:tavLst>
                                        <p:tav tm="0">
                                          <p:val>
                                            <p:fltVal val="0.5"/>
                                          </p:val>
                                        </p:tav>
                                        <p:tav tm="100000">
                                          <p:val>
                                            <p:strVal val="#ppt_y"/>
                                          </p:val>
                                        </p:tav>
                                      </p:tavLst>
                                    </p:anim>
                                  </p:childTnLst>
                                </p:cTn>
                              </p:par>
                              <p:par>
                                <p:cTn id="390" presetID="53" presetClass="entr" presetSubtype="528" repeatCount="indefinite" fill="hold" grpId="0" nodeType="withEffect">
                                  <p:stCondLst>
                                    <p:cond delay="1228"/>
                                  </p:stCondLst>
                                  <p:childTnLst>
                                    <p:set>
                                      <p:cBhvr>
                                        <p:cTn id="391" dur="1" fill="hold">
                                          <p:stCondLst>
                                            <p:cond delay="0"/>
                                          </p:stCondLst>
                                        </p:cTn>
                                        <p:tgtEl>
                                          <p:spTgt spid="418"/>
                                        </p:tgtEl>
                                        <p:attrNameLst>
                                          <p:attrName>style.visibility</p:attrName>
                                        </p:attrNameLst>
                                      </p:cBhvr>
                                      <p:to>
                                        <p:strVal val="visible"/>
                                      </p:to>
                                    </p:set>
                                    <p:anim calcmode="lin" valueType="num">
                                      <p:cBhvr>
                                        <p:cTn id="392" dur="6911" fill="hold"/>
                                        <p:tgtEl>
                                          <p:spTgt spid="418"/>
                                        </p:tgtEl>
                                        <p:attrNameLst>
                                          <p:attrName>ppt_w</p:attrName>
                                        </p:attrNameLst>
                                      </p:cBhvr>
                                      <p:tavLst>
                                        <p:tav tm="0">
                                          <p:val>
                                            <p:fltVal val="0"/>
                                          </p:val>
                                        </p:tav>
                                        <p:tav tm="100000">
                                          <p:val>
                                            <p:strVal val="#ppt_w"/>
                                          </p:val>
                                        </p:tav>
                                      </p:tavLst>
                                    </p:anim>
                                    <p:anim calcmode="lin" valueType="num">
                                      <p:cBhvr>
                                        <p:cTn id="393" dur="6911" fill="hold"/>
                                        <p:tgtEl>
                                          <p:spTgt spid="418"/>
                                        </p:tgtEl>
                                        <p:attrNameLst>
                                          <p:attrName>ppt_h</p:attrName>
                                        </p:attrNameLst>
                                      </p:cBhvr>
                                      <p:tavLst>
                                        <p:tav tm="0">
                                          <p:val>
                                            <p:fltVal val="0"/>
                                          </p:val>
                                        </p:tav>
                                        <p:tav tm="100000">
                                          <p:val>
                                            <p:strVal val="#ppt_h"/>
                                          </p:val>
                                        </p:tav>
                                      </p:tavLst>
                                    </p:anim>
                                    <p:animEffect transition="in" filter="fade">
                                      <p:cBhvr>
                                        <p:cTn id="394" dur="6911"/>
                                        <p:tgtEl>
                                          <p:spTgt spid="418"/>
                                        </p:tgtEl>
                                      </p:cBhvr>
                                    </p:animEffect>
                                    <p:anim calcmode="lin" valueType="num">
                                      <p:cBhvr>
                                        <p:cTn id="395" dur="6911" fill="hold"/>
                                        <p:tgtEl>
                                          <p:spTgt spid="418"/>
                                        </p:tgtEl>
                                        <p:attrNameLst>
                                          <p:attrName>ppt_x</p:attrName>
                                        </p:attrNameLst>
                                      </p:cBhvr>
                                      <p:tavLst>
                                        <p:tav tm="0">
                                          <p:val>
                                            <p:fltVal val="0.5"/>
                                          </p:val>
                                        </p:tav>
                                        <p:tav tm="100000">
                                          <p:val>
                                            <p:strVal val="#ppt_x"/>
                                          </p:val>
                                        </p:tav>
                                      </p:tavLst>
                                    </p:anim>
                                    <p:anim calcmode="lin" valueType="num">
                                      <p:cBhvr>
                                        <p:cTn id="396" dur="6911" fill="hold"/>
                                        <p:tgtEl>
                                          <p:spTgt spid="418"/>
                                        </p:tgtEl>
                                        <p:attrNameLst>
                                          <p:attrName>ppt_y</p:attrName>
                                        </p:attrNameLst>
                                      </p:cBhvr>
                                      <p:tavLst>
                                        <p:tav tm="0">
                                          <p:val>
                                            <p:fltVal val="0.5"/>
                                          </p:val>
                                        </p:tav>
                                        <p:tav tm="100000">
                                          <p:val>
                                            <p:strVal val="#ppt_y"/>
                                          </p:val>
                                        </p:tav>
                                      </p:tavLst>
                                    </p:anim>
                                  </p:childTnLst>
                                </p:cTn>
                              </p:par>
                              <p:par>
                                <p:cTn id="397" presetID="53" presetClass="entr" presetSubtype="528" repeatCount="indefinite" fill="hold" grpId="0" nodeType="withEffect">
                                  <p:stCondLst>
                                    <p:cond delay="904"/>
                                  </p:stCondLst>
                                  <p:childTnLst>
                                    <p:set>
                                      <p:cBhvr>
                                        <p:cTn id="398" dur="1" fill="hold">
                                          <p:stCondLst>
                                            <p:cond delay="0"/>
                                          </p:stCondLst>
                                        </p:cTn>
                                        <p:tgtEl>
                                          <p:spTgt spid="423"/>
                                        </p:tgtEl>
                                        <p:attrNameLst>
                                          <p:attrName>style.visibility</p:attrName>
                                        </p:attrNameLst>
                                      </p:cBhvr>
                                      <p:to>
                                        <p:strVal val="visible"/>
                                      </p:to>
                                    </p:set>
                                    <p:anim calcmode="lin" valueType="num">
                                      <p:cBhvr>
                                        <p:cTn id="399" dur="5869" fill="hold"/>
                                        <p:tgtEl>
                                          <p:spTgt spid="423"/>
                                        </p:tgtEl>
                                        <p:attrNameLst>
                                          <p:attrName>ppt_w</p:attrName>
                                        </p:attrNameLst>
                                      </p:cBhvr>
                                      <p:tavLst>
                                        <p:tav tm="0">
                                          <p:val>
                                            <p:fltVal val="0"/>
                                          </p:val>
                                        </p:tav>
                                        <p:tav tm="100000">
                                          <p:val>
                                            <p:strVal val="#ppt_w"/>
                                          </p:val>
                                        </p:tav>
                                      </p:tavLst>
                                    </p:anim>
                                    <p:anim calcmode="lin" valueType="num">
                                      <p:cBhvr>
                                        <p:cTn id="400" dur="5869" fill="hold"/>
                                        <p:tgtEl>
                                          <p:spTgt spid="423"/>
                                        </p:tgtEl>
                                        <p:attrNameLst>
                                          <p:attrName>ppt_h</p:attrName>
                                        </p:attrNameLst>
                                      </p:cBhvr>
                                      <p:tavLst>
                                        <p:tav tm="0">
                                          <p:val>
                                            <p:fltVal val="0"/>
                                          </p:val>
                                        </p:tav>
                                        <p:tav tm="100000">
                                          <p:val>
                                            <p:strVal val="#ppt_h"/>
                                          </p:val>
                                        </p:tav>
                                      </p:tavLst>
                                    </p:anim>
                                    <p:animEffect transition="in" filter="fade">
                                      <p:cBhvr>
                                        <p:cTn id="401" dur="5869"/>
                                        <p:tgtEl>
                                          <p:spTgt spid="423"/>
                                        </p:tgtEl>
                                      </p:cBhvr>
                                    </p:animEffect>
                                    <p:anim calcmode="lin" valueType="num">
                                      <p:cBhvr>
                                        <p:cTn id="402" dur="5869" fill="hold"/>
                                        <p:tgtEl>
                                          <p:spTgt spid="423"/>
                                        </p:tgtEl>
                                        <p:attrNameLst>
                                          <p:attrName>ppt_x</p:attrName>
                                        </p:attrNameLst>
                                      </p:cBhvr>
                                      <p:tavLst>
                                        <p:tav tm="0">
                                          <p:val>
                                            <p:fltVal val="0.5"/>
                                          </p:val>
                                        </p:tav>
                                        <p:tav tm="100000">
                                          <p:val>
                                            <p:strVal val="#ppt_x"/>
                                          </p:val>
                                        </p:tav>
                                      </p:tavLst>
                                    </p:anim>
                                    <p:anim calcmode="lin" valueType="num">
                                      <p:cBhvr>
                                        <p:cTn id="403" dur="5869" fill="hold"/>
                                        <p:tgtEl>
                                          <p:spTgt spid="423"/>
                                        </p:tgtEl>
                                        <p:attrNameLst>
                                          <p:attrName>ppt_y</p:attrName>
                                        </p:attrNameLst>
                                      </p:cBhvr>
                                      <p:tavLst>
                                        <p:tav tm="0">
                                          <p:val>
                                            <p:fltVal val="0.5"/>
                                          </p:val>
                                        </p:tav>
                                        <p:tav tm="100000">
                                          <p:val>
                                            <p:strVal val="#ppt_y"/>
                                          </p:val>
                                        </p:tav>
                                      </p:tavLst>
                                    </p:anim>
                                  </p:childTnLst>
                                </p:cTn>
                              </p:par>
                              <p:par>
                                <p:cTn id="404" presetID="53" presetClass="entr" presetSubtype="528" repeatCount="indefinite" fill="hold" grpId="0" nodeType="withEffect">
                                  <p:stCondLst>
                                    <p:cond delay="603"/>
                                  </p:stCondLst>
                                  <p:childTnLst>
                                    <p:set>
                                      <p:cBhvr>
                                        <p:cTn id="405" dur="1" fill="hold">
                                          <p:stCondLst>
                                            <p:cond delay="0"/>
                                          </p:stCondLst>
                                        </p:cTn>
                                        <p:tgtEl>
                                          <p:spTgt spid="426"/>
                                        </p:tgtEl>
                                        <p:attrNameLst>
                                          <p:attrName>style.visibility</p:attrName>
                                        </p:attrNameLst>
                                      </p:cBhvr>
                                      <p:to>
                                        <p:strVal val="visible"/>
                                      </p:to>
                                    </p:set>
                                    <p:anim calcmode="lin" valueType="num">
                                      <p:cBhvr>
                                        <p:cTn id="406" dur="6813" fill="hold"/>
                                        <p:tgtEl>
                                          <p:spTgt spid="426"/>
                                        </p:tgtEl>
                                        <p:attrNameLst>
                                          <p:attrName>ppt_w</p:attrName>
                                        </p:attrNameLst>
                                      </p:cBhvr>
                                      <p:tavLst>
                                        <p:tav tm="0">
                                          <p:val>
                                            <p:fltVal val="0"/>
                                          </p:val>
                                        </p:tav>
                                        <p:tav tm="100000">
                                          <p:val>
                                            <p:strVal val="#ppt_w"/>
                                          </p:val>
                                        </p:tav>
                                      </p:tavLst>
                                    </p:anim>
                                    <p:anim calcmode="lin" valueType="num">
                                      <p:cBhvr>
                                        <p:cTn id="407" dur="6813" fill="hold"/>
                                        <p:tgtEl>
                                          <p:spTgt spid="426"/>
                                        </p:tgtEl>
                                        <p:attrNameLst>
                                          <p:attrName>ppt_h</p:attrName>
                                        </p:attrNameLst>
                                      </p:cBhvr>
                                      <p:tavLst>
                                        <p:tav tm="0">
                                          <p:val>
                                            <p:fltVal val="0"/>
                                          </p:val>
                                        </p:tav>
                                        <p:tav tm="100000">
                                          <p:val>
                                            <p:strVal val="#ppt_h"/>
                                          </p:val>
                                        </p:tav>
                                      </p:tavLst>
                                    </p:anim>
                                    <p:animEffect transition="in" filter="fade">
                                      <p:cBhvr>
                                        <p:cTn id="408" dur="6813"/>
                                        <p:tgtEl>
                                          <p:spTgt spid="426"/>
                                        </p:tgtEl>
                                      </p:cBhvr>
                                    </p:animEffect>
                                    <p:anim calcmode="lin" valueType="num">
                                      <p:cBhvr>
                                        <p:cTn id="409" dur="6813" fill="hold"/>
                                        <p:tgtEl>
                                          <p:spTgt spid="426"/>
                                        </p:tgtEl>
                                        <p:attrNameLst>
                                          <p:attrName>ppt_x</p:attrName>
                                        </p:attrNameLst>
                                      </p:cBhvr>
                                      <p:tavLst>
                                        <p:tav tm="0">
                                          <p:val>
                                            <p:fltVal val="0.5"/>
                                          </p:val>
                                        </p:tav>
                                        <p:tav tm="100000">
                                          <p:val>
                                            <p:strVal val="#ppt_x"/>
                                          </p:val>
                                        </p:tav>
                                      </p:tavLst>
                                    </p:anim>
                                    <p:anim calcmode="lin" valueType="num">
                                      <p:cBhvr>
                                        <p:cTn id="410" dur="6813" fill="hold"/>
                                        <p:tgtEl>
                                          <p:spTgt spid="426"/>
                                        </p:tgtEl>
                                        <p:attrNameLst>
                                          <p:attrName>ppt_y</p:attrName>
                                        </p:attrNameLst>
                                      </p:cBhvr>
                                      <p:tavLst>
                                        <p:tav tm="0">
                                          <p:val>
                                            <p:fltVal val="0.5"/>
                                          </p:val>
                                        </p:tav>
                                        <p:tav tm="100000">
                                          <p:val>
                                            <p:strVal val="#ppt_y"/>
                                          </p:val>
                                        </p:tav>
                                      </p:tavLst>
                                    </p:anim>
                                  </p:childTnLst>
                                </p:cTn>
                              </p:par>
                              <p:par>
                                <p:cTn id="411" presetID="53" presetClass="entr" presetSubtype="528" repeatCount="indefinite" fill="hold" grpId="0" nodeType="withEffect">
                                  <p:stCondLst>
                                    <p:cond delay="857"/>
                                  </p:stCondLst>
                                  <p:childTnLst>
                                    <p:set>
                                      <p:cBhvr>
                                        <p:cTn id="412" dur="1" fill="hold">
                                          <p:stCondLst>
                                            <p:cond delay="0"/>
                                          </p:stCondLst>
                                        </p:cTn>
                                        <p:tgtEl>
                                          <p:spTgt spid="427"/>
                                        </p:tgtEl>
                                        <p:attrNameLst>
                                          <p:attrName>style.visibility</p:attrName>
                                        </p:attrNameLst>
                                      </p:cBhvr>
                                      <p:to>
                                        <p:strVal val="visible"/>
                                      </p:to>
                                    </p:set>
                                    <p:anim calcmode="lin" valueType="num">
                                      <p:cBhvr>
                                        <p:cTn id="413" dur="5399" fill="hold"/>
                                        <p:tgtEl>
                                          <p:spTgt spid="427"/>
                                        </p:tgtEl>
                                        <p:attrNameLst>
                                          <p:attrName>ppt_w</p:attrName>
                                        </p:attrNameLst>
                                      </p:cBhvr>
                                      <p:tavLst>
                                        <p:tav tm="0">
                                          <p:val>
                                            <p:fltVal val="0"/>
                                          </p:val>
                                        </p:tav>
                                        <p:tav tm="100000">
                                          <p:val>
                                            <p:strVal val="#ppt_w"/>
                                          </p:val>
                                        </p:tav>
                                      </p:tavLst>
                                    </p:anim>
                                    <p:anim calcmode="lin" valueType="num">
                                      <p:cBhvr>
                                        <p:cTn id="414" dur="5399" fill="hold"/>
                                        <p:tgtEl>
                                          <p:spTgt spid="427"/>
                                        </p:tgtEl>
                                        <p:attrNameLst>
                                          <p:attrName>ppt_h</p:attrName>
                                        </p:attrNameLst>
                                      </p:cBhvr>
                                      <p:tavLst>
                                        <p:tav tm="0">
                                          <p:val>
                                            <p:fltVal val="0"/>
                                          </p:val>
                                        </p:tav>
                                        <p:tav tm="100000">
                                          <p:val>
                                            <p:strVal val="#ppt_h"/>
                                          </p:val>
                                        </p:tav>
                                      </p:tavLst>
                                    </p:anim>
                                    <p:animEffect transition="in" filter="fade">
                                      <p:cBhvr>
                                        <p:cTn id="415" dur="5399"/>
                                        <p:tgtEl>
                                          <p:spTgt spid="427"/>
                                        </p:tgtEl>
                                      </p:cBhvr>
                                    </p:animEffect>
                                    <p:anim calcmode="lin" valueType="num">
                                      <p:cBhvr>
                                        <p:cTn id="416" dur="5399" fill="hold"/>
                                        <p:tgtEl>
                                          <p:spTgt spid="427"/>
                                        </p:tgtEl>
                                        <p:attrNameLst>
                                          <p:attrName>ppt_x</p:attrName>
                                        </p:attrNameLst>
                                      </p:cBhvr>
                                      <p:tavLst>
                                        <p:tav tm="0">
                                          <p:val>
                                            <p:fltVal val="0.5"/>
                                          </p:val>
                                        </p:tav>
                                        <p:tav tm="100000">
                                          <p:val>
                                            <p:strVal val="#ppt_x"/>
                                          </p:val>
                                        </p:tav>
                                      </p:tavLst>
                                    </p:anim>
                                    <p:anim calcmode="lin" valueType="num">
                                      <p:cBhvr>
                                        <p:cTn id="417" dur="5399" fill="hold"/>
                                        <p:tgtEl>
                                          <p:spTgt spid="427"/>
                                        </p:tgtEl>
                                        <p:attrNameLst>
                                          <p:attrName>ppt_y</p:attrName>
                                        </p:attrNameLst>
                                      </p:cBhvr>
                                      <p:tavLst>
                                        <p:tav tm="0">
                                          <p:val>
                                            <p:fltVal val="0.5"/>
                                          </p:val>
                                        </p:tav>
                                        <p:tav tm="100000">
                                          <p:val>
                                            <p:strVal val="#ppt_y"/>
                                          </p:val>
                                        </p:tav>
                                      </p:tavLst>
                                    </p:anim>
                                  </p:childTnLst>
                                </p:cTn>
                              </p:par>
                              <p:par>
                                <p:cTn id="418" presetID="53" presetClass="entr" presetSubtype="528" repeatCount="indefinite" fill="hold" grpId="0" nodeType="withEffect">
                                  <p:stCondLst>
                                    <p:cond delay="1332"/>
                                  </p:stCondLst>
                                  <p:childTnLst>
                                    <p:set>
                                      <p:cBhvr>
                                        <p:cTn id="419" dur="1" fill="hold">
                                          <p:stCondLst>
                                            <p:cond delay="0"/>
                                          </p:stCondLst>
                                        </p:cTn>
                                        <p:tgtEl>
                                          <p:spTgt spid="428"/>
                                        </p:tgtEl>
                                        <p:attrNameLst>
                                          <p:attrName>style.visibility</p:attrName>
                                        </p:attrNameLst>
                                      </p:cBhvr>
                                      <p:to>
                                        <p:strVal val="visible"/>
                                      </p:to>
                                    </p:set>
                                    <p:anim calcmode="lin" valueType="num">
                                      <p:cBhvr>
                                        <p:cTn id="420" dur="6980" fill="hold"/>
                                        <p:tgtEl>
                                          <p:spTgt spid="428"/>
                                        </p:tgtEl>
                                        <p:attrNameLst>
                                          <p:attrName>ppt_w</p:attrName>
                                        </p:attrNameLst>
                                      </p:cBhvr>
                                      <p:tavLst>
                                        <p:tav tm="0">
                                          <p:val>
                                            <p:fltVal val="0"/>
                                          </p:val>
                                        </p:tav>
                                        <p:tav tm="100000">
                                          <p:val>
                                            <p:strVal val="#ppt_w"/>
                                          </p:val>
                                        </p:tav>
                                      </p:tavLst>
                                    </p:anim>
                                    <p:anim calcmode="lin" valueType="num">
                                      <p:cBhvr>
                                        <p:cTn id="421" dur="6980" fill="hold"/>
                                        <p:tgtEl>
                                          <p:spTgt spid="428"/>
                                        </p:tgtEl>
                                        <p:attrNameLst>
                                          <p:attrName>ppt_h</p:attrName>
                                        </p:attrNameLst>
                                      </p:cBhvr>
                                      <p:tavLst>
                                        <p:tav tm="0">
                                          <p:val>
                                            <p:fltVal val="0"/>
                                          </p:val>
                                        </p:tav>
                                        <p:tav tm="100000">
                                          <p:val>
                                            <p:strVal val="#ppt_h"/>
                                          </p:val>
                                        </p:tav>
                                      </p:tavLst>
                                    </p:anim>
                                    <p:animEffect transition="in" filter="fade">
                                      <p:cBhvr>
                                        <p:cTn id="422" dur="6980"/>
                                        <p:tgtEl>
                                          <p:spTgt spid="428"/>
                                        </p:tgtEl>
                                      </p:cBhvr>
                                    </p:animEffect>
                                    <p:anim calcmode="lin" valueType="num">
                                      <p:cBhvr>
                                        <p:cTn id="423" dur="6980" fill="hold"/>
                                        <p:tgtEl>
                                          <p:spTgt spid="428"/>
                                        </p:tgtEl>
                                        <p:attrNameLst>
                                          <p:attrName>ppt_x</p:attrName>
                                        </p:attrNameLst>
                                      </p:cBhvr>
                                      <p:tavLst>
                                        <p:tav tm="0">
                                          <p:val>
                                            <p:fltVal val="0.5"/>
                                          </p:val>
                                        </p:tav>
                                        <p:tav tm="100000">
                                          <p:val>
                                            <p:strVal val="#ppt_x"/>
                                          </p:val>
                                        </p:tav>
                                      </p:tavLst>
                                    </p:anim>
                                    <p:anim calcmode="lin" valueType="num">
                                      <p:cBhvr>
                                        <p:cTn id="424" dur="6980" fill="hold"/>
                                        <p:tgtEl>
                                          <p:spTgt spid="428"/>
                                        </p:tgtEl>
                                        <p:attrNameLst>
                                          <p:attrName>ppt_y</p:attrName>
                                        </p:attrNameLst>
                                      </p:cBhvr>
                                      <p:tavLst>
                                        <p:tav tm="0">
                                          <p:val>
                                            <p:fltVal val="0.5"/>
                                          </p:val>
                                        </p:tav>
                                        <p:tav tm="100000">
                                          <p:val>
                                            <p:strVal val="#ppt_y"/>
                                          </p:val>
                                        </p:tav>
                                      </p:tavLst>
                                    </p:anim>
                                  </p:childTnLst>
                                </p:cTn>
                              </p:par>
                              <p:par>
                                <p:cTn id="425" presetID="53" presetClass="entr" presetSubtype="528" repeatCount="indefinite" fill="hold" grpId="0" nodeType="withEffect">
                                  <p:stCondLst>
                                    <p:cond delay="1850"/>
                                  </p:stCondLst>
                                  <p:childTnLst>
                                    <p:set>
                                      <p:cBhvr>
                                        <p:cTn id="426" dur="1" fill="hold">
                                          <p:stCondLst>
                                            <p:cond delay="0"/>
                                          </p:stCondLst>
                                        </p:cTn>
                                        <p:tgtEl>
                                          <p:spTgt spid="429"/>
                                        </p:tgtEl>
                                        <p:attrNameLst>
                                          <p:attrName>style.visibility</p:attrName>
                                        </p:attrNameLst>
                                      </p:cBhvr>
                                      <p:to>
                                        <p:strVal val="visible"/>
                                      </p:to>
                                    </p:set>
                                    <p:anim calcmode="lin" valueType="num">
                                      <p:cBhvr>
                                        <p:cTn id="427" dur="5960" fill="hold"/>
                                        <p:tgtEl>
                                          <p:spTgt spid="429"/>
                                        </p:tgtEl>
                                        <p:attrNameLst>
                                          <p:attrName>ppt_w</p:attrName>
                                        </p:attrNameLst>
                                      </p:cBhvr>
                                      <p:tavLst>
                                        <p:tav tm="0">
                                          <p:val>
                                            <p:fltVal val="0"/>
                                          </p:val>
                                        </p:tav>
                                        <p:tav tm="100000">
                                          <p:val>
                                            <p:strVal val="#ppt_w"/>
                                          </p:val>
                                        </p:tav>
                                      </p:tavLst>
                                    </p:anim>
                                    <p:anim calcmode="lin" valueType="num">
                                      <p:cBhvr>
                                        <p:cTn id="428" dur="5960" fill="hold"/>
                                        <p:tgtEl>
                                          <p:spTgt spid="429"/>
                                        </p:tgtEl>
                                        <p:attrNameLst>
                                          <p:attrName>ppt_h</p:attrName>
                                        </p:attrNameLst>
                                      </p:cBhvr>
                                      <p:tavLst>
                                        <p:tav tm="0">
                                          <p:val>
                                            <p:fltVal val="0"/>
                                          </p:val>
                                        </p:tav>
                                        <p:tav tm="100000">
                                          <p:val>
                                            <p:strVal val="#ppt_h"/>
                                          </p:val>
                                        </p:tav>
                                      </p:tavLst>
                                    </p:anim>
                                    <p:animEffect transition="in" filter="fade">
                                      <p:cBhvr>
                                        <p:cTn id="429" dur="5960"/>
                                        <p:tgtEl>
                                          <p:spTgt spid="429"/>
                                        </p:tgtEl>
                                      </p:cBhvr>
                                    </p:animEffect>
                                    <p:anim calcmode="lin" valueType="num">
                                      <p:cBhvr>
                                        <p:cTn id="430" dur="5960" fill="hold"/>
                                        <p:tgtEl>
                                          <p:spTgt spid="429"/>
                                        </p:tgtEl>
                                        <p:attrNameLst>
                                          <p:attrName>ppt_x</p:attrName>
                                        </p:attrNameLst>
                                      </p:cBhvr>
                                      <p:tavLst>
                                        <p:tav tm="0">
                                          <p:val>
                                            <p:fltVal val="0.5"/>
                                          </p:val>
                                        </p:tav>
                                        <p:tav tm="100000">
                                          <p:val>
                                            <p:strVal val="#ppt_x"/>
                                          </p:val>
                                        </p:tav>
                                      </p:tavLst>
                                    </p:anim>
                                    <p:anim calcmode="lin" valueType="num">
                                      <p:cBhvr>
                                        <p:cTn id="431" dur="5960" fill="hold"/>
                                        <p:tgtEl>
                                          <p:spTgt spid="429"/>
                                        </p:tgtEl>
                                        <p:attrNameLst>
                                          <p:attrName>ppt_y</p:attrName>
                                        </p:attrNameLst>
                                      </p:cBhvr>
                                      <p:tavLst>
                                        <p:tav tm="0">
                                          <p:val>
                                            <p:fltVal val="0.5"/>
                                          </p:val>
                                        </p:tav>
                                        <p:tav tm="100000">
                                          <p:val>
                                            <p:strVal val="#ppt_y"/>
                                          </p:val>
                                        </p:tav>
                                      </p:tavLst>
                                    </p:anim>
                                  </p:childTnLst>
                                </p:cTn>
                              </p:par>
                              <p:par>
                                <p:cTn id="432" presetID="53" presetClass="entr" presetSubtype="528" repeatCount="indefinite" fill="hold" grpId="0" nodeType="withEffect">
                                  <p:stCondLst>
                                    <p:cond delay="464"/>
                                  </p:stCondLst>
                                  <p:childTnLst>
                                    <p:set>
                                      <p:cBhvr>
                                        <p:cTn id="433" dur="1" fill="hold">
                                          <p:stCondLst>
                                            <p:cond delay="0"/>
                                          </p:stCondLst>
                                        </p:cTn>
                                        <p:tgtEl>
                                          <p:spTgt spid="430"/>
                                        </p:tgtEl>
                                        <p:attrNameLst>
                                          <p:attrName>style.visibility</p:attrName>
                                        </p:attrNameLst>
                                      </p:cBhvr>
                                      <p:to>
                                        <p:strVal val="visible"/>
                                      </p:to>
                                    </p:set>
                                    <p:anim calcmode="lin" valueType="num">
                                      <p:cBhvr>
                                        <p:cTn id="434" dur="6406" fill="hold"/>
                                        <p:tgtEl>
                                          <p:spTgt spid="430"/>
                                        </p:tgtEl>
                                        <p:attrNameLst>
                                          <p:attrName>ppt_w</p:attrName>
                                        </p:attrNameLst>
                                      </p:cBhvr>
                                      <p:tavLst>
                                        <p:tav tm="0">
                                          <p:val>
                                            <p:fltVal val="0"/>
                                          </p:val>
                                        </p:tav>
                                        <p:tav tm="100000">
                                          <p:val>
                                            <p:strVal val="#ppt_w"/>
                                          </p:val>
                                        </p:tav>
                                      </p:tavLst>
                                    </p:anim>
                                    <p:anim calcmode="lin" valueType="num">
                                      <p:cBhvr>
                                        <p:cTn id="435" dur="6406" fill="hold"/>
                                        <p:tgtEl>
                                          <p:spTgt spid="430"/>
                                        </p:tgtEl>
                                        <p:attrNameLst>
                                          <p:attrName>ppt_h</p:attrName>
                                        </p:attrNameLst>
                                      </p:cBhvr>
                                      <p:tavLst>
                                        <p:tav tm="0">
                                          <p:val>
                                            <p:fltVal val="0"/>
                                          </p:val>
                                        </p:tav>
                                        <p:tav tm="100000">
                                          <p:val>
                                            <p:strVal val="#ppt_h"/>
                                          </p:val>
                                        </p:tav>
                                      </p:tavLst>
                                    </p:anim>
                                    <p:animEffect transition="in" filter="fade">
                                      <p:cBhvr>
                                        <p:cTn id="436" dur="6406"/>
                                        <p:tgtEl>
                                          <p:spTgt spid="430"/>
                                        </p:tgtEl>
                                      </p:cBhvr>
                                    </p:animEffect>
                                    <p:anim calcmode="lin" valueType="num">
                                      <p:cBhvr>
                                        <p:cTn id="437" dur="6406" fill="hold"/>
                                        <p:tgtEl>
                                          <p:spTgt spid="430"/>
                                        </p:tgtEl>
                                        <p:attrNameLst>
                                          <p:attrName>ppt_x</p:attrName>
                                        </p:attrNameLst>
                                      </p:cBhvr>
                                      <p:tavLst>
                                        <p:tav tm="0">
                                          <p:val>
                                            <p:fltVal val="0.5"/>
                                          </p:val>
                                        </p:tav>
                                        <p:tav tm="100000">
                                          <p:val>
                                            <p:strVal val="#ppt_x"/>
                                          </p:val>
                                        </p:tav>
                                      </p:tavLst>
                                    </p:anim>
                                    <p:anim calcmode="lin" valueType="num">
                                      <p:cBhvr>
                                        <p:cTn id="438" dur="6406" fill="hold"/>
                                        <p:tgtEl>
                                          <p:spTgt spid="430"/>
                                        </p:tgtEl>
                                        <p:attrNameLst>
                                          <p:attrName>ppt_y</p:attrName>
                                        </p:attrNameLst>
                                      </p:cBhvr>
                                      <p:tavLst>
                                        <p:tav tm="0">
                                          <p:val>
                                            <p:fltVal val="0.5"/>
                                          </p:val>
                                        </p:tav>
                                        <p:tav tm="100000">
                                          <p:val>
                                            <p:strVal val="#ppt_y"/>
                                          </p:val>
                                        </p:tav>
                                      </p:tavLst>
                                    </p:anim>
                                  </p:childTnLst>
                                </p:cTn>
                              </p:par>
                              <p:par>
                                <p:cTn id="439" presetID="53" presetClass="entr" presetSubtype="528" repeatCount="indefinite" fill="hold" grpId="0" nodeType="withEffect">
                                  <p:stCondLst>
                                    <p:cond delay="1093"/>
                                  </p:stCondLst>
                                  <p:childTnLst>
                                    <p:set>
                                      <p:cBhvr>
                                        <p:cTn id="440" dur="1" fill="hold">
                                          <p:stCondLst>
                                            <p:cond delay="0"/>
                                          </p:stCondLst>
                                        </p:cTn>
                                        <p:tgtEl>
                                          <p:spTgt spid="431"/>
                                        </p:tgtEl>
                                        <p:attrNameLst>
                                          <p:attrName>style.visibility</p:attrName>
                                        </p:attrNameLst>
                                      </p:cBhvr>
                                      <p:to>
                                        <p:strVal val="visible"/>
                                      </p:to>
                                    </p:set>
                                    <p:anim calcmode="lin" valueType="num">
                                      <p:cBhvr>
                                        <p:cTn id="441" dur="6713" fill="hold"/>
                                        <p:tgtEl>
                                          <p:spTgt spid="431"/>
                                        </p:tgtEl>
                                        <p:attrNameLst>
                                          <p:attrName>ppt_w</p:attrName>
                                        </p:attrNameLst>
                                      </p:cBhvr>
                                      <p:tavLst>
                                        <p:tav tm="0">
                                          <p:val>
                                            <p:fltVal val="0"/>
                                          </p:val>
                                        </p:tav>
                                        <p:tav tm="100000">
                                          <p:val>
                                            <p:strVal val="#ppt_w"/>
                                          </p:val>
                                        </p:tav>
                                      </p:tavLst>
                                    </p:anim>
                                    <p:anim calcmode="lin" valueType="num">
                                      <p:cBhvr>
                                        <p:cTn id="442" dur="6713" fill="hold"/>
                                        <p:tgtEl>
                                          <p:spTgt spid="431"/>
                                        </p:tgtEl>
                                        <p:attrNameLst>
                                          <p:attrName>ppt_h</p:attrName>
                                        </p:attrNameLst>
                                      </p:cBhvr>
                                      <p:tavLst>
                                        <p:tav tm="0">
                                          <p:val>
                                            <p:fltVal val="0"/>
                                          </p:val>
                                        </p:tav>
                                        <p:tav tm="100000">
                                          <p:val>
                                            <p:strVal val="#ppt_h"/>
                                          </p:val>
                                        </p:tav>
                                      </p:tavLst>
                                    </p:anim>
                                    <p:animEffect transition="in" filter="fade">
                                      <p:cBhvr>
                                        <p:cTn id="443" dur="6713"/>
                                        <p:tgtEl>
                                          <p:spTgt spid="431"/>
                                        </p:tgtEl>
                                      </p:cBhvr>
                                    </p:animEffect>
                                    <p:anim calcmode="lin" valueType="num">
                                      <p:cBhvr>
                                        <p:cTn id="444" dur="6713" fill="hold"/>
                                        <p:tgtEl>
                                          <p:spTgt spid="431"/>
                                        </p:tgtEl>
                                        <p:attrNameLst>
                                          <p:attrName>ppt_x</p:attrName>
                                        </p:attrNameLst>
                                      </p:cBhvr>
                                      <p:tavLst>
                                        <p:tav tm="0">
                                          <p:val>
                                            <p:fltVal val="0.5"/>
                                          </p:val>
                                        </p:tav>
                                        <p:tav tm="100000">
                                          <p:val>
                                            <p:strVal val="#ppt_x"/>
                                          </p:val>
                                        </p:tav>
                                      </p:tavLst>
                                    </p:anim>
                                    <p:anim calcmode="lin" valueType="num">
                                      <p:cBhvr>
                                        <p:cTn id="445" dur="6713" fill="hold"/>
                                        <p:tgtEl>
                                          <p:spTgt spid="431"/>
                                        </p:tgtEl>
                                        <p:attrNameLst>
                                          <p:attrName>ppt_y</p:attrName>
                                        </p:attrNameLst>
                                      </p:cBhvr>
                                      <p:tavLst>
                                        <p:tav tm="0">
                                          <p:val>
                                            <p:fltVal val="0.5"/>
                                          </p:val>
                                        </p:tav>
                                        <p:tav tm="100000">
                                          <p:val>
                                            <p:strVal val="#ppt_y"/>
                                          </p:val>
                                        </p:tav>
                                      </p:tavLst>
                                    </p:anim>
                                  </p:childTnLst>
                                </p:cTn>
                              </p:par>
                              <p:par>
                                <p:cTn id="446" presetID="53" presetClass="entr" presetSubtype="528" repeatCount="indefinite" fill="hold" grpId="0" nodeType="withEffect">
                                  <p:stCondLst>
                                    <p:cond delay="1754"/>
                                  </p:stCondLst>
                                  <p:childTnLst>
                                    <p:set>
                                      <p:cBhvr>
                                        <p:cTn id="447" dur="1" fill="hold">
                                          <p:stCondLst>
                                            <p:cond delay="0"/>
                                          </p:stCondLst>
                                        </p:cTn>
                                        <p:tgtEl>
                                          <p:spTgt spid="432"/>
                                        </p:tgtEl>
                                        <p:attrNameLst>
                                          <p:attrName>style.visibility</p:attrName>
                                        </p:attrNameLst>
                                      </p:cBhvr>
                                      <p:to>
                                        <p:strVal val="visible"/>
                                      </p:to>
                                    </p:set>
                                    <p:anim calcmode="lin" valueType="num">
                                      <p:cBhvr>
                                        <p:cTn id="448" dur="6271" fill="hold"/>
                                        <p:tgtEl>
                                          <p:spTgt spid="432"/>
                                        </p:tgtEl>
                                        <p:attrNameLst>
                                          <p:attrName>ppt_w</p:attrName>
                                        </p:attrNameLst>
                                      </p:cBhvr>
                                      <p:tavLst>
                                        <p:tav tm="0">
                                          <p:val>
                                            <p:fltVal val="0"/>
                                          </p:val>
                                        </p:tav>
                                        <p:tav tm="100000">
                                          <p:val>
                                            <p:strVal val="#ppt_w"/>
                                          </p:val>
                                        </p:tav>
                                      </p:tavLst>
                                    </p:anim>
                                    <p:anim calcmode="lin" valueType="num">
                                      <p:cBhvr>
                                        <p:cTn id="449" dur="6271" fill="hold"/>
                                        <p:tgtEl>
                                          <p:spTgt spid="432"/>
                                        </p:tgtEl>
                                        <p:attrNameLst>
                                          <p:attrName>ppt_h</p:attrName>
                                        </p:attrNameLst>
                                      </p:cBhvr>
                                      <p:tavLst>
                                        <p:tav tm="0">
                                          <p:val>
                                            <p:fltVal val="0"/>
                                          </p:val>
                                        </p:tav>
                                        <p:tav tm="100000">
                                          <p:val>
                                            <p:strVal val="#ppt_h"/>
                                          </p:val>
                                        </p:tav>
                                      </p:tavLst>
                                    </p:anim>
                                    <p:animEffect transition="in" filter="fade">
                                      <p:cBhvr>
                                        <p:cTn id="450" dur="6271"/>
                                        <p:tgtEl>
                                          <p:spTgt spid="432"/>
                                        </p:tgtEl>
                                      </p:cBhvr>
                                    </p:animEffect>
                                    <p:anim calcmode="lin" valueType="num">
                                      <p:cBhvr>
                                        <p:cTn id="451" dur="6271" fill="hold"/>
                                        <p:tgtEl>
                                          <p:spTgt spid="432"/>
                                        </p:tgtEl>
                                        <p:attrNameLst>
                                          <p:attrName>ppt_x</p:attrName>
                                        </p:attrNameLst>
                                      </p:cBhvr>
                                      <p:tavLst>
                                        <p:tav tm="0">
                                          <p:val>
                                            <p:fltVal val="0.5"/>
                                          </p:val>
                                        </p:tav>
                                        <p:tav tm="100000">
                                          <p:val>
                                            <p:strVal val="#ppt_x"/>
                                          </p:val>
                                        </p:tav>
                                      </p:tavLst>
                                    </p:anim>
                                    <p:anim calcmode="lin" valueType="num">
                                      <p:cBhvr>
                                        <p:cTn id="452" dur="6271" fill="hold"/>
                                        <p:tgtEl>
                                          <p:spTgt spid="432"/>
                                        </p:tgtEl>
                                        <p:attrNameLst>
                                          <p:attrName>ppt_y</p:attrName>
                                        </p:attrNameLst>
                                      </p:cBhvr>
                                      <p:tavLst>
                                        <p:tav tm="0">
                                          <p:val>
                                            <p:fltVal val="0.5"/>
                                          </p:val>
                                        </p:tav>
                                        <p:tav tm="100000">
                                          <p:val>
                                            <p:strVal val="#ppt_y"/>
                                          </p:val>
                                        </p:tav>
                                      </p:tavLst>
                                    </p:anim>
                                  </p:childTnLst>
                                </p:cTn>
                              </p:par>
                              <p:par>
                                <p:cTn id="453" presetID="53" presetClass="entr" presetSubtype="528" repeatCount="indefinite" fill="hold" grpId="0" nodeType="withEffect">
                                  <p:stCondLst>
                                    <p:cond delay="331"/>
                                  </p:stCondLst>
                                  <p:childTnLst>
                                    <p:set>
                                      <p:cBhvr>
                                        <p:cTn id="454" dur="1" fill="hold">
                                          <p:stCondLst>
                                            <p:cond delay="0"/>
                                          </p:stCondLst>
                                        </p:cTn>
                                        <p:tgtEl>
                                          <p:spTgt spid="433"/>
                                        </p:tgtEl>
                                        <p:attrNameLst>
                                          <p:attrName>style.visibility</p:attrName>
                                        </p:attrNameLst>
                                      </p:cBhvr>
                                      <p:to>
                                        <p:strVal val="visible"/>
                                      </p:to>
                                    </p:set>
                                    <p:anim calcmode="lin" valueType="num">
                                      <p:cBhvr>
                                        <p:cTn id="455" dur="6081" fill="hold"/>
                                        <p:tgtEl>
                                          <p:spTgt spid="433"/>
                                        </p:tgtEl>
                                        <p:attrNameLst>
                                          <p:attrName>ppt_w</p:attrName>
                                        </p:attrNameLst>
                                      </p:cBhvr>
                                      <p:tavLst>
                                        <p:tav tm="0">
                                          <p:val>
                                            <p:fltVal val="0"/>
                                          </p:val>
                                        </p:tav>
                                        <p:tav tm="100000">
                                          <p:val>
                                            <p:strVal val="#ppt_w"/>
                                          </p:val>
                                        </p:tav>
                                      </p:tavLst>
                                    </p:anim>
                                    <p:anim calcmode="lin" valueType="num">
                                      <p:cBhvr>
                                        <p:cTn id="456" dur="6081" fill="hold"/>
                                        <p:tgtEl>
                                          <p:spTgt spid="433"/>
                                        </p:tgtEl>
                                        <p:attrNameLst>
                                          <p:attrName>ppt_h</p:attrName>
                                        </p:attrNameLst>
                                      </p:cBhvr>
                                      <p:tavLst>
                                        <p:tav tm="0">
                                          <p:val>
                                            <p:fltVal val="0"/>
                                          </p:val>
                                        </p:tav>
                                        <p:tav tm="100000">
                                          <p:val>
                                            <p:strVal val="#ppt_h"/>
                                          </p:val>
                                        </p:tav>
                                      </p:tavLst>
                                    </p:anim>
                                    <p:animEffect transition="in" filter="fade">
                                      <p:cBhvr>
                                        <p:cTn id="457" dur="6081"/>
                                        <p:tgtEl>
                                          <p:spTgt spid="433"/>
                                        </p:tgtEl>
                                      </p:cBhvr>
                                    </p:animEffect>
                                    <p:anim calcmode="lin" valueType="num">
                                      <p:cBhvr>
                                        <p:cTn id="458" dur="6081" fill="hold"/>
                                        <p:tgtEl>
                                          <p:spTgt spid="433"/>
                                        </p:tgtEl>
                                        <p:attrNameLst>
                                          <p:attrName>ppt_x</p:attrName>
                                        </p:attrNameLst>
                                      </p:cBhvr>
                                      <p:tavLst>
                                        <p:tav tm="0">
                                          <p:val>
                                            <p:fltVal val="0.5"/>
                                          </p:val>
                                        </p:tav>
                                        <p:tav tm="100000">
                                          <p:val>
                                            <p:strVal val="#ppt_x"/>
                                          </p:val>
                                        </p:tav>
                                      </p:tavLst>
                                    </p:anim>
                                    <p:anim calcmode="lin" valueType="num">
                                      <p:cBhvr>
                                        <p:cTn id="459" dur="6081" fill="hold"/>
                                        <p:tgtEl>
                                          <p:spTgt spid="433"/>
                                        </p:tgtEl>
                                        <p:attrNameLst>
                                          <p:attrName>ppt_y</p:attrName>
                                        </p:attrNameLst>
                                      </p:cBhvr>
                                      <p:tavLst>
                                        <p:tav tm="0">
                                          <p:val>
                                            <p:fltVal val="0.5"/>
                                          </p:val>
                                        </p:tav>
                                        <p:tav tm="100000">
                                          <p:val>
                                            <p:strVal val="#ppt_y"/>
                                          </p:val>
                                        </p:tav>
                                      </p:tavLst>
                                    </p:anim>
                                  </p:childTnLst>
                                </p:cTn>
                              </p:par>
                              <p:par>
                                <p:cTn id="460" presetID="53" presetClass="entr" presetSubtype="528" repeatCount="indefinite" fill="hold" grpId="0" nodeType="withEffect">
                                  <p:stCondLst>
                                    <p:cond delay="52"/>
                                  </p:stCondLst>
                                  <p:childTnLst>
                                    <p:set>
                                      <p:cBhvr>
                                        <p:cTn id="461" dur="1" fill="hold">
                                          <p:stCondLst>
                                            <p:cond delay="0"/>
                                          </p:stCondLst>
                                        </p:cTn>
                                        <p:tgtEl>
                                          <p:spTgt spid="434"/>
                                        </p:tgtEl>
                                        <p:attrNameLst>
                                          <p:attrName>style.visibility</p:attrName>
                                        </p:attrNameLst>
                                      </p:cBhvr>
                                      <p:to>
                                        <p:strVal val="visible"/>
                                      </p:to>
                                    </p:set>
                                    <p:anim calcmode="lin" valueType="num">
                                      <p:cBhvr>
                                        <p:cTn id="462" dur="6712" fill="hold"/>
                                        <p:tgtEl>
                                          <p:spTgt spid="434"/>
                                        </p:tgtEl>
                                        <p:attrNameLst>
                                          <p:attrName>ppt_w</p:attrName>
                                        </p:attrNameLst>
                                      </p:cBhvr>
                                      <p:tavLst>
                                        <p:tav tm="0">
                                          <p:val>
                                            <p:fltVal val="0"/>
                                          </p:val>
                                        </p:tav>
                                        <p:tav tm="100000">
                                          <p:val>
                                            <p:strVal val="#ppt_w"/>
                                          </p:val>
                                        </p:tav>
                                      </p:tavLst>
                                    </p:anim>
                                    <p:anim calcmode="lin" valueType="num">
                                      <p:cBhvr>
                                        <p:cTn id="463" dur="6712" fill="hold"/>
                                        <p:tgtEl>
                                          <p:spTgt spid="434"/>
                                        </p:tgtEl>
                                        <p:attrNameLst>
                                          <p:attrName>ppt_h</p:attrName>
                                        </p:attrNameLst>
                                      </p:cBhvr>
                                      <p:tavLst>
                                        <p:tav tm="0">
                                          <p:val>
                                            <p:fltVal val="0"/>
                                          </p:val>
                                        </p:tav>
                                        <p:tav tm="100000">
                                          <p:val>
                                            <p:strVal val="#ppt_h"/>
                                          </p:val>
                                        </p:tav>
                                      </p:tavLst>
                                    </p:anim>
                                    <p:animEffect transition="in" filter="fade">
                                      <p:cBhvr>
                                        <p:cTn id="464" dur="6712"/>
                                        <p:tgtEl>
                                          <p:spTgt spid="434"/>
                                        </p:tgtEl>
                                      </p:cBhvr>
                                    </p:animEffect>
                                    <p:anim calcmode="lin" valueType="num">
                                      <p:cBhvr>
                                        <p:cTn id="465" dur="6712" fill="hold"/>
                                        <p:tgtEl>
                                          <p:spTgt spid="434"/>
                                        </p:tgtEl>
                                        <p:attrNameLst>
                                          <p:attrName>ppt_x</p:attrName>
                                        </p:attrNameLst>
                                      </p:cBhvr>
                                      <p:tavLst>
                                        <p:tav tm="0">
                                          <p:val>
                                            <p:fltVal val="0.5"/>
                                          </p:val>
                                        </p:tav>
                                        <p:tav tm="100000">
                                          <p:val>
                                            <p:strVal val="#ppt_x"/>
                                          </p:val>
                                        </p:tav>
                                      </p:tavLst>
                                    </p:anim>
                                    <p:anim calcmode="lin" valueType="num">
                                      <p:cBhvr>
                                        <p:cTn id="466" dur="6712" fill="hold"/>
                                        <p:tgtEl>
                                          <p:spTgt spid="434"/>
                                        </p:tgtEl>
                                        <p:attrNameLst>
                                          <p:attrName>ppt_y</p:attrName>
                                        </p:attrNameLst>
                                      </p:cBhvr>
                                      <p:tavLst>
                                        <p:tav tm="0">
                                          <p:val>
                                            <p:fltVal val="0.5"/>
                                          </p:val>
                                        </p:tav>
                                        <p:tav tm="100000">
                                          <p:val>
                                            <p:strVal val="#ppt_y"/>
                                          </p:val>
                                        </p:tav>
                                      </p:tavLst>
                                    </p:anim>
                                  </p:childTnLst>
                                </p:cTn>
                              </p:par>
                              <p:par>
                                <p:cTn id="467" presetID="53" presetClass="entr" presetSubtype="528" repeatCount="indefinite" fill="hold" grpId="0" nodeType="withEffect">
                                  <p:stCondLst>
                                    <p:cond delay="35"/>
                                  </p:stCondLst>
                                  <p:childTnLst>
                                    <p:set>
                                      <p:cBhvr>
                                        <p:cTn id="468" dur="1" fill="hold">
                                          <p:stCondLst>
                                            <p:cond delay="0"/>
                                          </p:stCondLst>
                                        </p:cTn>
                                        <p:tgtEl>
                                          <p:spTgt spid="435"/>
                                        </p:tgtEl>
                                        <p:attrNameLst>
                                          <p:attrName>style.visibility</p:attrName>
                                        </p:attrNameLst>
                                      </p:cBhvr>
                                      <p:to>
                                        <p:strVal val="visible"/>
                                      </p:to>
                                    </p:set>
                                    <p:anim calcmode="lin" valueType="num">
                                      <p:cBhvr>
                                        <p:cTn id="469" dur="5135" fill="hold"/>
                                        <p:tgtEl>
                                          <p:spTgt spid="435"/>
                                        </p:tgtEl>
                                        <p:attrNameLst>
                                          <p:attrName>ppt_w</p:attrName>
                                        </p:attrNameLst>
                                      </p:cBhvr>
                                      <p:tavLst>
                                        <p:tav tm="0">
                                          <p:val>
                                            <p:fltVal val="0"/>
                                          </p:val>
                                        </p:tav>
                                        <p:tav tm="100000">
                                          <p:val>
                                            <p:strVal val="#ppt_w"/>
                                          </p:val>
                                        </p:tav>
                                      </p:tavLst>
                                    </p:anim>
                                    <p:anim calcmode="lin" valueType="num">
                                      <p:cBhvr>
                                        <p:cTn id="470" dur="5135" fill="hold"/>
                                        <p:tgtEl>
                                          <p:spTgt spid="435"/>
                                        </p:tgtEl>
                                        <p:attrNameLst>
                                          <p:attrName>ppt_h</p:attrName>
                                        </p:attrNameLst>
                                      </p:cBhvr>
                                      <p:tavLst>
                                        <p:tav tm="0">
                                          <p:val>
                                            <p:fltVal val="0"/>
                                          </p:val>
                                        </p:tav>
                                        <p:tav tm="100000">
                                          <p:val>
                                            <p:strVal val="#ppt_h"/>
                                          </p:val>
                                        </p:tav>
                                      </p:tavLst>
                                    </p:anim>
                                    <p:animEffect transition="in" filter="fade">
                                      <p:cBhvr>
                                        <p:cTn id="471" dur="5135"/>
                                        <p:tgtEl>
                                          <p:spTgt spid="435"/>
                                        </p:tgtEl>
                                      </p:cBhvr>
                                    </p:animEffect>
                                    <p:anim calcmode="lin" valueType="num">
                                      <p:cBhvr>
                                        <p:cTn id="472" dur="5135" fill="hold"/>
                                        <p:tgtEl>
                                          <p:spTgt spid="435"/>
                                        </p:tgtEl>
                                        <p:attrNameLst>
                                          <p:attrName>ppt_x</p:attrName>
                                        </p:attrNameLst>
                                      </p:cBhvr>
                                      <p:tavLst>
                                        <p:tav tm="0">
                                          <p:val>
                                            <p:fltVal val="0.5"/>
                                          </p:val>
                                        </p:tav>
                                        <p:tav tm="100000">
                                          <p:val>
                                            <p:strVal val="#ppt_x"/>
                                          </p:val>
                                        </p:tav>
                                      </p:tavLst>
                                    </p:anim>
                                    <p:anim calcmode="lin" valueType="num">
                                      <p:cBhvr>
                                        <p:cTn id="473" dur="5135" fill="hold"/>
                                        <p:tgtEl>
                                          <p:spTgt spid="435"/>
                                        </p:tgtEl>
                                        <p:attrNameLst>
                                          <p:attrName>ppt_y</p:attrName>
                                        </p:attrNameLst>
                                      </p:cBhvr>
                                      <p:tavLst>
                                        <p:tav tm="0">
                                          <p:val>
                                            <p:fltVal val="0.5"/>
                                          </p:val>
                                        </p:tav>
                                        <p:tav tm="100000">
                                          <p:val>
                                            <p:strVal val="#ppt_y"/>
                                          </p:val>
                                        </p:tav>
                                      </p:tavLst>
                                    </p:anim>
                                  </p:childTnLst>
                                </p:cTn>
                              </p:par>
                              <p:par>
                                <p:cTn id="474" presetID="53" presetClass="entr" presetSubtype="528" repeatCount="indefinite" fill="hold" grpId="0" nodeType="withEffect">
                                  <p:stCondLst>
                                    <p:cond delay="1810"/>
                                  </p:stCondLst>
                                  <p:childTnLst>
                                    <p:set>
                                      <p:cBhvr>
                                        <p:cTn id="475" dur="1" fill="hold">
                                          <p:stCondLst>
                                            <p:cond delay="0"/>
                                          </p:stCondLst>
                                        </p:cTn>
                                        <p:tgtEl>
                                          <p:spTgt spid="436"/>
                                        </p:tgtEl>
                                        <p:attrNameLst>
                                          <p:attrName>style.visibility</p:attrName>
                                        </p:attrNameLst>
                                      </p:cBhvr>
                                      <p:to>
                                        <p:strVal val="visible"/>
                                      </p:to>
                                    </p:set>
                                    <p:anim calcmode="lin" valueType="num">
                                      <p:cBhvr>
                                        <p:cTn id="476" dur="5463" fill="hold"/>
                                        <p:tgtEl>
                                          <p:spTgt spid="436"/>
                                        </p:tgtEl>
                                        <p:attrNameLst>
                                          <p:attrName>ppt_w</p:attrName>
                                        </p:attrNameLst>
                                      </p:cBhvr>
                                      <p:tavLst>
                                        <p:tav tm="0">
                                          <p:val>
                                            <p:fltVal val="0"/>
                                          </p:val>
                                        </p:tav>
                                        <p:tav tm="100000">
                                          <p:val>
                                            <p:strVal val="#ppt_w"/>
                                          </p:val>
                                        </p:tav>
                                      </p:tavLst>
                                    </p:anim>
                                    <p:anim calcmode="lin" valueType="num">
                                      <p:cBhvr>
                                        <p:cTn id="477" dur="5463" fill="hold"/>
                                        <p:tgtEl>
                                          <p:spTgt spid="436"/>
                                        </p:tgtEl>
                                        <p:attrNameLst>
                                          <p:attrName>ppt_h</p:attrName>
                                        </p:attrNameLst>
                                      </p:cBhvr>
                                      <p:tavLst>
                                        <p:tav tm="0">
                                          <p:val>
                                            <p:fltVal val="0"/>
                                          </p:val>
                                        </p:tav>
                                        <p:tav tm="100000">
                                          <p:val>
                                            <p:strVal val="#ppt_h"/>
                                          </p:val>
                                        </p:tav>
                                      </p:tavLst>
                                    </p:anim>
                                    <p:animEffect transition="in" filter="fade">
                                      <p:cBhvr>
                                        <p:cTn id="478" dur="5463"/>
                                        <p:tgtEl>
                                          <p:spTgt spid="436"/>
                                        </p:tgtEl>
                                      </p:cBhvr>
                                    </p:animEffect>
                                    <p:anim calcmode="lin" valueType="num">
                                      <p:cBhvr>
                                        <p:cTn id="479" dur="5463" fill="hold"/>
                                        <p:tgtEl>
                                          <p:spTgt spid="436"/>
                                        </p:tgtEl>
                                        <p:attrNameLst>
                                          <p:attrName>ppt_x</p:attrName>
                                        </p:attrNameLst>
                                      </p:cBhvr>
                                      <p:tavLst>
                                        <p:tav tm="0">
                                          <p:val>
                                            <p:fltVal val="0.5"/>
                                          </p:val>
                                        </p:tav>
                                        <p:tav tm="100000">
                                          <p:val>
                                            <p:strVal val="#ppt_x"/>
                                          </p:val>
                                        </p:tav>
                                      </p:tavLst>
                                    </p:anim>
                                    <p:anim calcmode="lin" valueType="num">
                                      <p:cBhvr>
                                        <p:cTn id="480" dur="5463" fill="hold"/>
                                        <p:tgtEl>
                                          <p:spTgt spid="436"/>
                                        </p:tgtEl>
                                        <p:attrNameLst>
                                          <p:attrName>ppt_y</p:attrName>
                                        </p:attrNameLst>
                                      </p:cBhvr>
                                      <p:tavLst>
                                        <p:tav tm="0">
                                          <p:val>
                                            <p:fltVal val="0.5"/>
                                          </p:val>
                                        </p:tav>
                                        <p:tav tm="100000">
                                          <p:val>
                                            <p:strVal val="#ppt_y"/>
                                          </p:val>
                                        </p:tav>
                                      </p:tavLst>
                                    </p:anim>
                                  </p:childTnLst>
                                </p:cTn>
                              </p:par>
                              <p:par>
                                <p:cTn id="481" presetID="53" presetClass="entr" presetSubtype="528" repeatCount="indefinite" fill="hold" grpId="0" nodeType="withEffect">
                                  <p:stCondLst>
                                    <p:cond delay="207"/>
                                  </p:stCondLst>
                                  <p:childTnLst>
                                    <p:set>
                                      <p:cBhvr>
                                        <p:cTn id="482" dur="1" fill="hold">
                                          <p:stCondLst>
                                            <p:cond delay="0"/>
                                          </p:stCondLst>
                                        </p:cTn>
                                        <p:tgtEl>
                                          <p:spTgt spid="437"/>
                                        </p:tgtEl>
                                        <p:attrNameLst>
                                          <p:attrName>style.visibility</p:attrName>
                                        </p:attrNameLst>
                                      </p:cBhvr>
                                      <p:to>
                                        <p:strVal val="visible"/>
                                      </p:to>
                                    </p:set>
                                    <p:anim calcmode="lin" valueType="num">
                                      <p:cBhvr>
                                        <p:cTn id="483" dur="5327" fill="hold"/>
                                        <p:tgtEl>
                                          <p:spTgt spid="437"/>
                                        </p:tgtEl>
                                        <p:attrNameLst>
                                          <p:attrName>ppt_w</p:attrName>
                                        </p:attrNameLst>
                                      </p:cBhvr>
                                      <p:tavLst>
                                        <p:tav tm="0">
                                          <p:val>
                                            <p:fltVal val="0"/>
                                          </p:val>
                                        </p:tav>
                                        <p:tav tm="100000">
                                          <p:val>
                                            <p:strVal val="#ppt_w"/>
                                          </p:val>
                                        </p:tav>
                                      </p:tavLst>
                                    </p:anim>
                                    <p:anim calcmode="lin" valueType="num">
                                      <p:cBhvr>
                                        <p:cTn id="484" dur="5327" fill="hold"/>
                                        <p:tgtEl>
                                          <p:spTgt spid="437"/>
                                        </p:tgtEl>
                                        <p:attrNameLst>
                                          <p:attrName>ppt_h</p:attrName>
                                        </p:attrNameLst>
                                      </p:cBhvr>
                                      <p:tavLst>
                                        <p:tav tm="0">
                                          <p:val>
                                            <p:fltVal val="0"/>
                                          </p:val>
                                        </p:tav>
                                        <p:tav tm="100000">
                                          <p:val>
                                            <p:strVal val="#ppt_h"/>
                                          </p:val>
                                        </p:tav>
                                      </p:tavLst>
                                    </p:anim>
                                    <p:animEffect transition="in" filter="fade">
                                      <p:cBhvr>
                                        <p:cTn id="485" dur="5327"/>
                                        <p:tgtEl>
                                          <p:spTgt spid="437"/>
                                        </p:tgtEl>
                                      </p:cBhvr>
                                    </p:animEffect>
                                    <p:anim calcmode="lin" valueType="num">
                                      <p:cBhvr>
                                        <p:cTn id="486" dur="5327" fill="hold"/>
                                        <p:tgtEl>
                                          <p:spTgt spid="437"/>
                                        </p:tgtEl>
                                        <p:attrNameLst>
                                          <p:attrName>ppt_x</p:attrName>
                                        </p:attrNameLst>
                                      </p:cBhvr>
                                      <p:tavLst>
                                        <p:tav tm="0">
                                          <p:val>
                                            <p:fltVal val="0.5"/>
                                          </p:val>
                                        </p:tav>
                                        <p:tav tm="100000">
                                          <p:val>
                                            <p:strVal val="#ppt_x"/>
                                          </p:val>
                                        </p:tav>
                                      </p:tavLst>
                                    </p:anim>
                                    <p:anim calcmode="lin" valueType="num">
                                      <p:cBhvr>
                                        <p:cTn id="487" dur="5327" fill="hold"/>
                                        <p:tgtEl>
                                          <p:spTgt spid="437"/>
                                        </p:tgtEl>
                                        <p:attrNameLst>
                                          <p:attrName>ppt_y</p:attrName>
                                        </p:attrNameLst>
                                      </p:cBhvr>
                                      <p:tavLst>
                                        <p:tav tm="0">
                                          <p:val>
                                            <p:fltVal val="0.5"/>
                                          </p:val>
                                        </p:tav>
                                        <p:tav tm="100000">
                                          <p:val>
                                            <p:strVal val="#ppt_y"/>
                                          </p:val>
                                        </p:tav>
                                      </p:tavLst>
                                    </p:anim>
                                  </p:childTnLst>
                                </p:cTn>
                              </p:par>
                              <p:par>
                                <p:cTn id="488" presetID="53" presetClass="entr" presetSubtype="528" repeatCount="indefinite" fill="hold" grpId="0" nodeType="withEffect">
                                  <p:stCondLst>
                                    <p:cond delay="852"/>
                                  </p:stCondLst>
                                  <p:childTnLst>
                                    <p:set>
                                      <p:cBhvr>
                                        <p:cTn id="489" dur="1" fill="hold">
                                          <p:stCondLst>
                                            <p:cond delay="0"/>
                                          </p:stCondLst>
                                        </p:cTn>
                                        <p:tgtEl>
                                          <p:spTgt spid="438"/>
                                        </p:tgtEl>
                                        <p:attrNameLst>
                                          <p:attrName>style.visibility</p:attrName>
                                        </p:attrNameLst>
                                      </p:cBhvr>
                                      <p:to>
                                        <p:strVal val="visible"/>
                                      </p:to>
                                    </p:set>
                                    <p:anim calcmode="lin" valueType="num">
                                      <p:cBhvr>
                                        <p:cTn id="490" dur="5099" fill="hold"/>
                                        <p:tgtEl>
                                          <p:spTgt spid="438"/>
                                        </p:tgtEl>
                                        <p:attrNameLst>
                                          <p:attrName>ppt_w</p:attrName>
                                        </p:attrNameLst>
                                      </p:cBhvr>
                                      <p:tavLst>
                                        <p:tav tm="0">
                                          <p:val>
                                            <p:fltVal val="0"/>
                                          </p:val>
                                        </p:tav>
                                        <p:tav tm="100000">
                                          <p:val>
                                            <p:strVal val="#ppt_w"/>
                                          </p:val>
                                        </p:tav>
                                      </p:tavLst>
                                    </p:anim>
                                    <p:anim calcmode="lin" valueType="num">
                                      <p:cBhvr>
                                        <p:cTn id="491" dur="5099" fill="hold"/>
                                        <p:tgtEl>
                                          <p:spTgt spid="438"/>
                                        </p:tgtEl>
                                        <p:attrNameLst>
                                          <p:attrName>ppt_h</p:attrName>
                                        </p:attrNameLst>
                                      </p:cBhvr>
                                      <p:tavLst>
                                        <p:tav tm="0">
                                          <p:val>
                                            <p:fltVal val="0"/>
                                          </p:val>
                                        </p:tav>
                                        <p:tav tm="100000">
                                          <p:val>
                                            <p:strVal val="#ppt_h"/>
                                          </p:val>
                                        </p:tav>
                                      </p:tavLst>
                                    </p:anim>
                                    <p:animEffect transition="in" filter="fade">
                                      <p:cBhvr>
                                        <p:cTn id="492" dur="5099"/>
                                        <p:tgtEl>
                                          <p:spTgt spid="438"/>
                                        </p:tgtEl>
                                      </p:cBhvr>
                                    </p:animEffect>
                                    <p:anim calcmode="lin" valueType="num">
                                      <p:cBhvr>
                                        <p:cTn id="493" dur="5099" fill="hold"/>
                                        <p:tgtEl>
                                          <p:spTgt spid="438"/>
                                        </p:tgtEl>
                                        <p:attrNameLst>
                                          <p:attrName>ppt_x</p:attrName>
                                        </p:attrNameLst>
                                      </p:cBhvr>
                                      <p:tavLst>
                                        <p:tav tm="0">
                                          <p:val>
                                            <p:fltVal val="0.5"/>
                                          </p:val>
                                        </p:tav>
                                        <p:tav tm="100000">
                                          <p:val>
                                            <p:strVal val="#ppt_x"/>
                                          </p:val>
                                        </p:tav>
                                      </p:tavLst>
                                    </p:anim>
                                    <p:anim calcmode="lin" valueType="num">
                                      <p:cBhvr>
                                        <p:cTn id="494" dur="5099" fill="hold"/>
                                        <p:tgtEl>
                                          <p:spTgt spid="438"/>
                                        </p:tgtEl>
                                        <p:attrNameLst>
                                          <p:attrName>ppt_y</p:attrName>
                                        </p:attrNameLst>
                                      </p:cBhvr>
                                      <p:tavLst>
                                        <p:tav tm="0">
                                          <p:val>
                                            <p:fltVal val="0.5"/>
                                          </p:val>
                                        </p:tav>
                                        <p:tav tm="100000">
                                          <p:val>
                                            <p:strVal val="#ppt_y"/>
                                          </p:val>
                                        </p:tav>
                                      </p:tavLst>
                                    </p:anim>
                                  </p:childTnLst>
                                </p:cTn>
                              </p:par>
                              <p:par>
                                <p:cTn id="495" presetID="53" presetClass="entr" presetSubtype="528" repeatCount="indefinite" fill="hold" grpId="0" nodeType="withEffect">
                                  <p:stCondLst>
                                    <p:cond delay="1482"/>
                                  </p:stCondLst>
                                  <p:childTnLst>
                                    <p:set>
                                      <p:cBhvr>
                                        <p:cTn id="496" dur="1" fill="hold">
                                          <p:stCondLst>
                                            <p:cond delay="0"/>
                                          </p:stCondLst>
                                        </p:cTn>
                                        <p:tgtEl>
                                          <p:spTgt spid="439"/>
                                        </p:tgtEl>
                                        <p:attrNameLst>
                                          <p:attrName>style.visibility</p:attrName>
                                        </p:attrNameLst>
                                      </p:cBhvr>
                                      <p:to>
                                        <p:strVal val="visible"/>
                                      </p:to>
                                    </p:set>
                                    <p:anim calcmode="lin" valueType="num">
                                      <p:cBhvr>
                                        <p:cTn id="497" dur="7073" fill="hold"/>
                                        <p:tgtEl>
                                          <p:spTgt spid="439"/>
                                        </p:tgtEl>
                                        <p:attrNameLst>
                                          <p:attrName>ppt_w</p:attrName>
                                        </p:attrNameLst>
                                      </p:cBhvr>
                                      <p:tavLst>
                                        <p:tav tm="0">
                                          <p:val>
                                            <p:fltVal val="0"/>
                                          </p:val>
                                        </p:tav>
                                        <p:tav tm="100000">
                                          <p:val>
                                            <p:strVal val="#ppt_w"/>
                                          </p:val>
                                        </p:tav>
                                      </p:tavLst>
                                    </p:anim>
                                    <p:anim calcmode="lin" valueType="num">
                                      <p:cBhvr>
                                        <p:cTn id="498" dur="7073" fill="hold"/>
                                        <p:tgtEl>
                                          <p:spTgt spid="439"/>
                                        </p:tgtEl>
                                        <p:attrNameLst>
                                          <p:attrName>ppt_h</p:attrName>
                                        </p:attrNameLst>
                                      </p:cBhvr>
                                      <p:tavLst>
                                        <p:tav tm="0">
                                          <p:val>
                                            <p:fltVal val="0"/>
                                          </p:val>
                                        </p:tav>
                                        <p:tav tm="100000">
                                          <p:val>
                                            <p:strVal val="#ppt_h"/>
                                          </p:val>
                                        </p:tav>
                                      </p:tavLst>
                                    </p:anim>
                                    <p:animEffect transition="in" filter="fade">
                                      <p:cBhvr>
                                        <p:cTn id="499" dur="7073"/>
                                        <p:tgtEl>
                                          <p:spTgt spid="439"/>
                                        </p:tgtEl>
                                      </p:cBhvr>
                                    </p:animEffect>
                                    <p:anim calcmode="lin" valueType="num">
                                      <p:cBhvr>
                                        <p:cTn id="500" dur="7073" fill="hold"/>
                                        <p:tgtEl>
                                          <p:spTgt spid="439"/>
                                        </p:tgtEl>
                                        <p:attrNameLst>
                                          <p:attrName>ppt_x</p:attrName>
                                        </p:attrNameLst>
                                      </p:cBhvr>
                                      <p:tavLst>
                                        <p:tav tm="0">
                                          <p:val>
                                            <p:fltVal val="0.5"/>
                                          </p:val>
                                        </p:tav>
                                        <p:tav tm="100000">
                                          <p:val>
                                            <p:strVal val="#ppt_x"/>
                                          </p:val>
                                        </p:tav>
                                      </p:tavLst>
                                    </p:anim>
                                    <p:anim calcmode="lin" valueType="num">
                                      <p:cBhvr>
                                        <p:cTn id="501" dur="7073" fill="hold"/>
                                        <p:tgtEl>
                                          <p:spTgt spid="439"/>
                                        </p:tgtEl>
                                        <p:attrNameLst>
                                          <p:attrName>ppt_y</p:attrName>
                                        </p:attrNameLst>
                                      </p:cBhvr>
                                      <p:tavLst>
                                        <p:tav tm="0">
                                          <p:val>
                                            <p:fltVal val="0.5"/>
                                          </p:val>
                                        </p:tav>
                                        <p:tav tm="100000">
                                          <p:val>
                                            <p:strVal val="#ppt_y"/>
                                          </p:val>
                                        </p:tav>
                                      </p:tavLst>
                                    </p:anim>
                                  </p:childTnLst>
                                </p:cTn>
                              </p:par>
                              <p:par>
                                <p:cTn id="502" presetID="53" presetClass="entr" presetSubtype="528" repeatCount="indefinite" fill="hold" grpId="0" nodeType="withEffect">
                                  <p:stCondLst>
                                    <p:cond delay="176"/>
                                  </p:stCondLst>
                                  <p:childTnLst>
                                    <p:set>
                                      <p:cBhvr>
                                        <p:cTn id="503" dur="1" fill="hold">
                                          <p:stCondLst>
                                            <p:cond delay="0"/>
                                          </p:stCondLst>
                                        </p:cTn>
                                        <p:tgtEl>
                                          <p:spTgt spid="440"/>
                                        </p:tgtEl>
                                        <p:attrNameLst>
                                          <p:attrName>style.visibility</p:attrName>
                                        </p:attrNameLst>
                                      </p:cBhvr>
                                      <p:to>
                                        <p:strVal val="visible"/>
                                      </p:to>
                                    </p:set>
                                    <p:anim calcmode="lin" valueType="num">
                                      <p:cBhvr>
                                        <p:cTn id="504" dur="7201" fill="hold"/>
                                        <p:tgtEl>
                                          <p:spTgt spid="440"/>
                                        </p:tgtEl>
                                        <p:attrNameLst>
                                          <p:attrName>ppt_w</p:attrName>
                                        </p:attrNameLst>
                                      </p:cBhvr>
                                      <p:tavLst>
                                        <p:tav tm="0">
                                          <p:val>
                                            <p:fltVal val="0"/>
                                          </p:val>
                                        </p:tav>
                                        <p:tav tm="100000">
                                          <p:val>
                                            <p:strVal val="#ppt_w"/>
                                          </p:val>
                                        </p:tav>
                                      </p:tavLst>
                                    </p:anim>
                                    <p:anim calcmode="lin" valueType="num">
                                      <p:cBhvr>
                                        <p:cTn id="505" dur="7201" fill="hold"/>
                                        <p:tgtEl>
                                          <p:spTgt spid="440"/>
                                        </p:tgtEl>
                                        <p:attrNameLst>
                                          <p:attrName>ppt_h</p:attrName>
                                        </p:attrNameLst>
                                      </p:cBhvr>
                                      <p:tavLst>
                                        <p:tav tm="0">
                                          <p:val>
                                            <p:fltVal val="0"/>
                                          </p:val>
                                        </p:tav>
                                        <p:tav tm="100000">
                                          <p:val>
                                            <p:strVal val="#ppt_h"/>
                                          </p:val>
                                        </p:tav>
                                      </p:tavLst>
                                    </p:anim>
                                    <p:animEffect transition="in" filter="fade">
                                      <p:cBhvr>
                                        <p:cTn id="506" dur="7201"/>
                                        <p:tgtEl>
                                          <p:spTgt spid="440"/>
                                        </p:tgtEl>
                                      </p:cBhvr>
                                    </p:animEffect>
                                    <p:anim calcmode="lin" valueType="num">
                                      <p:cBhvr>
                                        <p:cTn id="507" dur="7201" fill="hold"/>
                                        <p:tgtEl>
                                          <p:spTgt spid="440"/>
                                        </p:tgtEl>
                                        <p:attrNameLst>
                                          <p:attrName>ppt_x</p:attrName>
                                        </p:attrNameLst>
                                      </p:cBhvr>
                                      <p:tavLst>
                                        <p:tav tm="0">
                                          <p:val>
                                            <p:fltVal val="0.5"/>
                                          </p:val>
                                        </p:tav>
                                        <p:tav tm="100000">
                                          <p:val>
                                            <p:strVal val="#ppt_x"/>
                                          </p:val>
                                        </p:tav>
                                      </p:tavLst>
                                    </p:anim>
                                    <p:anim calcmode="lin" valueType="num">
                                      <p:cBhvr>
                                        <p:cTn id="508" dur="7201" fill="hold"/>
                                        <p:tgtEl>
                                          <p:spTgt spid="440"/>
                                        </p:tgtEl>
                                        <p:attrNameLst>
                                          <p:attrName>ppt_y</p:attrName>
                                        </p:attrNameLst>
                                      </p:cBhvr>
                                      <p:tavLst>
                                        <p:tav tm="0">
                                          <p:val>
                                            <p:fltVal val="0.5"/>
                                          </p:val>
                                        </p:tav>
                                        <p:tav tm="100000">
                                          <p:val>
                                            <p:strVal val="#ppt_y"/>
                                          </p:val>
                                        </p:tav>
                                      </p:tavLst>
                                    </p:anim>
                                  </p:childTnLst>
                                </p:cTn>
                              </p:par>
                              <p:par>
                                <p:cTn id="509" presetID="53" presetClass="entr" presetSubtype="528" repeatCount="indefinite" fill="hold" grpId="0" nodeType="withEffect">
                                  <p:stCondLst>
                                    <p:cond delay="157"/>
                                  </p:stCondLst>
                                  <p:childTnLst>
                                    <p:set>
                                      <p:cBhvr>
                                        <p:cTn id="510" dur="1" fill="hold">
                                          <p:stCondLst>
                                            <p:cond delay="0"/>
                                          </p:stCondLst>
                                        </p:cTn>
                                        <p:tgtEl>
                                          <p:spTgt spid="441"/>
                                        </p:tgtEl>
                                        <p:attrNameLst>
                                          <p:attrName>style.visibility</p:attrName>
                                        </p:attrNameLst>
                                      </p:cBhvr>
                                      <p:to>
                                        <p:strVal val="visible"/>
                                      </p:to>
                                    </p:set>
                                    <p:anim calcmode="lin" valueType="num">
                                      <p:cBhvr>
                                        <p:cTn id="511" dur="7468" fill="hold"/>
                                        <p:tgtEl>
                                          <p:spTgt spid="441"/>
                                        </p:tgtEl>
                                        <p:attrNameLst>
                                          <p:attrName>ppt_w</p:attrName>
                                        </p:attrNameLst>
                                      </p:cBhvr>
                                      <p:tavLst>
                                        <p:tav tm="0">
                                          <p:val>
                                            <p:fltVal val="0"/>
                                          </p:val>
                                        </p:tav>
                                        <p:tav tm="100000">
                                          <p:val>
                                            <p:strVal val="#ppt_w"/>
                                          </p:val>
                                        </p:tav>
                                      </p:tavLst>
                                    </p:anim>
                                    <p:anim calcmode="lin" valueType="num">
                                      <p:cBhvr>
                                        <p:cTn id="512" dur="7468" fill="hold"/>
                                        <p:tgtEl>
                                          <p:spTgt spid="441"/>
                                        </p:tgtEl>
                                        <p:attrNameLst>
                                          <p:attrName>ppt_h</p:attrName>
                                        </p:attrNameLst>
                                      </p:cBhvr>
                                      <p:tavLst>
                                        <p:tav tm="0">
                                          <p:val>
                                            <p:fltVal val="0"/>
                                          </p:val>
                                        </p:tav>
                                        <p:tav tm="100000">
                                          <p:val>
                                            <p:strVal val="#ppt_h"/>
                                          </p:val>
                                        </p:tav>
                                      </p:tavLst>
                                    </p:anim>
                                    <p:animEffect transition="in" filter="fade">
                                      <p:cBhvr>
                                        <p:cTn id="513" dur="7468"/>
                                        <p:tgtEl>
                                          <p:spTgt spid="441"/>
                                        </p:tgtEl>
                                      </p:cBhvr>
                                    </p:animEffect>
                                    <p:anim calcmode="lin" valueType="num">
                                      <p:cBhvr>
                                        <p:cTn id="514" dur="7468" fill="hold"/>
                                        <p:tgtEl>
                                          <p:spTgt spid="441"/>
                                        </p:tgtEl>
                                        <p:attrNameLst>
                                          <p:attrName>ppt_x</p:attrName>
                                        </p:attrNameLst>
                                      </p:cBhvr>
                                      <p:tavLst>
                                        <p:tav tm="0">
                                          <p:val>
                                            <p:fltVal val="0.5"/>
                                          </p:val>
                                        </p:tav>
                                        <p:tav tm="100000">
                                          <p:val>
                                            <p:strVal val="#ppt_x"/>
                                          </p:val>
                                        </p:tav>
                                      </p:tavLst>
                                    </p:anim>
                                    <p:anim calcmode="lin" valueType="num">
                                      <p:cBhvr>
                                        <p:cTn id="515" dur="7468" fill="hold"/>
                                        <p:tgtEl>
                                          <p:spTgt spid="441"/>
                                        </p:tgtEl>
                                        <p:attrNameLst>
                                          <p:attrName>ppt_y</p:attrName>
                                        </p:attrNameLst>
                                      </p:cBhvr>
                                      <p:tavLst>
                                        <p:tav tm="0">
                                          <p:val>
                                            <p:fltVal val="0.5"/>
                                          </p:val>
                                        </p:tav>
                                        <p:tav tm="100000">
                                          <p:val>
                                            <p:strVal val="#ppt_y"/>
                                          </p:val>
                                        </p:tav>
                                      </p:tavLst>
                                    </p:anim>
                                  </p:childTnLst>
                                </p:cTn>
                              </p:par>
                              <p:par>
                                <p:cTn id="516" presetID="53" presetClass="entr" presetSubtype="528" repeatCount="indefinite" fill="hold" grpId="0" nodeType="withEffect">
                                  <p:stCondLst>
                                    <p:cond delay="234"/>
                                  </p:stCondLst>
                                  <p:childTnLst>
                                    <p:set>
                                      <p:cBhvr>
                                        <p:cTn id="517" dur="1" fill="hold">
                                          <p:stCondLst>
                                            <p:cond delay="0"/>
                                          </p:stCondLst>
                                        </p:cTn>
                                        <p:tgtEl>
                                          <p:spTgt spid="457"/>
                                        </p:tgtEl>
                                        <p:attrNameLst>
                                          <p:attrName>style.visibility</p:attrName>
                                        </p:attrNameLst>
                                      </p:cBhvr>
                                      <p:to>
                                        <p:strVal val="visible"/>
                                      </p:to>
                                    </p:set>
                                    <p:anim calcmode="lin" valueType="num">
                                      <p:cBhvr>
                                        <p:cTn id="518" dur="7485" fill="hold"/>
                                        <p:tgtEl>
                                          <p:spTgt spid="457"/>
                                        </p:tgtEl>
                                        <p:attrNameLst>
                                          <p:attrName>ppt_w</p:attrName>
                                        </p:attrNameLst>
                                      </p:cBhvr>
                                      <p:tavLst>
                                        <p:tav tm="0">
                                          <p:val>
                                            <p:fltVal val="0"/>
                                          </p:val>
                                        </p:tav>
                                        <p:tav tm="100000">
                                          <p:val>
                                            <p:strVal val="#ppt_w"/>
                                          </p:val>
                                        </p:tav>
                                      </p:tavLst>
                                    </p:anim>
                                    <p:anim calcmode="lin" valueType="num">
                                      <p:cBhvr>
                                        <p:cTn id="519" dur="7485" fill="hold"/>
                                        <p:tgtEl>
                                          <p:spTgt spid="457"/>
                                        </p:tgtEl>
                                        <p:attrNameLst>
                                          <p:attrName>ppt_h</p:attrName>
                                        </p:attrNameLst>
                                      </p:cBhvr>
                                      <p:tavLst>
                                        <p:tav tm="0">
                                          <p:val>
                                            <p:fltVal val="0"/>
                                          </p:val>
                                        </p:tav>
                                        <p:tav tm="100000">
                                          <p:val>
                                            <p:strVal val="#ppt_h"/>
                                          </p:val>
                                        </p:tav>
                                      </p:tavLst>
                                    </p:anim>
                                    <p:animEffect transition="in" filter="fade">
                                      <p:cBhvr>
                                        <p:cTn id="520" dur="7485"/>
                                        <p:tgtEl>
                                          <p:spTgt spid="457"/>
                                        </p:tgtEl>
                                      </p:cBhvr>
                                    </p:animEffect>
                                    <p:anim calcmode="lin" valueType="num">
                                      <p:cBhvr>
                                        <p:cTn id="521" dur="7485" fill="hold"/>
                                        <p:tgtEl>
                                          <p:spTgt spid="457"/>
                                        </p:tgtEl>
                                        <p:attrNameLst>
                                          <p:attrName>ppt_x</p:attrName>
                                        </p:attrNameLst>
                                      </p:cBhvr>
                                      <p:tavLst>
                                        <p:tav tm="0">
                                          <p:val>
                                            <p:fltVal val="0.5"/>
                                          </p:val>
                                        </p:tav>
                                        <p:tav tm="100000">
                                          <p:val>
                                            <p:strVal val="#ppt_x"/>
                                          </p:val>
                                        </p:tav>
                                      </p:tavLst>
                                    </p:anim>
                                    <p:anim calcmode="lin" valueType="num">
                                      <p:cBhvr>
                                        <p:cTn id="522" dur="7485" fill="hold"/>
                                        <p:tgtEl>
                                          <p:spTgt spid="457"/>
                                        </p:tgtEl>
                                        <p:attrNameLst>
                                          <p:attrName>ppt_y</p:attrName>
                                        </p:attrNameLst>
                                      </p:cBhvr>
                                      <p:tavLst>
                                        <p:tav tm="0">
                                          <p:val>
                                            <p:fltVal val="0.5"/>
                                          </p:val>
                                        </p:tav>
                                        <p:tav tm="100000">
                                          <p:val>
                                            <p:strVal val="#ppt_y"/>
                                          </p:val>
                                        </p:tav>
                                      </p:tavLst>
                                    </p:anim>
                                  </p:childTnLst>
                                </p:cTn>
                              </p:par>
                              <p:par>
                                <p:cTn id="523" presetID="53" presetClass="entr" presetSubtype="528" repeatCount="indefinite" fill="hold" grpId="0" nodeType="withEffect">
                                  <p:stCondLst>
                                    <p:cond delay="1802"/>
                                  </p:stCondLst>
                                  <p:childTnLst>
                                    <p:set>
                                      <p:cBhvr>
                                        <p:cTn id="524" dur="1" fill="hold">
                                          <p:stCondLst>
                                            <p:cond delay="0"/>
                                          </p:stCondLst>
                                        </p:cTn>
                                        <p:tgtEl>
                                          <p:spTgt spid="463"/>
                                        </p:tgtEl>
                                        <p:attrNameLst>
                                          <p:attrName>style.visibility</p:attrName>
                                        </p:attrNameLst>
                                      </p:cBhvr>
                                      <p:to>
                                        <p:strVal val="visible"/>
                                      </p:to>
                                    </p:set>
                                    <p:anim calcmode="lin" valueType="num">
                                      <p:cBhvr>
                                        <p:cTn id="525" dur="6432" fill="hold"/>
                                        <p:tgtEl>
                                          <p:spTgt spid="463"/>
                                        </p:tgtEl>
                                        <p:attrNameLst>
                                          <p:attrName>ppt_w</p:attrName>
                                        </p:attrNameLst>
                                      </p:cBhvr>
                                      <p:tavLst>
                                        <p:tav tm="0">
                                          <p:val>
                                            <p:fltVal val="0"/>
                                          </p:val>
                                        </p:tav>
                                        <p:tav tm="100000">
                                          <p:val>
                                            <p:strVal val="#ppt_w"/>
                                          </p:val>
                                        </p:tav>
                                      </p:tavLst>
                                    </p:anim>
                                    <p:anim calcmode="lin" valueType="num">
                                      <p:cBhvr>
                                        <p:cTn id="526" dur="6432" fill="hold"/>
                                        <p:tgtEl>
                                          <p:spTgt spid="463"/>
                                        </p:tgtEl>
                                        <p:attrNameLst>
                                          <p:attrName>ppt_h</p:attrName>
                                        </p:attrNameLst>
                                      </p:cBhvr>
                                      <p:tavLst>
                                        <p:tav tm="0">
                                          <p:val>
                                            <p:fltVal val="0"/>
                                          </p:val>
                                        </p:tav>
                                        <p:tav tm="100000">
                                          <p:val>
                                            <p:strVal val="#ppt_h"/>
                                          </p:val>
                                        </p:tav>
                                      </p:tavLst>
                                    </p:anim>
                                    <p:animEffect transition="in" filter="fade">
                                      <p:cBhvr>
                                        <p:cTn id="527" dur="6432"/>
                                        <p:tgtEl>
                                          <p:spTgt spid="463"/>
                                        </p:tgtEl>
                                      </p:cBhvr>
                                    </p:animEffect>
                                    <p:anim calcmode="lin" valueType="num">
                                      <p:cBhvr>
                                        <p:cTn id="528" dur="6432" fill="hold"/>
                                        <p:tgtEl>
                                          <p:spTgt spid="463"/>
                                        </p:tgtEl>
                                        <p:attrNameLst>
                                          <p:attrName>ppt_x</p:attrName>
                                        </p:attrNameLst>
                                      </p:cBhvr>
                                      <p:tavLst>
                                        <p:tav tm="0">
                                          <p:val>
                                            <p:fltVal val="0.5"/>
                                          </p:val>
                                        </p:tav>
                                        <p:tav tm="100000">
                                          <p:val>
                                            <p:strVal val="#ppt_x"/>
                                          </p:val>
                                        </p:tav>
                                      </p:tavLst>
                                    </p:anim>
                                    <p:anim calcmode="lin" valueType="num">
                                      <p:cBhvr>
                                        <p:cTn id="529" dur="6432" fill="hold"/>
                                        <p:tgtEl>
                                          <p:spTgt spid="463"/>
                                        </p:tgtEl>
                                        <p:attrNameLst>
                                          <p:attrName>ppt_y</p:attrName>
                                        </p:attrNameLst>
                                      </p:cBhvr>
                                      <p:tavLst>
                                        <p:tav tm="0">
                                          <p:val>
                                            <p:fltVal val="0.5"/>
                                          </p:val>
                                        </p:tav>
                                        <p:tav tm="100000">
                                          <p:val>
                                            <p:strVal val="#ppt_y"/>
                                          </p:val>
                                        </p:tav>
                                      </p:tavLst>
                                    </p:anim>
                                  </p:childTnLst>
                                </p:cTn>
                              </p:par>
                              <p:par>
                                <p:cTn id="530" presetID="53" presetClass="entr" presetSubtype="528" repeatCount="indefinite" fill="hold" grpId="0" nodeType="withEffect">
                                  <p:stCondLst>
                                    <p:cond delay="736"/>
                                  </p:stCondLst>
                                  <p:childTnLst>
                                    <p:set>
                                      <p:cBhvr>
                                        <p:cTn id="531" dur="1" fill="hold">
                                          <p:stCondLst>
                                            <p:cond delay="0"/>
                                          </p:stCondLst>
                                        </p:cTn>
                                        <p:tgtEl>
                                          <p:spTgt spid="465"/>
                                        </p:tgtEl>
                                        <p:attrNameLst>
                                          <p:attrName>style.visibility</p:attrName>
                                        </p:attrNameLst>
                                      </p:cBhvr>
                                      <p:to>
                                        <p:strVal val="visible"/>
                                      </p:to>
                                    </p:set>
                                    <p:anim calcmode="lin" valueType="num">
                                      <p:cBhvr>
                                        <p:cTn id="532" dur="5423" fill="hold"/>
                                        <p:tgtEl>
                                          <p:spTgt spid="465"/>
                                        </p:tgtEl>
                                        <p:attrNameLst>
                                          <p:attrName>ppt_w</p:attrName>
                                        </p:attrNameLst>
                                      </p:cBhvr>
                                      <p:tavLst>
                                        <p:tav tm="0">
                                          <p:val>
                                            <p:fltVal val="0"/>
                                          </p:val>
                                        </p:tav>
                                        <p:tav tm="100000">
                                          <p:val>
                                            <p:strVal val="#ppt_w"/>
                                          </p:val>
                                        </p:tav>
                                      </p:tavLst>
                                    </p:anim>
                                    <p:anim calcmode="lin" valueType="num">
                                      <p:cBhvr>
                                        <p:cTn id="533" dur="5423" fill="hold"/>
                                        <p:tgtEl>
                                          <p:spTgt spid="465"/>
                                        </p:tgtEl>
                                        <p:attrNameLst>
                                          <p:attrName>ppt_h</p:attrName>
                                        </p:attrNameLst>
                                      </p:cBhvr>
                                      <p:tavLst>
                                        <p:tav tm="0">
                                          <p:val>
                                            <p:fltVal val="0"/>
                                          </p:val>
                                        </p:tav>
                                        <p:tav tm="100000">
                                          <p:val>
                                            <p:strVal val="#ppt_h"/>
                                          </p:val>
                                        </p:tav>
                                      </p:tavLst>
                                    </p:anim>
                                    <p:animEffect transition="in" filter="fade">
                                      <p:cBhvr>
                                        <p:cTn id="534" dur="5423"/>
                                        <p:tgtEl>
                                          <p:spTgt spid="465"/>
                                        </p:tgtEl>
                                      </p:cBhvr>
                                    </p:animEffect>
                                    <p:anim calcmode="lin" valueType="num">
                                      <p:cBhvr>
                                        <p:cTn id="535" dur="5423" fill="hold"/>
                                        <p:tgtEl>
                                          <p:spTgt spid="465"/>
                                        </p:tgtEl>
                                        <p:attrNameLst>
                                          <p:attrName>ppt_x</p:attrName>
                                        </p:attrNameLst>
                                      </p:cBhvr>
                                      <p:tavLst>
                                        <p:tav tm="0">
                                          <p:val>
                                            <p:fltVal val="0.5"/>
                                          </p:val>
                                        </p:tav>
                                        <p:tav tm="100000">
                                          <p:val>
                                            <p:strVal val="#ppt_x"/>
                                          </p:val>
                                        </p:tav>
                                      </p:tavLst>
                                    </p:anim>
                                    <p:anim calcmode="lin" valueType="num">
                                      <p:cBhvr>
                                        <p:cTn id="536" dur="5423" fill="hold"/>
                                        <p:tgtEl>
                                          <p:spTgt spid="465"/>
                                        </p:tgtEl>
                                        <p:attrNameLst>
                                          <p:attrName>ppt_y</p:attrName>
                                        </p:attrNameLst>
                                      </p:cBhvr>
                                      <p:tavLst>
                                        <p:tav tm="0">
                                          <p:val>
                                            <p:fltVal val="0.5"/>
                                          </p:val>
                                        </p:tav>
                                        <p:tav tm="100000">
                                          <p:val>
                                            <p:strVal val="#ppt_y"/>
                                          </p:val>
                                        </p:tav>
                                      </p:tavLst>
                                    </p:anim>
                                  </p:childTnLst>
                                </p:cTn>
                              </p:par>
                              <p:par>
                                <p:cTn id="537" presetID="53" presetClass="entr" presetSubtype="528" repeatCount="indefinite" fill="hold" grpId="0" nodeType="withEffect">
                                  <p:stCondLst>
                                    <p:cond delay="482"/>
                                  </p:stCondLst>
                                  <p:childTnLst>
                                    <p:set>
                                      <p:cBhvr>
                                        <p:cTn id="538" dur="1" fill="hold">
                                          <p:stCondLst>
                                            <p:cond delay="0"/>
                                          </p:stCondLst>
                                        </p:cTn>
                                        <p:tgtEl>
                                          <p:spTgt spid="466"/>
                                        </p:tgtEl>
                                        <p:attrNameLst>
                                          <p:attrName>style.visibility</p:attrName>
                                        </p:attrNameLst>
                                      </p:cBhvr>
                                      <p:to>
                                        <p:strVal val="visible"/>
                                      </p:to>
                                    </p:set>
                                    <p:anim calcmode="lin" valueType="num">
                                      <p:cBhvr>
                                        <p:cTn id="539" dur="5102" fill="hold"/>
                                        <p:tgtEl>
                                          <p:spTgt spid="466"/>
                                        </p:tgtEl>
                                        <p:attrNameLst>
                                          <p:attrName>ppt_w</p:attrName>
                                        </p:attrNameLst>
                                      </p:cBhvr>
                                      <p:tavLst>
                                        <p:tav tm="0">
                                          <p:val>
                                            <p:fltVal val="0"/>
                                          </p:val>
                                        </p:tav>
                                        <p:tav tm="100000">
                                          <p:val>
                                            <p:strVal val="#ppt_w"/>
                                          </p:val>
                                        </p:tav>
                                      </p:tavLst>
                                    </p:anim>
                                    <p:anim calcmode="lin" valueType="num">
                                      <p:cBhvr>
                                        <p:cTn id="540" dur="5102" fill="hold"/>
                                        <p:tgtEl>
                                          <p:spTgt spid="466"/>
                                        </p:tgtEl>
                                        <p:attrNameLst>
                                          <p:attrName>ppt_h</p:attrName>
                                        </p:attrNameLst>
                                      </p:cBhvr>
                                      <p:tavLst>
                                        <p:tav tm="0">
                                          <p:val>
                                            <p:fltVal val="0"/>
                                          </p:val>
                                        </p:tav>
                                        <p:tav tm="100000">
                                          <p:val>
                                            <p:strVal val="#ppt_h"/>
                                          </p:val>
                                        </p:tav>
                                      </p:tavLst>
                                    </p:anim>
                                    <p:animEffect transition="in" filter="fade">
                                      <p:cBhvr>
                                        <p:cTn id="541" dur="5102"/>
                                        <p:tgtEl>
                                          <p:spTgt spid="466"/>
                                        </p:tgtEl>
                                      </p:cBhvr>
                                    </p:animEffect>
                                    <p:anim calcmode="lin" valueType="num">
                                      <p:cBhvr>
                                        <p:cTn id="542" dur="5102" fill="hold"/>
                                        <p:tgtEl>
                                          <p:spTgt spid="466"/>
                                        </p:tgtEl>
                                        <p:attrNameLst>
                                          <p:attrName>ppt_x</p:attrName>
                                        </p:attrNameLst>
                                      </p:cBhvr>
                                      <p:tavLst>
                                        <p:tav tm="0">
                                          <p:val>
                                            <p:fltVal val="0.5"/>
                                          </p:val>
                                        </p:tav>
                                        <p:tav tm="100000">
                                          <p:val>
                                            <p:strVal val="#ppt_x"/>
                                          </p:val>
                                        </p:tav>
                                      </p:tavLst>
                                    </p:anim>
                                    <p:anim calcmode="lin" valueType="num">
                                      <p:cBhvr>
                                        <p:cTn id="543" dur="5102" fill="hold"/>
                                        <p:tgtEl>
                                          <p:spTgt spid="466"/>
                                        </p:tgtEl>
                                        <p:attrNameLst>
                                          <p:attrName>ppt_y</p:attrName>
                                        </p:attrNameLst>
                                      </p:cBhvr>
                                      <p:tavLst>
                                        <p:tav tm="0">
                                          <p:val>
                                            <p:fltVal val="0.5"/>
                                          </p:val>
                                        </p:tav>
                                        <p:tav tm="100000">
                                          <p:val>
                                            <p:strVal val="#ppt_y"/>
                                          </p:val>
                                        </p:tav>
                                      </p:tavLst>
                                    </p:anim>
                                  </p:childTnLst>
                                </p:cTn>
                              </p:par>
                              <p:par>
                                <p:cTn id="544" presetID="53" presetClass="entr" presetSubtype="528" repeatCount="indefinite" fill="hold" grpId="0" nodeType="withEffect">
                                  <p:stCondLst>
                                    <p:cond delay="399"/>
                                  </p:stCondLst>
                                  <p:childTnLst>
                                    <p:set>
                                      <p:cBhvr>
                                        <p:cTn id="545" dur="1" fill="hold">
                                          <p:stCondLst>
                                            <p:cond delay="0"/>
                                          </p:stCondLst>
                                        </p:cTn>
                                        <p:tgtEl>
                                          <p:spTgt spid="468"/>
                                        </p:tgtEl>
                                        <p:attrNameLst>
                                          <p:attrName>style.visibility</p:attrName>
                                        </p:attrNameLst>
                                      </p:cBhvr>
                                      <p:to>
                                        <p:strVal val="visible"/>
                                      </p:to>
                                    </p:set>
                                    <p:anim calcmode="lin" valueType="num">
                                      <p:cBhvr>
                                        <p:cTn id="546" dur="5819" fill="hold"/>
                                        <p:tgtEl>
                                          <p:spTgt spid="468"/>
                                        </p:tgtEl>
                                        <p:attrNameLst>
                                          <p:attrName>ppt_w</p:attrName>
                                        </p:attrNameLst>
                                      </p:cBhvr>
                                      <p:tavLst>
                                        <p:tav tm="0">
                                          <p:val>
                                            <p:fltVal val="0"/>
                                          </p:val>
                                        </p:tav>
                                        <p:tav tm="100000">
                                          <p:val>
                                            <p:strVal val="#ppt_w"/>
                                          </p:val>
                                        </p:tav>
                                      </p:tavLst>
                                    </p:anim>
                                    <p:anim calcmode="lin" valueType="num">
                                      <p:cBhvr>
                                        <p:cTn id="547" dur="5819" fill="hold"/>
                                        <p:tgtEl>
                                          <p:spTgt spid="468"/>
                                        </p:tgtEl>
                                        <p:attrNameLst>
                                          <p:attrName>ppt_h</p:attrName>
                                        </p:attrNameLst>
                                      </p:cBhvr>
                                      <p:tavLst>
                                        <p:tav tm="0">
                                          <p:val>
                                            <p:fltVal val="0"/>
                                          </p:val>
                                        </p:tav>
                                        <p:tav tm="100000">
                                          <p:val>
                                            <p:strVal val="#ppt_h"/>
                                          </p:val>
                                        </p:tav>
                                      </p:tavLst>
                                    </p:anim>
                                    <p:animEffect transition="in" filter="fade">
                                      <p:cBhvr>
                                        <p:cTn id="548" dur="5819"/>
                                        <p:tgtEl>
                                          <p:spTgt spid="468"/>
                                        </p:tgtEl>
                                      </p:cBhvr>
                                    </p:animEffect>
                                    <p:anim calcmode="lin" valueType="num">
                                      <p:cBhvr>
                                        <p:cTn id="549" dur="5819" fill="hold"/>
                                        <p:tgtEl>
                                          <p:spTgt spid="468"/>
                                        </p:tgtEl>
                                        <p:attrNameLst>
                                          <p:attrName>ppt_x</p:attrName>
                                        </p:attrNameLst>
                                      </p:cBhvr>
                                      <p:tavLst>
                                        <p:tav tm="0">
                                          <p:val>
                                            <p:fltVal val="0.5"/>
                                          </p:val>
                                        </p:tav>
                                        <p:tav tm="100000">
                                          <p:val>
                                            <p:strVal val="#ppt_x"/>
                                          </p:val>
                                        </p:tav>
                                      </p:tavLst>
                                    </p:anim>
                                    <p:anim calcmode="lin" valueType="num">
                                      <p:cBhvr>
                                        <p:cTn id="550" dur="5819" fill="hold"/>
                                        <p:tgtEl>
                                          <p:spTgt spid="468"/>
                                        </p:tgtEl>
                                        <p:attrNameLst>
                                          <p:attrName>ppt_y</p:attrName>
                                        </p:attrNameLst>
                                      </p:cBhvr>
                                      <p:tavLst>
                                        <p:tav tm="0">
                                          <p:val>
                                            <p:fltVal val="0.5"/>
                                          </p:val>
                                        </p:tav>
                                        <p:tav tm="100000">
                                          <p:val>
                                            <p:strVal val="#ppt_y"/>
                                          </p:val>
                                        </p:tav>
                                      </p:tavLst>
                                    </p:anim>
                                  </p:childTnLst>
                                </p:cTn>
                              </p:par>
                              <p:par>
                                <p:cTn id="551" presetID="53" presetClass="entr" presetSubtype="528" repeatCount="indefinite" fill="hold" grpId="0" nodeType="withEffect">
                                  <p:stCondLst>
                                    <p:cond delay="1338"/>
                                  </p:stCondLst>
                                  <p:childTnLst>
                                    <p:set>
                                      <p:cBhvr>
                                        <p:cTn id="552" dur="1" fill="hold">
                                          <p:stCondLst>
                                            <p:cond delay="0"/>
                                          </p:stCondLst>
                                        </p:cTn>
                                        <p:tgtEl>
                                          <p:spTgt spid="469"/>
                                        </p:tgtEl>
                                        <p:attrNameLst>
                                          <p:attrName>style.visibility</p:attrName>
                                        </p:attrNameLst>
                                      </p:cBhvr>
                                      <p:to>
                                        <p:strVal val="visible"/>
                                      </p:to>
                                    </p:set>
                                    <p:anim calcmode="lin" valueType="num">
                                      <p:cBhvr>
                                        <p:cTn id="553" dur="6554" fill="hold"/>
                                        <p:tgtEl>
                                          <p:spTgt spid="469"/>
                                        </p:tgtEl>
                                        <p:attrNameLst>
                                          <p:attrName>ppt_w</p:attrName>
                                        </p:attrNameLst>
                                      </p:cBhvr>
                                      <p:tavLst>
                                        <p:tav tm="0">
                                          <p:val>
                                            <p:fltVal val="0"/>
                                          </p:val>
                                        </p:tav>
                                        <p:tav tm="100000">
                                          <p:val>
                                            <p:strVal val="#ppt_w"/>
                                          </p:val>
                                        </p:tav>
                                      </p:tavLst>
                                    </p:anim>
                                    <p:anim calcmode="lin" valueType="num">
                                      <p:cBhvr>
                                        <p:cTn id="554" dur="6554" fill="hold"/>
                                        <p:tgtEl>
                                          <p:spTgt spid="469"/>
                                        </p:tgtEl>
                                        <p:attrNameLst>
                                          <p:attrName>ppt_h</p:attrName>
                                        </p:attrNameLst>
                                      </p:cBhvr>
                                      <p:tavLst>
                                        <p:tav tm="0">
                                          <p:val>
                                            <p:fltVal val="0"/>
                                          </p:val>
                                        </p:tav>
                                        <p:tav tm="100000">
                                          <p:val>
                                            <p:strVal val="#ppt_h"/>
                                          </p:val>
                                        </p:tav>
                                      </p:tavLst>
                                    </p:anim>
                                    <p:animEffect transition="in" filter="fade">
                                      <p:cBhvr>
                                        <p:cTn id="555" dur="6554"/>
                                        <p:tgtEl>
                                          <p:spTgt spid="469"/>
                                        </p:tgtEl>
                                      </p:cBhvr>
                                    </p:animEffect>
                                    <p:anim calcmode="lin" valueType="num">
                                      <p:cBhvr>
                                        <p:cTn id="556" dur="6554" fill="hold"/>
                                        <p:tgtEl>
                                          <p:spTgt spid="469"/>
                                        </p:tgtEl>
                                        <p:attrNameLst>
                                          <p:attrName>ppt_x</p:attrName>
                                        </p:attrNameLst>
                                      </p:cBhvr>
                                      <p:tavLst>
                                        <p:tav tm="0">
                                          <p:val>
                                            <p:fltVal val="0.5"/>
                                          </p:val>
                                        </p:tav>
                                        <p:tav tm="100000">
                                          <p:val>
                                            <p:strVal val="#ppt_x"/>
                                          </p:val>
                                        </p:tav>
                                      </p:tavLst>
                                    </p:anim>
                                    <p:anim calcmode="lin" valueType="num">
                                      <p:cBhvr>
                                        <p:cTn id="557" dur="6554" fill="hold"/>
                                        <p:tgtEl>
                                          <p:spTgt spid="469"/>
                                        </p:tgtEl>
                                        <p:attrNameLst>
                                          <p:attrName>ppt_y</p:attrName>
                                        </p:attrNameLst>
                                      </p:cBhvr>
                                      <p:tavLst>
                                        <p:tav tm="0">
                                          <p:val>
                                            <p:fltVal val="0.5"/>
                                          </p:val>
                                        </p:tav>
                                        <p:tav tm="100000">
                                          <p:val>
                                            <p:strVal val="#ppt_y"/>
                                          </p:val>
                                        </p:tav>
                                      </p:tavLst>
                                    </p:anim>
                                  </p:childTnLst>
                                </p:cTn>
                              </p:par>
                              <p:par>
                                <p:cTn id="558" presetID="53" presetClass="entr" presetSubtype="528" repeatCount="indefinite" fill="hold" grpId="0" nodeType="withEffect">
                                  <p:stCondLst>
                                    <p:cond delay="245"/>
                                  </p:stCondLst>
                                  <p:childTnLst>
                                    <p:set>
                                      <p:cBhvr>
                                        <p:cTn id="559" dur="1" fill="hold">
                                          <p:stCondLst>
                                            <p:cond delay="0"/>
                                          </p:stCondLst>
                                        </p:cTn>
                                        <p:tgtEl>
                                          <p:spTgt spid="470"/>
                                        </p:tgtEl>
                                        <p:attrNameLst>
                                          <p:attrName>style.visibility</p:attrName>
                                        </p:attrNameLst>
                                      </p:cBhvr>
                                      <p:to>
                                        <p:strVal val="visible"/>
                                      </p:to>
                                    </p:set>
                                    <p:anim calcmode="lin" valueType="num">
                                      <p:cBhvr>
                                        <p:cTn id="560" dur="5853" fill="hold"/>
                                        <p:tgtEl>
                                          <p:spTgt spid="470"/>
                                        </p:tgtEl>
                                        <p:attrNameLst>
                                          <p:attrName>ppt_w</p:attrName>
                                        </p:attrNameLst>
                                      </p:cBhvr>
                                      <p:tavLst>
                                        <p:tav tm="0">
                                          <p:val>
                                            <p:fltVal val="0"/>
                                          </p:val>
                                        </p:tav>
                                        <p:tav tm="100000">
                                          <p:val>
                                            <p:strVal val="#ppt_w"/>
                                          </p:val>
                                        </p:tav>
                                      </p:tavLst>
                                    </p:anim>
                                    <p:anim calcmode="lin" valueType="num">
                                      <p:cBhvr>
                                        <p:cTn id="561" dur="5853" fill="hold"/>
                                        <p:tgtEl>
                                          <p:spTgt spid="470"/>
                                        </p:tgtEl>
                                        <p:attrNameLst>
                                          <p:attrName>ppt_h</p:attrName>
                                        </p:attrNameLst>
                                      </p:cBhvr>
                                      <p:tavLst>
                                        <p:tav tm="0">
                                          <p:val>
                                            <p:fltVal val="0"/>
                                          </p:val>
                                        </p:tav>
                                        <p:tav tm="100000">
                                          <p:val>
                                            <p:strVal val="#ppt_h"/>
                                          </p:val>
                                        </p:tav>
                                      </p:tavLst>
                                    </p:anim>
                                    <p:animEffect transition="in" filter="fade">
                                      <p:cBhvr>
                                        <p:cTn id="562" dur="5853"/>
                                        <p:tgtEl>
                                          <p:spTgt spid="470"/>
                                        </p:tgtEl>
                                      </p:cBhvr>
                                    </p:animEffect>
                                    <p:anim calcmode="lin" valueType="num">
                                      <p:cBhvr>
                                        <p:cTn id="563" dur="5853" fill="hold"/>
                                        <p:tgtEl>
                                          <p:spTgt spid="470"/>
                                        </p:tgtEl>
                                        <p:attrNameLst>
                                          <p:attrName>ppt_x</p:attrName>
                                        </p:attrNameLst>
                                      </p:cBhvr>
                                      <p:tavLst>
                                        <p:tav tm="0">
                                          <p:val>
                                            <p:fltVal val="0.5"/>
                                          </p:val>
                                        </p:tav>
                                        <p:tav tm="100000">
                                          <p:val>
                                            <p:strVal val="#ppt_x"/>
                                          </p:val>
                                        </p:tav>
                                      </p:tavLst>
                                    </p:anim>
                                    <p:anim calcmode="lin" valueType="num">
                                      <p:cBhvr>
                                        <p:cTn id="564" dur="5853" fill="hold"/>
                                        <p:tgtEl>
                                          <p:spTgt spid="470"/>
                                        </p:tgtEl>
                                        <p:attrNameLst>
                                          <p:attrName>ppt_y</p:attrName>
                                        </p:attrNameLst>
                                      </p:cBhvr>
                                      <p:tavLst>
                                        <p:tav tm="0">
                                          <p:val>
                                            <p:fltVal val="0.5"/>
                                          </p:val>
                                        </p:tav>
                                        <p:tav tm="100000">
                                          <p:val>
                                            <p:strVal val="#ppt_y"/>
                                          </p:val>
                                        </p:tav>
                                      </p:tavLst>
                                    </p:anim>
                                  </p:childTnLst>
                                </p:cTn>
                              </p:par>
                              <p:par>
                                <p:cTn id="565" presetID="53" presetClass="entr" presetSubtype="528" repeatCount="indefinite" fill="hold" grpId="0" nodeType="withEffect">
                                  <p:stCondLst>
                                    <p:cond delay="1555"/>
                                  </p:stCondLst>
                                  <p:childTnLst>
                                    <p:set>
                                      <p:cBhvr>
                                        <p:cTn id="566" dur="1" fill="hold">
                                          <p:stCondLst>
                                            <p:cond delay="0"/>
                                          </p:stCondLst>
                                        </p:cTn>
                                        <p:tgtEl>
                                          <p:spTgt spid="472"/>
                                        </p:tgtEl>
                                        <p:attrNameLst>
                                          <p:attrName>style.visibility</p:attrName>
                                        </p:attrNameLst>
                                      </p:cBhvr>
                                      <p:to>
                                        <p:strVal val="visible"/>
                                      </p:to>
                                    </p:set>
                                    <p:anim calcmode="lin" valueType="num">
                                      <p:cBhvr>
                                        <p:cTn id="567" dur="5653" fill="hold"/>
                                        <p:tgtEl>
                                          <p:spTgt spid="472"/>
                                        </p:tgtEl>
                                        <p:attrNameLst>
                                          <p:attrName>ppt_w</p:attrName>
                                        </p:attrNameLst>
                                      </p:cBhvr>
                                      <p:tavLst>
                                        <p:tav tm="0">
                                          <p:val>
                                            <p:fltVal val="0"/>
                                          </p:val>
                                        </p:tav>
                                        <p:tav tm="100000">
                                          <p:val>
                                            <p:strVal val="#ppt_w"/>
                                          </p:val>
                                        </p:tav>
                                      </p:tavLst>
                                    </p:anim>
                                    <p:anim calcmode="lin" valueType="num">
                                      <p:cBhvr>
                                        <p:cTn id="568" dur="5653" fill="hold"/>
                                        <p:tgtEl>
                                          <p:spTgt spid="472"/>
                                        </p:tgtEl>
                                        <p:attrNameLst>
                                          <p:attrName>ppt_h</p:attrName>
                                        </p:attrNameLst>
                                      </p:cBhvr>
                                      <p:tavLst>
                                        <p:tav tm="0">
                                          <p:val>
                                            <p:fltVal val="0"/>
                                          </p:val>
                                        </p:tav>
                                        <p:tav tm="100000">
                                          <p:val>
                                            <p:strVal val="#ppt_h"/>
                                          </p:val>
                                        </p:tav>
                                      </p:tavLst>
                                    </p:anim>
                                    <p:animEffect transition="in" filter="fade">
                                      <p:cBhvr>
                                        <p:cTn id="569" dur="5653"/>
                                        <p:tgtEl>
                                          <p:spTgt spid="472"/>
                                        </p:tgtEl>
                                      </p:cBhvr>
                                    </p:animEffect>
                                    <p:anim calcmode="lin" valueType="num">
                                      <p:cBhvr>
                                        <p:cTn id="570" dur="5653" fill="hold"/>
                                        <p:tgtEl>
                                          <p:spTgt spid="472"/>
                                        </p:tgtEl>
                                        <p:attrNameLst>
                                          <p:attrName>ppt_x</p:attrName>
                                        </p:attrNameLst>
                                      </p:cBhvr>
                                      <p:tavLst>
                                        <p:tav tm="0">
                                          <p:val>
                                            <p:fltVal val="0.5"/>
                                          </p:val>
                                        </p:tav>
                                        <p:tav tm="100000">
                                          <p:val>
                                            <p:strVal val="#ppt_x"/>
                                          </p:val>
                                        </p:tav>
                                      </p:tavLst>
                                    </p:anim>
                                    <p:anim calcmode="lin" valueType="num">
                                      <p:cBhvr>
                                        <p:cTn id="571" dur="5653" fill="hold"/>
                                        <p:tgtEl>
                                          <p:spTgt spid="472"/>
                                        </p:tgtEl>
                                        <p:attrNameLst>
                                          <p:attrName>ppt_y</p:attrName>
                                        </p:attrNameLst>
                                      </p:cBhvr>
                                      <p:tavLst>
                                        <p:tav tm="0">
                                          <p:val>
                                            <p:fltVal val="0.5"/>
                                          </p:val>
                                        </p:tav>
                                        <p:tav tm="100000">
                                          <p:val>
                                            <p:strVal val="#ppt_y"/>
                                          </p:val>
                                        </p:tav>
                                      </p:tavLst>
                                    </p:anim>
                                  </p:childTnLst>
                                </p:cTn>
                              </p:par>
                              <p:par>
                                <p:cTn id="572" presetID="53" presetClass="entr" presetSubtype="528" repeatCount="indefinite" fill="hold" grpId="0" nodeType="withEffect">
                                  <p:stCondLst>
                                    <p:cond delay="1065"/>
                                  </p:stCondLst>
                                  <p:childTnLst>
                                    <p:set>
                                      <p:cBhvr>
                                        <p:cTn id="573" dur="1" fill="hold">
                                          <p:stCondLst>
                                            <p:cond delay="0"/>
                                          </p:stCondLst>
                                        </p:cTn>
                                        <p:tgtEl>
                                          <p:spTgt spid="473"/>
                                        </p:tgtEl>
                                        <p:attrNameLst>
                                          <p:attrName>style.visibility</p:attrName>
                                        </p:attrNameLst>
                                      </p:cBhvr>
                                      <p:to>
                                        <p:strVal val="visible"/>
                                      </p:to>
                                    </p:set>
                                    <p:anim calcmode="lin" valueType="num">
                                      <p:cBhvr>
                                        <p:cTn id="574" dur="7301" fill="hold"/>
                                        <p:tgtEl>
                                          <p:spTgt spid="473"/>
                                        </p:tgtEl>
                                        <p:attrNameLst>
                                          <p:attrName>ppt_w</p:attrName>
                                        </p:attrNameLst>
                                      </p:cBhvr>
                                      <p:tavLst>
                                        <p:tav tm="0">
                                          <p:val>
                                            <p:fltVal val="0"/>
                                          </p:val>
                                        </p:tav>
                                        <p:tav tm="100000">
                                          <p:val>
                                            <p:strVal val="#ppt_w"/>
                                          </p:val>
                                        </p:tav>
                                      </p:tavLst>
                                    </p:anim>
                                    <p:anim calcmode="lin" valueType="num">
                                      <p:cBhvr>
                                        <p:cTn id="575" dur="7301" fill="hold"/>
                                        <p:tgtEl>
                                          <p:spTgt spid="473"/>
                                        </p:tgtEl>
                                        <p:attrNameLst>
                                          <p:attrName>ppt_h</p:attrName>
                                        </p:attrNameLst>
                                      </p:cBhvr>
                                      <p:tavLst>
                                        <p:tav tm="0">
                                          <p:val>
                                            <p:fltVal val="0"/>
                                          </p:val>
                                        </p:tav>
                                        <p:tav tm="100000">
                                          <p:val>
                                            <p:strVal val="#ppt_h"/>
                                          </p:val>
                                        </p:tav>
                                      </p:tavLst>
                                    </p:anim>
                                    <p:animEffect transition="in" filter="fade">
                                      <p:cBhvr>
                                        <p:cTn id="576" dur="7301"/>
                                        <p:tgtEl>
                                          <p:spTgt spid="473"/>
                                        </p:tgtEl>
                                      </p:cBhvr>
                                    </p:animEffect>
                                    <p:anim calcmode="lin" valueType="num">
                                      <p:cBhvr>
                                        <p:cTn id="577" dur="7301" fill="hold"/>
                                        <p:tgtEl>
                                          <p:spTgt spid="473"/>
                                        </p:tgtEl>
                                        <p:attrNameLst>
                                          <p:attrName>ppt_x</p:attrName>
                                        </p:attrNameLst>
                                      </p:cBhvr>
                                      <p:tavLst>
                                        <p:tav tm="0">
                                          <p:val>
                                            <p:fltVal val="0.5"/>
                                          </p:val>
                                        </p:tav>
                                        <p:tav tm="100000">
                                          <p:val>
                                            <p:strVal val="#ppt_x"/>
                                          </p:val>
                                        </p:tav>
                                      </p:tavLst>
                                    </p:anim>
                                    <p:anim calcmode="lin" valueType="num">
                                      <p:cBhvr>
                                        <p:cTn id="578" dur="7301" fill="hold"/>
                                        <p:tgtEl>
                                          <p:spTgt spid="473"/>
                                        </p:tgtEl>
                                        <p:attrNameLst>
                                          <p:attrName>ppt_y</p:attrName>
                                        </p:attrNameLst>
                                      </p:cBhvr>
                                      <p:tavLst>
                                        <p:tav tm="0">
                                          <p:val>
                                            <p:fltVal val="0.5"/>
                                          </p:val>
                                        </p:tav>
                                        <p:tav tm="100000">
                                          <p:val>
                                            <p:strVal val="#ppt_y"/>
                                          </p:val>
                                        </p:tav>
                                      </p:tavLst>
                                    </p:anim>
                                  </p:childTnLst>
                                </p:cTn>
                              </p:par>
                              <p:par>
                                <p:cTn id="579" presetID="53" presetClass="entr" presetSubtype="528" repeatCount="indefinite" fill="hold" grpId="0" nodeType="withEffect">
                                  <p:stCondLst>
                                    <p:cond delay="1298"/>
                                  </p:stCondLst>
                                  <p:childTnLst>
                                    <p:set>
                                      <p:cBhvr>
                                        <p:cTn id="580" dur="1" fill="hold">
                                          <p:stCondLst>
                                            <p:cond delay="0"/>
                                          </p:stCondLst>
                                        </p:cTn>
                                        <p:tgtEl>
                                          <p:spTgt spid="474"/>
                                        </p:tgtEl>
                                        <p:attrNameLst>
                                          <p:attrName>style.visibility</p:attrName>
                                        </p:attrNameLst>
                                      </p:cBhvr>
                                      <p:to>
                                        <p:strVal val="visible"/>
                                      </p:to>
                                    </p:set>
                                    <p:anim calcmode="lin" valueType="num">
                                      <p:cBhvr>
                                        <p:cTn id="581" dur="7173" fill="hold"/>
                                        <p:tgtEl>
                                          <p:spTgt spid="474"/>
                                        </p:tgtEl>
                                        <p:attrNameLst>
                                          <p:attrName>ppt_w</p:attrName>
                                        </p:attrNameLst>
                                      </p:cBhvr>
                                      <p:tavLst>
                                        <p:tav tm="0">
                                          <p:val>
                                            <p:fltVal val="0"/>
                                          </p:val>
                                        </p:tav>
                                        <p:tav tm="100000">
                                          <p:val>
                                            <p:strVal val="#ppt_w"/>
                                          </p:val>
                                        </p:tav>
                                      </p:tavLst>
                                    </p:anim>
                                    <p:anim calcmode="lin" valueType="num">
                                      <p:cBhvr>
                                        <p:cTn id="582" dur="7173" fill="hold"/>
                                        <p:tgtEl>
                                          <p:spTgt spid="474"/>
                                        </p:tgtEl>
                                        <p:attrNameLst>
                                          <p:attrName>ppt_h</p:attrName>
                                        </p:attrNameLst>
                                      </p:cBhvr>
                                      <p:tavLst>
                                        <p:tav tm="0">
                                          <p:val>
                                            <p:fltVal val="0"/>
                                          </p:val>
                                        </p:tav>
                                        <p:tav tm="100000">
                                          <p:val>
                                            <p:strVal val="#ppt_h"/>
                                          </p:val>
                                        </p:tav>
                                      </p:tavLst>
                                    </p:anim>
                                    <p:animEffect transition="in" filter="fade">
                                      <p:cBhvr>
                                        <p:cTn id="583" dur="7173"/>
                                        <p:tgtEl>
                                          <p:spTgt spid="474"/>
                                        </p:tgtEl>
                                      </p:cBhvr>
                                    </p:animEffect>
                                    <p:anim calcmode="lin" valueType="num">
                                      <p:cBhvr>
                                        <p:cTn id="584" dur="7173" fill="hold"/>
                                        <p:tgtEl>
                                          <p:spTgt spid="474"/>
                                        </p:tgtEl>
                                        <p:attrNameLst>
                                          <p:attrName>ppt_x</p:attrName>
                                        </p:attrNameLst>
                                      </p:cBhvr>
                                      <p:tavLst>
                                        <p:tav tm="0">
                                          <p:val>
                                            <p:fltVal val="0.5"/>
                                          </p:val>
                                        </p:tav>
                                        <p:tav tm="100000">
                                          <p:val>
                                            <p:strVal val="#ppt_x"/>
                                          </p:val>
                                        </p:tav>
                                      </p:tavLst>
                                    </p:anim>
                                    <p:anim calcmode="lin" valueType="num">
                                      <p:cBhvr>
                                        <p:cTn id="585" dur="7173" fill="hold"/>
                                        <p:tgtEl>
                                          <p:spTgt spid="474"/>
                                        </p:tgtEl>
                                        <p:attrNameLst>
                                          <p:attrName>ppt_y</p:attrName>
                                        </p:attrNameLst>
                                      </p:cBhvr>
                                      <p:tavLst>
                                        <p:tav tm="0">
                                          <p:val>
                                            <p:fltVal val="0.5"/>
                                          </p:val>
                                        </p:tav>
                                        <p:tav tm="100000">
                                          <p:val>
                                            <p:strVal val="#ppt_y"/>
                                          </p:val>
                                        </p:tav>
                                      </p:tavLst>
                                    </p:anim>
                                  </p:childTnLst>
                                </p:cTn>
                              </p:par>
                              <p:par>
                                <p:cTn id="586" presetID="53" presetClass="entr" presetSubtype="528" repeatCount="indefinite" fill="hold" grpId="0" nodeType="withEffect">
                                  <p:stCondLst>
                                    <p:cond delay="1367"/>
                                  </p:stCondLst>
                                  <p:childTnLst>
                                    <p:set>
                                      <p:cBhvr>
                                        <p:cTn id="587" dur="1" fill="hold">
                                          <p:stCondLst>
                                            <p:cond delay="0"/>
                                          </p:stCondLst>
                                        </p:cTn>
                                        <p:tgtEl>
                                          <p:spTgt spid="481"/>
                                        </p:tgtEl>
                                        <p:attrNameLst>
                                          <p:attrName>style.visibility</p:attrName>
                                        </p:attrNameLst>
                                      </p:cBhvr>
                                      <p:to>
                                        <p:strVal val="visible"/>
                                      </p:to>
                                    </p:set>
                                    <p:anim calcmode="lin" valueType="num">
                                      <p:cBhvr>
                                        <p:cTn id="588" dur="6011" fill="hold"/>
                                        <p:tgtEl>
                                          <p:spTgt spid="481"/>
                                        </p:tgtEl>
                                        <p:attrNameLst>
                                          <p:attrName>ppt_w</p:attrName>
                                        </p:attrNameLst>
                                      </p:cBhvr>
                                      <p:tavLst>
                                        <p:tav tm="0">
                                          <p:val>
                                            <p:fltVal val="0"/>
                                          </p:val>
                                        </p:tav>
                                        <p:tav tm="100000">
                                          <p:val>
                                            <p:strVal val="#ppt_w"/>
                                          </p:val>
                                        </p:tav>
                                      </p:tavLst>
                                    </p:anim>
                                    <p:anim calcmode="lin" valueType="num">
                                      <p:cBhvr>
                                        <p:cTn id="589" dur="6011" fill="hold"/>
                                        <p:tgtEl>
                                          <p:spTgt spid="481"/>
                                        </p:tgtEl>
                                        <p:attrNameLst>
                                          <p:attrName>ppt_h</p:attrName>
                                        </p:attrNameLst>
                                      </p:cBhvr>
                                      <p:tavLst>
                                        <p:tav tm="0">
                                          <p:val>
                                            <p:fltVal val="0"/>
                                          </p:val>
                                        </p:tav>
                                        <p:tav tm="100000">
                                          <p:val>
                                            <p:strVal val="#ppt_h"/>
                                          </p:val>
                                        </p:tav>
                                      </p:tavLst>
                                    </p:anim>
                                    <p:animEffect transition="in" filter="fade">
                                      <p:cBhvr>
                                        <p:cTn id="590" dur="6011"/>
                                        <p:tgtEl>
                                          <p:spTgt spid="481"/>
                                        </p:tgtEl>
                                      </p:cBhvr>
                                    </p:animEffect>
                                    <p:anim calcmode="lin" valueType="num">
                                      <p:cBhvr>
                                        <p:cTn id="591" dur="6011" fill="hold"/>
                                        <p:tgtEl>
                                          <p:spTgt spid="481"/>
                                        </p:tgtEl>
                                        <p:attrNameLst>
                                          <p:attrName>ppt_x</p:attrName>
                                        </p:attrNameLst>
                                      </p:cBhvr>
                                      <p:tavLst>
                                        <p:tav tm="0">
                                          <p:val>
                                            <p:fltVal val="0.5"/>
                                          </p:val>
                                        </p:tav>
                                        <p:tav tm="100000">
                                          <p:val>
                                            <p:strVal val="#ppt_x"/>
                                          </p:val>
                                        </p:tav>
                                      </p:tavLst>
                                    </p:anim>
                                    <p:anim calcmode="lin" valueType="num">
                                      <p:cBhvr>
                                        <p:cTn id="592" dur="6011" fill="hold"/>
                                        <p:tgtEl>
                                          <p:spTgt spid="481"/>
                                        </p:tgtEl>
                                        <p:attrNameLst>
                                          <p:attrName>ppt_y</p:attrName>
                                        </p:attrNameLst>
                                      </p:cBhvr>
                                      <p:tavLst>
                                        <p:tav tm="0">
                                          <p:val>
                                            <p:fltVal val="0.5"/>
                                          </p:val>
                                        </p:tav>
                                        <p:tav tm="100000">
                                          <p:val>
                                            <p:strVal val="#ppt_y"/>
                                          </p:val>
                                        </p:tav>
                                      </p:tavLst>
                                    </p:anim>
                                  </p:childTnLst>
                                </p:cTn>
                              </p:par>
                              <p:par>
                                <p:cTn id="593" presetID="53" presetClass="entr" presetSubtype="528" repeatCount="indefinite" fill="hold" grpId="0" nodeType="withEffect">
                                  <p:stCondLst>
                                    <p:cond delay="1243"/>
                                  </p:stCondLst>
                                  <p:childTnLst>
                                    <p:set>
                                      <p:cBhvr>
                                        <p:cTn id="594" dur="1" fill="hold">
                                          <p:stCondLst>
                                            <p:cond delay="0"/>
                                          </p:stCondLst>
                                        </p:cTn>
                                        <p:tgtEl>
                                          <p:spTgt spid="482"/>
                                        </p:tgtEl>
                                        <p:attrNameLst>
                                          <p:attrName>style.visibility</p:attrName>
                                        </p:attrNameLst>
                                      </p:cBhvr>
                                      <p:to>
                                        <p:strVal val="visible"/>
                                      </p:to>
                                    </p:set>
                                    <p:anim calcmode="lin" valueType="num">
                                      <p:cBhvr>
                                        <p:cTn id="595" dur="5785" fill="hold"/>
                                        <p:tgtEl>
                                          <p:spTgt spid="482"/>
                                        </p:tgtEl>
                                        <p:attrNameLst>
                                          <p:attrName>ppt_w</p:attrName>
                                        </p:attrNameLst>
                                      </p:cBhvr>
                                      <p:tavLst>
                                        <p:tav tm="0">
                                          <p:val>
                                            <p:fltVal val="0"/>
                                          </p:val>
                                        </p:tav>
                                        <p:tav tm="100000">
                                          <p:val>
                                            <p:strVal val="#ppt_w"/>
                                          </p:val>
                                        </p:tav>
                                      </p:tavLst>
                                    </p:anim>
                                    <p:anim calcmode="lin" valueType="num">
                                      <p:cBhvr>
                                        <p:cTn id="596" dur="5785" fill="hold"/>
                                        <p:tgtEl>
                                          <p:spTgt spid="482"/>
                                        </p:tgtEl>
                                        <p:attrNameLst>
                                          <p:attrName>ppt_h</p:attrName>
                                        </p:attrNameLst>
                                      </p:cBhvr>
                                      <p:tavLst>
                                        <p:tav tm="0">
                                          <p:val>
                                            <p:fltVal val="0"/>
                                          </p:val>
                                        </p:tav>
                                        <p:tav tm="100000">
                                          <p:val>
                                            <p:strVal val="#ppt_h"/>
                                          </p:val>
                                        </p:tav>
                                      </p:tavLst>
                                    </p:anim>
                                    <p:animEffect transition="in" filter="fade">
                                      <p:cBhvr>
                                        <p:cTn id="597" dur="5785"/>
                                        <p:tgtEl>
                                          <p:spTgt spid="482"/>
                                        </p:tgtEl>
                                      </p:cBhvr>
                                    </p:animEffect>
                                    <p:anim calcmode="lin" valueType="num">
                                      <p:cBhvr>
                                        <p:cTn id="598" dur="5785" fill="hold"/>
                                        <p:tgtEl>
                                          <p:spTgt spid="482"/>
                                        </p:tgtEl>
                                        <p:attrNameLst>
                                          <p:attrName>ppt_x</p:attrName>
                                        </p:attrNameLst>
                                      </p:cBhvr>
                                      <p:tavLst>
                                        <p:tav tm="0">
                                          <p:val>
                                            <p:fltVal val="0.5"/>
                                          </p:val>
                                        </p:tav>
                                        <p:tav tm="100000">
                                          <p:val>
                                            <p:strVal val="#ppt_x"/>
                                          </p:val>
                                        </p:tav>
                                      </p:tavLst>
                                    </p:anim>
                                    <p:anim calcmode="lin" valueType="num">
                                      <p:cBhvr>
                                        <p:cTn id="599" dur="5785" fill="hold"/>
                                        <p:tgtEl>
                                          <p:spTgt spid="482"/>
                                        </p:tgtEl>
                                        <p:attrNameLst>
                                          <p:attrName>ppt_y</p:attrName>
                                        </p:attrNameLst>
                                      </p:cBhvr>
                                      <p:tavLst>
                                        <p:tav tm="0">
                                          <p:val>
                                            <p:fltVal val="0.5"/>
                                          </p:val>
                                        </p:tav>
                                        <p:tav tm="100000">
                                          <p:val>
                                            <p:strVal val="#ppt_y"/>
                                          </p:val>
                                        </p:tav>
                                      </p:tavLst>
                                    </p:anim>
                                  </p:childTnLst>
                                </p:cTn>
                              </p:par>
                              <p:par>
                                <p:cTn id="600" presetID="53" presetClass="entr" presetSubtype="528" repeatCount="indefinite" fill="hold" grpId="0" nodeType="withEffect">
                                  <p:stCondLst>
                                    <p:cond delay="273"/>
                                  </p:stCondLst>
                                  <p:childTnLst>
                                    <p:set>
                                      <p:cBhvr>
                                        <p:cTn id="601" dur="1" fill="hold">
                                          <p:stCondLst>
                                            <p:cond delay="0"/>
                                          </p:stCondLst>
                                        </p:cTn>
                                        <p:tgtEl>
                                          <p:spTgt spid="483"/>
                                        </p:tgtEl>
                                        <p:attrNameLst>
                                          <p:attrName>style.visibility</p:attrName>
                                        </p:attrNameLst>
                                      </p:cBhvr>
                                      <p:to>
                                        <p:strVal val="visible"/>
                                      </p:to>
                                    </p:set>
                                    <p:anim calcmode="lin" valueType="num">
                                      <p:cBhvr>
                                        <p:cTn id="602" dur="6234" fill="hold"/>
                                        <p:tgtEl>
                                          <p:spTgt spid="483"/>
                                        </p:tgtEl>
                                        <p:attrNameLst>
                                          <p:attrName>ppt_w</p:attrName>
                                        </p:attrNameLst>
                                      </p:cBhvr>
                                      <p:tavLst>
                                        <p:tav tm="0">
                                          <p:val>
                                            <p:fltVal val="0"/>
                                          </p:val>
                                        </p:tav>
                                        <p:tav tm="100000">
                                          <p:val>
                                            <p:strVal val="#ppt_w"/>
                                          </p:val>
                                        </p:tav>
                                      </p:tavLst>
                                    </p:anim>
                                    <p:anim calcmode="lin" valueType="num">
                                      <p:cBhvr>
                                        <p:cTn id="603" dur="6234" fill="hold"/>
                                        <p:tgtEl>
                                          <p:spTgt spid="483"/>
                                        </p:tgtEl>
                                        <p:attrNameLst>
                                          <p:attrName>ppt_h</p:attrName>
                                        </p:attrNameLst>
                                      </p:cBhvr>
                                      <p:tavLst>
                                        <p:tav tm="0">
                                          <p:val>
                                            <p:fltVal val="0"/>
                                          </p:val>
                                        </p:tav>
                                        <p:tav tm="100000">
                                          <p:val>
                                            <p:strVal val="#ppt_h"/>
                                          </p:val>
                                        </p:tav>
                                      </p:tavLst>
                                    </p:anim>
                                    <p:animEffect transition="in" filter="fade">
                                      <p:cBhvr>
                                        <p:cTn id="604" dur="6234"/>
                                        <p:tgtEl>
                                          <p:spTgt spid="483"/>
                                        </p:tgtEl>
                                      </p:cBhvr>
                                    </p:animEffect>
                                    <p:anim calcmode="lin" valueType="num">
                                      <p:cBhvr>
                                        <p:cTn id="605" dur="6234" fill="hold"/>
                                        <p:tgtEl>
                                          <p:spTgt spid="483"/>
                                        </p:tgtEl>
                                        <p:attrNameLst>
                                          <p:attrName>ppt_x</p:attrName>
                                        </p:attrNameLst>
                                      </p:cBhvr>
                                      <p:tavLst>
                                        <p:tav tm="0">
                                          <p:val>
                                            <p:fltVal val="0.5"/>
                                          </p:val>
                                        </p:tav>
                                        <p:tav tm="100000">
                                          <p:val>
                                            <p:strVal val="#ppt_x"/>
                                          </p:val>
                                        </p:tav>
                                      </p:tavLst>
                                    </p:anim>
                                    <p:anim calcmode="lin" valueType="num">
                                      <p:cBhvr>
                                        <p:cTn id="606" dur="6234" fill="hold"/>
                                        <p:tgtEl>
                                          <p:spTgt spid="483"/>
                                        </p:tgtEl>
                                        <p:attrNameLst>
                                          <p:attrName>ppt_y</p:attrName>
                                        </p:attrNameLst>
                                      </p:cBhvr>
                                      <p:tavLst>
                                        <p:tav tm="0">
                                          <p:val>
                                            <p:fltVal val="0.5"/>
                                          </p:val>
                                        </p:tav>
                                        <p:tav tm="100000">
                                          <p:val>
                                            <p:strVal val="#ppt_y"/>
                                          </p:val>
                                        </p:tav>
                                      </p:tavLst>
                                    </p:anim>
                                  </p:childTnLst>
                                </p:cTn>
                              </p:par>
                              <p:par>
                                <p:cTn id="607" presetID="53" presetClass="entr" presetSubtype="528" repeatCount="indefinite" fill="hold" grpId="0" nodeType="withEffect">
                                  <p:stCondLst>
                                    <p:cond delay="1910"/>
                                  </p:stCondLst>
                                  <p:childTnLst>
                                    <p:set>
                                      <p:cBhvr>
                                        <p:cTn id="608" dur="1" fill="hold">
                                          <p:stCondLst>
                                            <p:cond delay="0"/>
                                          </p:stCondLst>
                                        </p:cTn>
                                        <p:tgtEl>
                                          <p:spTgt spid="502"/>
                                        </p:tgtEl>
                                        <p:attrNameLst>
                                          <p:attrName>style.visibility</p:attrName>
                                        </p:attrNameLst>
                                      </p:cBhvr>
                                      <p:to>
                                        <p:strVal val="visible"/>
                                      </p:to>
                                    </p:set>
                                    <p:anim calcmode="lin" valueType="num">
                                      <p:cBhvr>
                                        <p:cTn id="609" dur="7063" fill="hold"/>
                                        <p:tgtEl>
                                          <p:spTgt spid="502"/>
                                        </p:tgtEl>
                                        <p:attrNameLst>
                                          <p:attrName>ppt_w</p:attrName>
                                        </p:attrNameLst>
                                      </p:cBhvr>
                                      <p:tavLst>
                                        <p:tav tm="0">
                                          <p:val>
                                            <p:fltVal val="0"/>
                                          </p:val>
                                        </p:tav>
                                        <p:tav tm="100000">
                                          <p:val>
                                            <p:strVal val="#ppt_w"/>
                                          </p:val>
                                        </p:tav>
                                      </p:tavLst>
                                    </p:anim>
                                    <p:anim calcmode="lin" valueType="num">
                                      <p:cBhvr>
                                        <p:cTn id="610" dur="7063" fill="hold"/>
                                        <p:tgtEl>
                                          <p:spTgt spid="502"/>
                                        </p:tgtEl>
                                        <p:attrNameLst>
                                          <p:attrName>ppt_h</p:attrName>
                                        </p:attrNameLst>
                                      </p:cBhvr>
                                      <p:tavLst>
                                        <p:tav tm="0">
                                          <p:val>
                                            <p:fltVal val="0"/>
                                          </p:val>
                                        </p:tav>
                                        <p:tav tm="100000">
                                          <p:val>
                                            <p:strVal val="#ppt_h"/>
                                          </p:val>
                                        </p:tav>
                                      </p:tavLst>
                                    </p:anim>
                                    <p:animEffect transition="in" filter="fade">
                                      <p:cBhvr>
                                        <p:cTn id="611" dur="7063"/>
                                        <p:tgtEl>
                                          <p:spTgt spid="502"/>
                                        </p:tgtEl>
                                      </p:cBhvr>
                                    </p:animEffect>
                                    <p:anim calcmode="lin" valueType="num">
                                      <p:cBhvr>
                                        <p:cTn id="612" dur="7063" fill="hold"/>
                                        <p:tgtEl>
                                          <p:spTgt spid="502"/>
                                        </p:tgtEl>
                                        <p:attrNameLst>
                                          <p:attrName>ppt_x</p:attrName>
                                        </p:attrNameLst>
                                      </p:cBhvr>
                                      <p:tavLst>
                                        <p:tav tm="0">
                                          <p:val>
                                            <p:fltVal val="0.5"/>
                                          </p:val>
                                        </p:tav>
                                        <p:tav tm="100000">
                                          <p:val>
                                            <p:strVal val="#ppt_x"/>
                                          </p:val>
                                        </p:tav>
                                      </p:tavLst>
                                    </p:anim>
                                    <p:anim calcmode="lin" valueType="num">
                                      <p:cBhvr>
                                        <p:cTn id="613" dur="7063" fill="hold"/>
                                        <p:tgtEl>
                                          <p:spTgt spid="502"/>
                                        </p:tgtEl>
                                        <p:attrNameLst>
                                          <p:attrName>ppt_y</p:attrName>
                                        </p:attrNameLst>
                                      </p:cBhvr>
                                      <p:tavLst>
                                        <p:tav tm="0">
                                          <p:val>
                                            <p:fltVal val="0.5"/>
                                          </p:val>
                                        </p:tav>
                                        <p:tav tm="100000">
                                          <p:val>
                                            <p:strVal val="#ppt_y"/>
                                          </p:val>
                                        </p:tav>
                                      </p:tavLst>
                                    </p:anim>
                                  </p:childTnLst>
                                </p:cTn>
                              </p:par>
                              <p:par>
                                <p:cTn id="614" presetID="53" presetClass="entr" presetSubtype="528" repeatCount="indefinite" fill="hold" grpId="0" nodeType="withEffect">
                                  <p:stCondLst>
                                    <p:cond delay="633"/>
                                  </p:stCondLst>
                                  <p:childTnLst>
                                    <p:set>
                                      <p:cBhvr>
                                        <p:cTn id="615" dur="1" fill="hold">
                                          <p:stCondLst>
                                            <p:cond delay="0"/>
                                          </p:stCondLst>
                                        </p:cTn>
                                        <p:tgtEl>
                                          <p:spTgt spid="503"/>
                                        </p:tgtEl>
                                        <p:attrNameLst>
                                          <p:attrName>style.visibility</p:attrName>
                                        </p:attrNameLst>
                                      </p:cBhvr>
                                      <p:to>
                                        <p:strVal val="visible"/>
                                      </p:to>
                                    </p:set>
                                    <p:anim calcmode="lin" valueType="num">
                                      <p:cBhvr>
                                        <p:cTn id="616" dur="5494" fill="hold"/>
                                        <p:tgtEl>
                                          <p:spTgt spid="503"/>
                                        </p:tgtEl>
                                        <p:attrNameLst>
                                          <p:attrName>ppt_w</p:attrName>
                                        </p:attrNameLst>
                                      </p:cBhvr>
                                      <p:tavLst>
                                        <p:tav tm="0">
                                          <p:val>
                                            <p:fltVal val="0"/>
                                          </p:val>
                                        </p:tav>
                                        <p:tav tm="100000">
                                          <p:val>
                                            <p:strVal val="#ppt_w"/>
                                          </p:val>
                                        </p:tav>
                                      </p:tavLst>
                                    </p:anim>
                                    <p:anim calcmode="lin" valueType="num">
                                      <p:cBhvr>
                                        <p:cTn id="617" dur="5494" fill="hold"/>
                                        <p:tgtEl>
                                          <p:spTgt spid="503"/>
                                        </p:tgtEl>
                                        <p:attrNameLst>
                                          <p:attrName>ppt_h</p:attrName>
                                        </p:attrNameLst>
                                      </p:cBhvr>
                                      <p:tavLst>
                                        <p:tav tm="0">
                                          <p:val>
                                            <p:fltVal val="0"/>
                                          </p:val>
                                        </p:tav>
                                        <p:tav tm="100000">
                                          <p:val>
                                            <p:strVal val="#ppt_h"/>
                                          </p:val>
                                        </p:tav>
                                      </p:tavLst>
                                    </p:anim>
                                    <p:animEffect transition="in" filter="fade">
                                      <p:cBhvr>
                                        <p:cTn id="618" dur="5494"/>
                                        <p:tgtEl>
                                          <p:spTgt spid="503"/>
                                        </p:tgtEl>
                                      </p:cBhvr>
                                    </p:animEffect>
                                    <p:anim calcmode="lin" valueType="num">
                                      <p:cBhvr>
                                        <p:cTn id="619" dur="5494" fill="hold"/>
                                        <p:tgtEl>
                                          <p:spTgt spid="503"/>
                                        </p:tgtEl>
                                        <p:attrNameLst>
                                          <p:attrName>ppt_x</p:attrName>
                                        </p:attrNameLst>
                                      </p:cBhvr>
                                      <p:tavLst>
                                        <p:tav tm="0">
                                          <p:val>
                                            <p:fltVal val="0.5"/>
                                          </p:val>
                                        </p:tav>
                                        <p:tav tm="100000">
                                          <p:val>
                                            <p:strVal val="#ppt_x"/>
                                          </p:val>
                                        </p:tav>
                                      </p:tavLst>
                                    </p:anim>
                                    <p:anim calcmode="lin" valueType="num">
                                      <p:cBhvr>
                                        <p:cTn id="620" dur="5494" fill="hold"/>
                                        <p:tgtEl>
                                          <p:spTgt spid="503"/>
                                        </p:tgtEl>
                                        <p:attrNameLst>
                                          <p:attrName>ppt_y</p:attrName>
                                        </p:attrNameLst>
                                      </p:cBhvr>
                                      <p:tavLst>
                                        <p:tav tm="0">
                                          <p:val>
                                            <p:fltVal val="0.5"/>
                                          </p:val>
                                        </p:tav>
                                        <p:tav tm="100000">
                                          <p:val>
                                            <p:strVal val="#ppt_y"/>
                                          </p:val>
                                        </p:tav>
                                      </p:tavLst>
                                    </p:anim>
                                  </p:childTnLst>
                                </p:cTn>
                              </p:par>
                              <p:par>
                                <p:cTn id="621" presetID="53" presetClass="entr" presetSubtype="528" repeatCount="indefinite" fill="hold" grpId="0" nodeType="withEffect">
                                  <p:stCondLst>
                                    <p:cond delay="1769"/>
                                  </p:stCondLst>
                                  <p:childTnLst>
                                    <p:set>
                                      <p:cBhvr>
                                        <p:cTn id="622" dur="1" fill="hold">
                                          <p:stCondLst>
                                            <p:cond delay="0"/>
                                          </p:stCondLst>
                                        </p:cTn>
                                        <p:tgtEl>
                                          <p:spTgt spid="504"/>
                                        </p:tgtEl>
                                        <p:attrNameLst>
                                          <p:attrName>style.visibility</p:attrName>
                                        </p:attrNameLst>
                                      </p:cBhvr>
                                      <p:to>
                                        <p:strVal val="visible"/>
                                      </p:to>
                                    </p:set>
                                    <p:anim calcmode="lin" valueType="num">
                                      <p:cBhvr>
                                        <p:cTn id="623" dur="7135" fill="hold"/>
                                        <p:tgtEl>
                                          <p:spTgt spid="504"/>
                                        </p:tgtEl>
                                        <p:attrNameLst>
                                          <p:attrName>ppt_w</p:attrName>
                                        </p:attrNameLst>
                                      </p:cBhvr>
                                      <p:tavLst>
                                        <p:tav tm="0">
                                          <p:val>
                                            <p:fltVal val="0"/>
                                          </p:val>
                                        </p:tav>
                                        <p:tav tm="100000">
                                          <p:val>
                                            <p:strVal val="#ppt_w"/>
                                          </p:val>
                                        </p:tav>
                                      </p:tavLst>
                                    </p:anim>
                                    <p:anim calcmode="lin" valueType="num">
                                      <p:cBhvr>
                                        <p:cTn id="624" dur="7135" fill="hold"/>
                                        <p:tgtEl>
                                          <p:spTgt spid="504"/>
                                        </p:tgtEl>
                                        <p:attrNameLst>
                                          <p:attrName>ppt_h</p:attrName>
                                        </p:attrNameLst>
                                      </p:cBhvr>
                                      <p:tavLst>
                                        <p:tav tm="0">
                                          <p:val>
                                            <p:fltVal val="0"/>
                                          </p:val>
                                        </p:tav>
                                        <p:tav tm="100000">
                                          <p:val>
                                            <p:strVal val="#ppt_h"/>
                                          </p:val>
                                        </p:tav>
                                      </p:tavLst>
                                    </p:anim>
                                    <p:animEffect transition="in" filter="fade">
                                      <p:cBhvr>
                                        <p:cTn id="625" dur="7135"/>
                                        <p:tgtEl>
                                          <p:spTgt spid="504"/>
                                        </p:tgtEl>
                                      </p:cBhvr>
                                    </p:animEffect>
                                    <p:anim calcmode="lin" valueType="num">
                                      <p:cBhvr>
                                        <p:cTn id="626" dur="7135" fill="hold"/>
                                        <p:tgtEl>
                                          <p:spTgt spid="504"/>
                                        </p:tgtEl>
                                        <p:attrNameLst>
                                          <p:attrName>ppt_x</p:attrName>
                                        </p:attrNameLst>
                                      </p:cBhvr>
                                      <p:tavLst>
                                        <p:tav tm="0">
                                          <p:val>
                                            <p:fltVal val="0.5"/>
                                          </p:val>
                                        </p:tav>
                                        <p:tav tm="100000">
                                          <p:val>
                                            <p:strVal val="#ppt_x"/>
                                          </p:val>
                                        </p:tav>
                                      </p:tavLst>
                                    </p:anim>
                                    <p:anim calcmode="lin" valueType="num">
                                      <p:cBhvr>
                                        <p:cTn id="627" dur="7135" fill="hold"/>
                                        <p:tgtEl>
                                          <p:spTgt spid="504"/>
                                        </p:tgtEl>
                                        <p:attrNameLst>
                                          <p:attrName>ppt_y</p:attrName>
                                        </p:attrNameLst>
                                      </p:cBhvr>
                                      <p:tavLst>
                                        <p:tav tm="0">
                                          <p:val>
                                            <p:fltVal val="0.5"/>
                                          </p:val>
                                        </p:tav>
                                        <p:tav tm="100000">
                                          <p:val>
                                            <p:strVal val="#ppt_y"/>
                                          </p:val>
                                        </p:tav>
                                      </p:tavLst>
                                    </p:anim>
                                  </p:childTnLst>
                                </p:cTn>
                              </p:par>
                              <p:par>
                                <p:cTn id="628" presetID="53" presetClass="entr" presetSubtype="528" repeatCount="indefinite" fill="hold" grpId="0" nodeType="withEffect">
                                  <p:stCondLst>
                                    <p:cond delay="552"/>
                                  </p:stCondLst>
                                  <p:childTnLst>
                                    <p:set>
                                      <p:cBhvr>
                                        <p:cTn id="629" dur="1" fill="hold">
                                          <p:stCondLst>
                                            <p:cond delay="0"/>
                                          </p:stCondLst>
                                        </p:cTn>
                                        <p:tgtEl>
                                          <p:spTgt spid="505"/>
                                        </p:tgtEl>
                                        <p:attrNameLst>
                                          <p:attrName>style.visibility</p:attrName>
                                        </p:attrNameLst>
                                      </p:cBhvr>
                                      <p:to>
                                        <p:strVal val="visible"/>
                                      </p:to>
                                    </p:set>
                                    <p:anim calcmode="lin" valueType="num">
                                      <p:cBhvr>
                                        <p:cTn id="630" dur="7132" fill="hold"/>
                                        <p:tgtEl>
                                          <p:spTgt spid="505"/>
                                        </p:tgtEl>
                                        <p:attrNameLst>
                                          <p:attrName>ppt_w</p:attrName>
                                        </p:attrNameLst>
                                      </p:cBhvr>
                                      <p:tavLst>
                                        <p:tav tm="0">
                                          <p:val>
                                            <p:fltVal val="0"/>
                                          </p:val>
                                        </p:tav>
                                        <p:tav tm="100000">
                                          <p:val>
                                            <p:strVal val="#ppt_w"/>
                                          </p:val>
                                        </p:tav>
                                      </p:tavLst>
                                    </p:anim>
                                    <p:anim calcmode="lin" valueType="num">
                                      <p:cBhvr>
                                        <p:cTn id="631" dur="7132" fill="hold"/>
                                        <p:tgtEl>
                                          <p:spTgt spid="505"/>
                                        </p:tgtEl>
                                        <p:attrNameLst>
                                          <p:attrName>ppt_h</p:attrName>
                                        </p:attrNameLst>
                                      </p:cBhvr>
                                      <p:tavLst>
                                        <p:tav tm="0">
                                          <p:val>
                                            <p:fltVal val="0"/>
                                          </p:val>
                                        </p:tav>
                                        <p:tav tm="100000">
                                          <p:val>
                                            <p:strVal val="#ppt_h"/>
                                          </p:val>
                                        </p:tav>
                                      </p:tavLst>
                                    </p:anim>
                                    <p:animEffect transition="in" filter="fade">
                                      <p:cBhvr>
                                        <p:cTn id="632" dur="7132"/>
                                        <p:tgtEl>
                                          <p:spTgt spid="505"/>
                                        </p:tgtEl>
                                      </p:cBhvr>
                                    </p:animEffect>
                                    <p:anim calcmode="lin" valueType="num">
                                      <p:cBhvr>
                                        <p:cTn id="633" dur="7132" fill="hold"/>
                                        <p:tgtEl>
                                          <p:spTgt spid="505"/>
                                        </p:tgtEl>
                                        <p:attrNameLst>
                                          <p:attrName>ppt_x</p:attrName>
                                        </p:attrNameLst>
                                      </p:cBhvr>
                                      <p:tavLst>
                                        <p:tav tm="0">
                                          <p:val>
                                            <p:fltVal val="0.5"/>
                                          </p:val>
                                        </p:tav>
                                        <p:tav tm="100000">
                                          <p:val>
                                            <p:strVal val="#ppt_x"/>
                                          </p:val>
                                        </p:tav>
                                      </p:tavLst>
                                    </p:anim>
                                    <p:anim calcmode="lin" valueType="num">
                                      <p:cBhvr>
                                        <p:cTn id="634" dur="7132" fill="hold"/>
                                        <p:tgtEl>
                                          <p:spTgt spid="505"/>
                                        </p:tgtEl>
                                        <p:attrNameLst>
                                          <p:attrName>ppt_y</p:attrName>
                                        </p:attrNameLst>
                                      </p:cBhvr>
                                      <p:tavLst>
                                        <p:tav tm="0">
                                          <p:val>
                                            <p:fltVal val="0.5"/>
                                          </p:val>
                                        </p:tav>
                                        <p:tav tm="100000">
                                          <p:val>
                                            <p:strVal val="#ppt_y"/>
                                          </p:val>
                                        </p:tav>
                                      </p:tavLst>
                                    </p:anim>
                                  </p:childTnLst>
                                </p:cTn>
                              </p:par>
                              <p:par>
                                <p:cTn id="635" presetID="53" presetClass="entr" presetSubtype="528" repeatCount="indefinite" fill="hold" grpId="0" nodeType="withEffect">
                                  <p:stCondLst>
                                    <p:cond delay="1645"/>
                                  </p:stCondLst>
                                  <p:childTnLst>
                                    <p:set>
                                      <p:cBhvr>
                                        <p:cTn id="636" dur="1" fill="hold">
                                          <p:stCondLst>
                                            <p:cond delay="0"/>
                                          </p:stCondLst>
                                        </p:cTn>
                                        <p:tgtEl>
                                          <p:spTgt spid="529"/>
                                        </p:tgtEl>
                                        <p:attrNameLst>
                                          <p:attrName>style.visibility</p:attrName>
                                        </p:attrNameLst>
                                      </p:cBhvr>
                                      <p:to>
                                        <p:strVal val="visible"/>
                                      </p:to>
                                    </p:set>
                                    <p:anim calcmode="lin" valueType="num">
                                      <p:cBhvr>
                                        <p:cTn id="637" dur="5041" fill="hold"/>
                                        <p:tgtEl>
                                          <p:spTgt spid="529"/>
                                        </p:tgtEl>
                                        <p:attrNameLst>
                                          <p:attrName>ppt_w</p:attrName>
                                        </p:attrNameLst>
                                      </p:cBhvr>
                                      <p:tavLst>
                                        <p:tav tm="0">
                                          <p:val>
                                            <p:fltVal val="0"/>
                                          </p:val>
                                        </p:tav>
                                        <p:tav tm="100000">
                                          <p:val>
                                            <p:strVal val="#ppt_w"/>
                                          </p:val>
                                        </p:tav>
                                      </p:tavLst>
                                    </p:anim>
                                    <p:anim calcmode="lin" valueType="num">
                                      <p:cBhvr>
                                        <p:cTn id="638" dur="5041" fill="hold"/>
                                        <p:tgtEl>
                                          <p:spTgt spid="529"/>
                                        </p:tgtEl>
                                        <p:attrNameLst>
                                          <p:attrName>ppt_h</p:attrName>
                                        </p:attrNameLst>
                                      </p:cBhvr>
                                      <p:tavLst>
                                        <p:tav tm="0">
                                          <p:val>
                                            <p:fltVal val="0"/>
                                          </p:val>
                                        </p:tav>
                                        <p:tav tm="100000">
                                          <p:val>
                                            <p:strVal val="#ppt_h"/>
                                          </p:val>
                                        </p:tav>
                                      </p:tavLst>
                                    </p:anim>
                                    <p:animEffect transition="in" filter="fade">
                                      <p:cBhvr>
                                        <p:cTn id="639" dur="5041"/>
                                        <p:tgtEl>
                                          <p:spTgt spid="529"/>
                                        </p:tgtEl>
                                      </p:cBhvr>
                                    </p:animEffect>
                                    <p:anim calcmode="lin" valueType="num">
                                      <p:cBhvr>
                                        <p:cTn id="640" dur="5041" fill="hold"/>
                                        <p:tgtEl>
                                          <p:spTgt spid="529"/>
                                        </p:tgtEl>
                                        <p:attrNameLst>
                                          <p:attrName>ppt_x</p:attrName>
                                        </p:attrNameLst>
                                      </p:cBhvr>
                                      <p:tavLst>
                                        <p:tav tm="0">
                                          <p:val>
                                            <p:fltVal val="0.5"/>
                                          </p:val>
                                        </p:tav>
                                        <p:tav tm="100000">
                                          <p:val>
                                            <p:strVal val="#ppt_x"/>
                                          </p:val>
                                        </p:tav>
                                      </p:tavLst>
                                    </p:anim>
                                    <p:anim calcmode="lin" valueType="num">
                                      <p:cBhvr>
                                        <p:cTn id="641" dur="5041" fill="hold"/>
                                        <p:tgtEl>
                                          <p:spTgt spid="529"/>
                                        </p:tgtEl>
                                        <p:attrNameLst>
                                          <p:attrName>ppt_y</p:attrName>
                                        </p:attrNameLst>
                                      </p:cBhvr>
                                      <p:tavLst>
                                        <p:tav tm="0">
                                          <p:val>
                                            <p:fltVal val="0.5"/>
                                          </p:val>
                                        </p:tav>
                                        <p:tav tm="100000">
                                          <p:val>
                                            <p:strVal val="#ppt_y"/>
                                          </p:val>
                                        </p:tav>
                                      </p:tavLst>
                                    </p:anim>
                                  </p:childTnLst>
                                </p:cTn>
                              </p:par>
                              <p:par>
                                <p:cTn id="642" presetID="53" presetClass="entr" presetSubtype="528" repeatCount="indefinite" fill="hold" grpId="0" nodeType="withEffect">
                                  <p:stCondLst>
                                    <p:cond delay="1934"/>
                                  </p:stCondLst>
                                  <p:childTnLst>
                                    <p:set>
                                      <p:cBhvr>
                                        <p:cTn id="643" dur="1" fill="hold">
                                          <p:stCondLst>
                                            <p:cond delay="0"/>
                                          </p:stCondLst>
                                        </p:cTn>
                                        <p:tgtEl>
                                          <p:spTgt spid="531"/>
                                        </p:tgtEl>
                                        <p:attrNameLst>
                                          <p:attrName>style.visibility</p:attrName>
                                        </p:attrNameLst>
                                      </p:cBhvr>
                                      <p:to>
                                        <p:strVal val="visible"/>
                                      </p:to>
                                    </p:set>
                                    <p:anim calcmode="lin" valueType="num">
                                      <p:cBhvr>
                                        <p:cTn id="644" dur="6965" fill="hold"/>
                                        <p:tgtEl>
                                          <p:spTgt spid="531"/>
                                        </p:tgtEl>
                                        <p:attrNameLst>
                                          <p:attrName>ppt_w</p:attrName>
                                        </p:attrNameLst>
                                      </p:cBhvr>
                                      <p:tavLst>
                                        <p:tav tm="0">
                                          <p:val>
                                            <p:fltVal val="0"/>
                                          </p:val>
                                        </p:tav>
                                        <p:tav tm="100000">
                                          <p:val>
                                            <p:strVal val="#ppt_w"/>
                                          </p:val>
                                        </p:tav>
                                      </p:tavLst>
                                    </p:anim>
                                    <p:anim calcmode="lin" valueType="num">
                                      <p:cBhvr>
                                        <p:cTn id="645" dur="6965" fill="hold"/>
                                        <p:tgtEl>
                                          <p:spTgt spid="531"/>
                                        </p:tgtEl>
                                        <p:attrNameLst>
                                          <p:attrName>ppt_h</p:attrName>
                                        </p:attrNameLst>
                                      </p:cBhvr>
                                      <p:tavLst>
                                        <p:tav tm="0">
                                          <p:val>
                                            <p:fltVal val="0"/>
                                          </p:val>
                                        </p:tav>
                                        <p:tav tm="100000">
                                          <p:val>
                                            <p:strVal val="#ppt_h"/>
                                          </p:val>
                                        </p:tav>
                                      </p:tavLst>
                                    </p:anim>
                                    <p:animEffect transition="in" filter="fade">
                                      <p:cBhvr>
                                        <p:cTn id="646" dur="6965"/>
                                        <p:tgtEl>
                                          <p:spTgt spid="531"/>
                                        </p:tgtEl>
                                      </p:cBhvr>
                                    </p:animEffect>
                                    <p:anim calcmode="lin" valueType="num">
                                      <p:cBhvr>
                                        <p:cTn id="647" dur="6965" fill="hold"/>
                                        <p:tgtEl>
                                          <p:spTgt spid="531"/>
                                        </p:tgtEl>
                                        <p:attrNameLst>
                                          <p:attrName>ppt_x</p:attrName>
                                        </p:attrNameLst>
                                      </p:cBhvr>
                                      <p:tavLst>
                                        <p:tav tm="0">
                                          <p:val>
                                            <p:fltVal val="0.5"/>
                                          </p:val>
                                        </p:tav>
                                        <p:tav tm="100000">
                                          <p:val>
                                            <p:strVal val="#ppt_x"/>
                                          </p:val>
                                        </p:tav>
                                      </p:tavLst>
                                    </p:anim>
                                    <p:anim calcmode="lin" valueType="num">
                                      <p:cBhvr>
                                        <p:cTn id="648" dur="6965" fill="hold"/>
                                        <p:tgtEl>
                                          <p:spTgt spid="531"/>
                                        </p:tgtEl>
                                        <p:attrNameLst>
                                          <p:attrName>ppt_y</p:attrName>
                                        </p:attrNameLst>
                                      </p:cBhvr>
                                      <p:tavLst>
                                        <p:tav tm="0">
                                          <p:val>
                                            <p:fltVal val="0.5"/>
                                          </p:val>
                                        </p:tav>
                                        <p:tav tm="100000">
                                          <p:val>
                                            <p:strVal val="#ppt_y"/>
                                          </p:val>
                                        </p:tav>
                                      </p:tavLst>
                                    </p:anim>
                                  </p:childTnLst>
                                </p:cTn>
                              </p:par>
                              <p:par>
                                <p:cTn id="649" presetID="53" presetClass="entr" presetSubtype="528" repeatCount="indefinite" fill="hold" grpId="0" nodeType="withEffect">
                                  <p:stCondLst>
                                    <p:cond delay="775"/>
                                  </p:stCondLst>
                                  <p:childTnLst>
                                    <p:set>
                                      <p:cBhvr>
                                        <p:cTn id="650" dur="1" fill="hold">
                                          <p:stCondLst>
                                            <p:cond delay="0"/>
                                          </p:stCondLst>
                                        </p:cTn>
                                        <p:tgtEl>
                                          <p:spTgt spid="532"/>
                                        </p:tgtEl>
                                        <p:attrNameLst>
                                          <p:attrName>style.visibility</p:attrName>
                                        </p:attrNameLst>
                                      </p:cBhvr>
                                      <p:to>
                                        <p:strVal val="visible"/>
                                      </p:to>
                                    </p:set>
                                    <p:anim calcmode="lin" valueType="num">
                                      <p:cBhvr>
                                        <p:cTn id="651" dur="5313" fill="hold"/>
                                        <p:tgtEl>
                                          <p:spTgt spid="532"/>
                                        </p:tgtEl>
                                        <p:attrNameLst>
                                          <p:attrName>ppt_w</p:attrName>
                                        </p:attrNameLst>
                                      </p:cBhvr>
                                      <p:tavLst>
                                        <p:tav tm="0">
                                          <p:val>
                                            <p:fltVal val="0"/>
                                          </p:val>
                                        </p:tav>
                                        <p:tav tm="100000">
                                          <p:val>
                                            <p:strVal val="#ppt_w"/>
                                          </p:val>
                                        </p:tav>
                                      </p:tavLst>
                                    </p:anim>
                                    <p:anim calcmode="lin" valueType="num">
                                      <p:cBhvr>
                                        <p:cTn id="652" dur="5313" fill="hold"/>
                                        <p:tgtEl>
                                          <p:spTgt spid="532"/>
                                        </p:tgtEl>
                                        <p:attrNameLst>
                                          <p:attrName>ppt_h</p:attrName>
                                        </p:attrNameLst>
                                      </p:cBhvr>
                                      <p:tavLst>
                                        <p:tav tm="0">
                                          <p:val>
                                            <p:fltVal val="0"/>
                                          </p:val>
                                        </p:tav>
                                        <p:tav tm="100000">
                                          <p:val>
                                            <p:strVal val="#ppt_h"/>
                                          </p:val>
                                        </p:tav>
                                      </p:tavLst>
                                    </p:anim>
                                    <p:animEffect transition="in" filter="fade">
                                      <p:cBhvr>
                                        <p:cTn id="653" dur="5313"/>
                                        <p:tgtEl>
                                          <p:spTgt spid="532"/>
                                        </p:tgtEl>
                                      </p:cBhvr>
                                    </p:animEffect>
                                    <p:anim calcmode="lin" valueType="num">
                                      <p:cBhvr>
                                        <p:cTn id="654" dur="5313" fill="hold"/>
                                        <p:tgtEl>
                                          <p:spTgt spid="532"/>
                                        </p:tgtEl>
                                        <p:attrNameLst>
                                          <p:attrName>ppt_x</p:attrName>
                                        </p:attrNameLst>
                                      </p:cBhvr>
                                      <p:tavLst>
                                        <p:tav tm="0">
                                          <p:val>
                                            <p:fltVal val="0.5"/>
                                          </p:val>
                                        </p:tav>
                                        <p:tav tm="100000">
                                          <p:val>
                                            <p:strVal val="#ppt_x"/>
                                          </p:val>
                                        </p:tav>
                                      </p:tavLst>
                                    </p:anim>
                                    <p:anim calcmode="lin" valueType="num">
                                      <p:cBhvr>
                                        <p:cTn id="655" dur="5313" fill="hold"/>
                                        <p:tgtEl>
                                          <p:spTgt spid="532"/>
                                        </p:tgtEl>
                                        <p:attrNameLst>
                                          <p:attrName>ppt_y</p:attrName>
                                        </p:attrNameLst>
                                      </p:cBhvr>
                                      <p:tavLst>
                                        <p:tav tm="0">
                                          <p:val>
                                            <p:fltVal val="0.5"/>
                                          </p:val>
                                        </p:tav>
                                        <p:tav tm="100000">
                                          <p:val>
                                            <p:strVal val="#ppt_y"/>
                                          </p:val>
                                        </p:tav>
                                      </p:tavLst>
                                    </p:anim>
                                  </p:childTnLst>
                                </p:cTn>
                              </p:par>
                              <p:par>
                                <p:cTn id="656" presetID="53" presetClass="entr" presetSubtype="528" repeatCount="indefinite" fill="hold" grpId="0" nodeType="withEffect">
                                  <p:stCondLst>
                                    <p:cond delay="178"/>
                                  </p:stCondLst>
                                  <p:childTnLst>
                                    <p:set>
                                      <p:cBhvr>
                                        <p:cTn id="657" dur="1" fill="hold">
                                          <p:stCondLst>
                                            <p:cond delay="0"/>
                                          </p:stCondLst>
                                        </p:cTn>
                                        <p:tgtEl>
                                          <p:spTgt spid="533"/>
                                        </p:tgtEl>
                                        <p:attrNameLst>
                                          <p:attrName>style.visibility</p:attrName>
                                        </p:attrNameLst>
                                      </p:cBhvr>
                                      <p:to>
                                        <p:strVal val="visible"/>
                                      </p:to>
                                    </p:set>
                                    <p:anim calcmode="lin" valueType="num">
                                      <p:cBhvr>
                                        <p:cTn id="658" dur="5630" fill="hold"/>
                                        <p:tgtEl>
                                          <p:spTgt spid="533"/>
                                        </p:tgtEl>
                                        <p:attrNameLst>
                                          <p:attrName>ppt_w</p:attrName>
                                        </p:attrNameLst>
                                      </p:cBhvr>
                                      <p:tavLst>
                                        <p:tav tm="0">
                                          <p:val>
                                            <p:fltVal val="0"/>
                                          </p:val>
                                        </p:tav>
                                        <p:tav tm="100000">
                                          <p:val>
                                            <p:strVal val="#ppt_w"/>
                                          </p:val>
                                        </p:tav>
                                      </p:tavLst>
                                    </p:anim>
                                    <p:anim calcmode="lin" valueType="num">
                                      <p:cBhvr>
                                        <p:cTn id="659" dur="5630" fill="hold"/>
                                        <p:tgtEl>
                                          <p:spTgt spid="533"/>
                                        </p:tgtEl>
                                        <p:attrNameLst>
                                          <p:attrName>ppt_h</p:attrName>
                                        </p:attrNameLst>
                                      </p:cBhvr>
                                      <p:tavLst>
                                        <p:tav tm="0">
                                          <p:val>
                                            <p:fltVal val="0"/>
                                          </p:val>
                                        </p:tav>
                                        <p:tav tm="100000">
                                          <p:val>
                                            <p:strVal val="#ppt_h"/>
                                          </p:val>
                                        </p:tav>
                                      </p:tavLst>
                                    </p:anim>
                                    <p:animEffect transition="in" filter="fade">
                                      <p:cBhvr>
                                        <p:cTn id="660" dur="5630"/>
                                        <p:tgtEl>
                                          <p:spTgt spid="533"/>
                                        </p:tgtEl>
                                      </p:cBhvr>
                                    </p:animEffect>
                                    <p:anim calcmode="lin" valueType="num">
                                      <p:cBhvr>
                                        <p:cTn id="661" dur="5630" fill="hold"/>
                                        <p:tgtEl>
                                          <p:spTgt spid="533"/>
                                        </p:tgtEl>
                                        <p:attrNameLst>
                                          <p:attrName>ppt_x</p:attrName>
                                        </p:attrNameLst>
                                      </p:cBhvr>
                                      <p:tavLst>
                                        <p:tav tm="0">
                                          <p:val>
                                            <p:fltVal val="0.5"/>
                                          </p:val>
                                        </p:tav>
                                        <p:tav tm="100000">
                                          <p:val>
                                            <p:strVal val="#ppt_x"/>
                                          </p:val>
                                        </p:tav>
                                      </p:tavLst>
                                    </p:anim>
                                    <p:anim calcmode="lin" valueType="num">
                                      <p:cBhvr>
                                        <p:cTn id="662" dur="5630" fill="hold"/>
                                        <p:tgtEl>
                                          <p:spTgt spid="533"/>
                                        </p:tgtEl>
                                        <p:attrNameLst>
                                          <p:attrName>ppt_y</p:attrName>
                                        </p:attrNameLst>
                                      </p:cBhvr>
                                      <p:tavLst>
                                        <p:tav tm="0">
                                          <p:val>
                                            <p:fltVal val="0.5"/>
                                          </p:val>
                                        </p:tav>
                                        <p:tav tm="100000">
                                          <p:val>
                                            <p:strVal val="#ppt_y"/>
                                          </p:val>
                                        </p:tav>
                                      </p:tavLst>
                                    </p:anim>
                                  </p:childTnLst>
                                </p:cTn>
                              </p:par>
                              <p:par>
                                <p:cTn id="663" presetID="53" presetClass="entr" presetSubtype="528" repeatCount="indefinite" fill="hold" grpId="0" nodeType="withEffect">
                                  <p:stCondLst>
                                    <p:cond delay="1402"/>
                                  </p:stCondLst>
                                  <p:childTnLst>
                                    <p:set>
                                      <p:cBhvr>
                                        <p:cTn id="664" dur="1" fill="hold">
                                          <p:stCondLst>
                                            <p:cond delay="0"/>
                                          </p:stCondLst>
                                        </p:cTn>
                                        <p:tgtEl>
                                          <p:spTgt spid="534"/>
                                        </p:tgtEl>
                                        <p:attrNameLst>
                                          <p:attrName>style.visibility</p:attrName>
                                        </p:attrNameLst>
                                      </p:cBhvr>
                                      <p:to>
                                        <p:strVal val="visible"/>
                                      </p:to>
                                    </p:set>
                                    <p:anim calcmode="lin" valueType="num">
                                      <p:cBhvr>
                                        <p:cTn id="665" dur="5437" fill="hold"/>
                                        <p:tgtEl>
                                          <p:spTgt spid="534"/>
                                        </p:tgtEl>
                                        <p:attrNameLst>
                                          <p:attrName>ppt_w</p:attrName>
                                        </p:attrNameLst>
                                      </p:cBhvr>
                                      <p:tavLst>
                                        <p:tav tm="0">
                                          <p:val>
                                            <p:fltVal val="0"/>
                                          </p:val>
                                        </p:tav>
                                        <p:tav tm="100000">
                                          <p:val>
                                            <p:strVal val="#ppt_w"/>
                                          </p:val>
                                        </p:tav>
                                      </p:tavLst>
                                    </p:anim>
                                    <p:anim calcmode="lin" valueType="num">
                                      <p:cBhvr>
                                        <p:cTn id="666" dur="5437" fill="hold"/>
                                        <p:tgtEl>
                                          <p:spTgt spid="534"/>
                                        </p:tgtEl>
                                        <p:attrNameLst>
                                          <p:attrName>ppt_h</p:attrName>
                                        </p:attrNameLst>
                                      </p:cBhvr>
                                      <p:tavLst>
                                        <p:tav tm="0">
                                          <p:val>
                                            <p:fltVal val="0"/>
                                          </p:val>
                                        </p:tav>
                                        <p:tav tm="100000">
                                          <p:val>
                                            <p:strVal val="#ppt_h"/>
                                          </p:val>
                                        </p:tav>
                                      </p:tavLst>
                                    </p:anim>
                                    <p:animEffect transition="in" filter="fade">
                                      <p:cBhvr>
                                        <p:cTn id="667" dur="5437"/>
                                        <p:tgtEl>
                                          <p:spTgt spid="534"/>
                                        </p:tgtEl>
                                      </p:cBhvr>
                                    </p:animEffect>
                                    <p:anim calcmode="lin" valueType="num">
                                      <p:cBhvr>
                                        <p:cTn id="668" dur="5437" fill="hold"/>
                                        <p:tgtEl>
                                          <p:spTgt spid="534"/>
                                        </p:tgtEl>
                                        <p:attrNameLst>
                                          <p:attrName>ppt_x</p:attrName>
                                        </p:attrNameLst>
                                      </p:cBhvr>
                                      <p:tavLst>
                                        <p:tav tm="0">
                                          <p:val>
                                            <p:fltVal val="0.5"/>
                                          </p:val>
                                        </p:tav>
                                        <p:tav tm="100000">
                                          <p:val>
                                            <p:strVal val="#ppt_x"/>
                                          </p:val>
                                        </p:tav>
                                      </p:tavLst>
                                    </p:anim>
                                    <p:anim calcmode="lin" valueType="num">
                                      <p:cBhvr>
                                        <p:cTn id="669" dur="5437" fill="hold"/>
                                        <p:tgtEl>
                                          <p:spTgt spid="534"/>
                                        </p:tgtEl>
                                        <p:attrNameLst>
                                          <p:attrName>ppt_y</p:attrName>
                                        </p:attrNameLst>
                                      </p:cBhvr>
                                      <p:tavLst>
                                        <p:tav tm="0">
                                          <p:val>
                                            <p:fltVal val="0.5"/>
                                          </p:val>
                                        </p:tav>
                                        <p:tav tm="100000">
                                          <p:val>
                                            <p:strVal val="#ppt_y"/>
                                          </p:val>
                                        </p:tav>
                                      </p:tavLst>
                                    </p:anim>
                                  </p:childTnLst>
                                </p:cTn>
                              </p:par>
                              <p:par>
                                <p:cTn id="670" presetID="53" presetClass="entr" presetSubtype="528" repeatCount="indefinite" fill="hold" grpId="0" nodeType="withEffect">
                                  <p:stCondLst>
                                    <p:cond delay="441"/>
                                  </p:stCondLst>
                                  <p:childTnLst>
                                    <p:set>
                                      <p:cBhvr>
                                        <p:cTn id="671" dur="1" fill="hold">
                                          <p:stCondLst>
                                            <p:cond delay="0"/>
                                          </p:stCondLst>
                                        </p:cTn>
                                        <p:tgtEl>
                                          <p:spTgt spid="535"/>
                                        </p:tgtEl>
                                        <p:attrNameLst>
                                          <p:attrName>style.visibility</p:attrName>
                                        </p:attrNameLst>
                                      </p:cBhvr>
                                      <p:to>
                                        <p:strVal val="visible"/>
                                      </p:to>
                                    </p:set>
                                    <p:anim calcmode="lin" valueType="num">
                                      <p:cBhvr>
                                        <p:cTn id="672" dur="5660" fill="hold"/>
                                        <p:tgtEl>
                                          <p:spTgt spid="535"/>
                                        </p:tgtEl>
                                        <p:attrNameLst>
                                          <p:attrName>ppt_w</p:attrName>
                                        </p:attrNameLst>
                                      </p:cBhvr>
                                      <p:tavLst>
                                        <p:tav tm="0">
                                          <p:val>
                                            <p:fltVal val="0"/>
                                          </p:val>
                                        </p:tav>
                                        <p:tav tm="100000">
                                          <p:val>
                                            <p:strVal val="#ppt_w"/>
                                          </p:val>
                                        </p:tav>
                                      </p:tavLst>
                                    </p:anim>
                                    <p:anim calcmode="lin" valueType="num">
                                      <p:cBhvr>
                                        <p:cTn id="673" dur="5660" fill="hold"/>
                                        <p:tgtEl>
                                          <p:spTgt spid="535"/>
                                        </p:tgtEl>
                                        <p:attrNameLst>
                                          <p:attrName>ppt_h</p:attrName>
                                        </p:attrNameLst>
                                      </p:cBhvr>
                                      <p:tavLst>
                                        <p:tav tm="0">
                                          <p:val>
                                            <p:fltVal val="0"/>
                                          </p:val>
                                        </p:tav>
                                        <p:tav tm="100000">
                                          <p:val>
                                            <p:strVal val="#ppt_h"/>
                                          </p:val>
                                        </p:tav>
                                      </p:tavLst>
                                    </p:anim>
                                    <p:animEffect transition="in" filter="fade">
                                      <p:cBhvr>
                                        <p:cTn id="674" dur="5660"/>
                                        <p:tgtEl>
                                          <p:spTgt spid="535"/>
                                        </p:tgtEl>
                                      </p:cBhvr>
                                    </p:animEffect>
                                    <p:anim calcmode="lin" valueType="num">
                                      <p:cBhvr>
                                        <p:cTn id="675" dur="5660" fill="hold"/>
                                        <p:tgtEl>
                                          <p:spTgt spid="535"/>
                                        </p:tgtEl>
                                        <p:attrNameLst>
                                          <p:attrName>ppt_x</p:attrName>
                                        </p:attrNameLst>
                                      </p:cBhvr>
                                      <p:tavLst>
                                        <p:tav tm="0">
                                          <p:val>
                                            <p:fltVal val="0.5"/>
                                          </p:val>
                                        </p:tav>
                                        <p:tav tm="100000">
                                          <p:val>
                                            <p:strVal val="#ppt_x"/>
                                          </p:val>
                                        </p:tav>
                                      </p:tavLst>
                                    </p:anim>
                                    <p:anim calcmode="lin" valueType="num">
                                      <p:cBhvr>
                                        <p:cTn id="676" dur="5660" fill="hold"/>
                                        <p:tgtEl>
                                          <p:spTgt spid="535"/>
                                        </p:tgtEl>
                                        <p:attrNameLst>
                                          <p:attrName>ppt_y</p:attrName>
                                        </p:attrNameLst>
                                      </p:cBhvr>
                                      <p:tavLst>
                                        <p:tav tm="0">
                                          <p:val>
                                            <p:fltVal val="0.5"/>
                                          </p:val>
                                        </p:tav>
                                        <p:tav tm="100000">
                                          <p:val>
                                            <p:strVal val="#ppt_y"/>
                                          </p:val>
                                        </p:tav>
                                      </p:tavLst>
                                    </p:anim>
                                  </p:childTnLst>
                                </p:cTn>
                              </p:par>
                              <p:par>
                                <p:cTn id="677" presetID="53" presetClass="entr" presetSubtype="528" repeatCount="indefinite" fill="hold" grpId="0" nodeType="withEffect">
                                  <p:stCondLst>
                                    <p:cond delay="1747"/>
                                  </p:stCondLst>
                                  <p:childTnLst>
                                    <p:set>
                                      <p:cBhvr>
                                        <p:cTn id="678" dur="1" fill="hold">
                                          <p:stCondLst>
                                            <p:cond delay="0"/>
                                          </p:stCondLst>
                                        </p:cTn>
                                        <p:tgtEl>
                                          <p:spTgt spid="539"/>
                                        </p:tgtEl>
                                        <p:attrNameLst>
                                          <p:attrName>style.visibility</p:attrName>
                                        </p:attrNameLst>
                                      </p:cBhvr>
                                      <p:to>
                                        <p:strVal val="visible"/>
                                      </p:to>
                                    </p:set>
                                    <p:anim calcmode="lin" valueType="num">
                                      <p:cBhvr>
                                        <p:cTn id="679" dur="6723" fill="hold"/>
                                        <p:tgtEl>
                                          <p:spTgt spid="539"/>
                                        </p:tgtEl>
                                        <p:attrNameLst>
                                          <p:attrName>ppt_w</p:attrName>
                                        </p:attrNameLst>
                                      </p:cBhvr>
                                      <p:tavLst>
                                        <p:tav tm="0">
                                          <p:val>
                                            <p:fltVal val="0"/>
                                          </p:val>
                                        </p:tav>
                                        <p:tav tm="100000">
                                          <p:val>
                                            <p:strVal val="#ppt_w"/>
                                          </p:val>
                                        </p:tav>
                                      </p:tavLst>
                                    </p:anim>
                                    <p:anim calcmode="lin" valueType="num">
                                      <p:cBhvr>
                                        <p:cTn id="680" dur="6723" fill="hold"/>
                                        <p:tgtEl>
                                          <p:spTgt spid="539"/>
                                        </p:tgtEl>
                                        <p:attrNameLst>
                                          <p:attrName>ppt_h</p:attrName>
                                        </p:attrNameLst>
                                      </p:cBhvr>
                                      <p:tavLst>
                                        <p:tav tm="0">
                                          <p:val>
                                            <p:fltVal val="0"/>
                                          </p:val>
                                        </p:tav>
                                        <p:tav tm="100000">
                                          <p:val>
                                            <p:strVal val="#ppt_h"/>
                                          </p:val>
                                        </p:tav>
                                      </p:tavLst>
                                    </p:anim>
                                    <p:animEffect transition="in" filter="fade">
                                      <p:cBhvr>
                                        <p:cTn id="681" dur="6723"/>
                                        <p:tgtEl>
                                          <p:spTgt spid="539"/>
                                        </p:tgtEl>
                                      </p:cBhvr>
                                    </p:animEffect>
                                    <p:anim calcmode="lin" valueType="num">
                                      <p:cBhvr>
                                        <p:cTn id="682" dur="6723" fill="hold"/>
                                        <p:tgtEl>
                                          <p:spTgt spid="539"/>
                                        </p:tgtEl>
                                        <p:attrNameLst>
                                          <p:attrName>ppt_x</p:attrName>
                                        </p:attrNameLst>
                                      </p:cBhvr>
                                      <p:tavLst>
                                        <p:tav tm="0">
                                          <p:val>
                                            <p:fltVal val="0.5"/>
                                          </p:val>
                                        </p:tav>
                                        <p:tav tm="100000">
                                          <p:val>
                                            <p:strVal val="#ppt_x"/>
                                          </p:val>
                                        </p:tav>
                                      </p:tavLst>
                                    </p:anim>
                                    <p:anim calcmode="lin" valueType="num">
                                      <p:cBhvr>
                                        <p:cTn id="683" dur="6723" fill="hold"/>
                                        <p:tgtEl>
                                          <p:spTgt spid="539"/>
                                        </p:tgtEl>
                                        <p:attrNameLst>
                                          <p:attrName>ppt_y</p:attrName>
                                        </p:attrNameLst>
                                      </p:cBhvr>
                                      <p:tavLst>
                                        <p:tav tm="0">
                                          <p:val>
                                            <p:fltVal val="0.5"/>
                                          </p:val>
                                        </p:tav>
                                        <p:tav tm="100000">
                                          <p:val>
                                            <p:strVal val="#ppt_y"/>
                                          </p:val>
                                        </p:tav>
                                      </p:tavLst>
                                    </p:anim>
                                  </p:childTnLst>
                                </p:cTn>
                              </p:par>
                              <p:par>
                                <p:cTn id="684" presetID="53" presetClass="entr" presetSubtype="528" repeatCount="indefinite" fill="hold" grpId="0" nodeType="withEffect">
                                  <p:stCondLst>
                                    <p:cond delay="1402"/>
                                  </p:stCondLst>
                                  <p:childTnLst>
                                    <p:set>
                                      <p:cBhvr>
                                        <p:cTn id="685" dur="1" fill="hold">
                                          <p:stCondLst>
                                            <p:cond delay="0"/>
                                          </p:stCondLst>
                                        </p:cTn>
                                        <p:tgtEl>
                                          <p:spTgt spid="542"/>
                                        </p:tgtEl>
                                        <p:attrNameLst>
                                          <p:attrName>style.visibility</p:attrName>
                                        </p:attrNameLst>
                                      </p:cBhvr>
                                      <p:to>
                                        <p:strVal val="visible"/>
                                      </p:to>
                                    </p:set>
                                    <p:anim calcmode="lin" valueType="num">
                                      <p:cBhvr>
                                        <p:cTn id="686" dur="5888" fill="hold"/>
                                        <p:tgtEl>
                                          <p:spTgt spid="542"/>
                                        </p:tgtEl>
                                        <p:attrNameLst>
                                          <p:attrName>ppt_w</p:attrName>
                                        </p:attrNameLst>
                                      </p:cBhvr>
                                      <p:tavLst>
                                        <p:tav tm="0">
                                          <p:val>
                                            <p:fltVal val="0"/>
                                          </p:val>
                                        </p:tav>
                                        <p:tav tm="100000">
                                          <p:val>
                                            <p:strVal val="#ppt_w"/>
                                          </p:val>
                                        </p:tav>
                                      </p:tavLst>
                                    </p:anim>
                                    <p:anim calcmode="lin" valueType="num">
                                      <p:cBhvr>
                                        <p:cTn id="687" dur="5888" fill="hold"/>
                                        <p:tgtEl>
                                          <p:spTgt spid="542"/>
                                        </p:tgtEl>
                                        <p:attrNameLst>
                                          <p:attrName>ppt_h</p:attrName>
                                        </p:attrNameLst>
                                      </p:cBhvr>
                                      <p:tavLst>
                                        <p:tav tm="0">
                                          <p:val>
                                            <p:fltVal val="0"/>
                                          </p:val>
                                        </p:tav>
                                        <p:tav tm="100000">
                                          <p:val>
                                            <p:strVal val="#ppt_h"/>
                                          </p:val>
                                        </p:tav>
                                      </p:tavLst>
                                    </p:anim>
                                    <p:animEffect transition="in" filter="fade">
                                      <p:cBhvr>
                                        <p:cTn id="688" dur="5888"/>
                                        <p:tgtEl>
                                          <p:spTgt spid="542"/>
                                        </p:tgtEl>
                                      </p:cBhvr>
                                    </p:animEffect>
                                    <p:anim calcmode="lin" valueType="num">
                                      <p:cBhvr>
                                        <p:cTn id="689" dur="5888" fill="hold"/>
                                        <p:tgtEl>
                                          <p:spTgt spid="542"/>
                                        </p:tgtEl>
                                        <p:attrNameLst>
                                          <p:attrName>ppt_x</p:attrName>
                                        </p:attrNameLst>
                                      </p:cBhvr>
                                      <p:tavLst>
                                        <p:tav tm="0">
                                          <p:val>
                                            <p:fltVal val="0.5"/>
                                          </p:val>
                                        </p:tav>
                                        <p:tav tm="100000">
                                          <p:val>
                                            <p:strVal val="#ppt_x"/>
                                          </p:val>
                                        </p:tav>
                                      </p:tavLst>
                                    </p:anim>
                                    <p:anim calcmode="lin" valueType="num">
                                      <p:cBhvr>
                                        <p:cTn id="690" dur="5888" fill="hold"/>
                                        <p:tgtEl>
                                          <p:spTgt spid="542"/>
                                        </p:tgtEl>
                                        <p:attrNameLst>
                                          <p:attrName>ppt_y</p:attrName>
                                        </p:attrNameLst>
                                      </p:cBhvr>
                                      <p:tavLst>
                                        <p:tav tm="0">
                                          <p:val>
                                            <p:fltVal val="0.5"/>
                                          </p:val>
                                        </p:tav>
                                        <p:tav tm="100000">
                                          <p:val>
                                            <p:strVal val="#ppt_y"/>
                                          </p:val>
                                        </p:tav>
                                      </p:tavLst>
                                    </p:anim>
                                  </p:childTnLst>
                                </p:cTn>
                              </p:par>
                              <p:par>
                                <p:cTn id="691" presetID="53" presetClass="entr" presetSubtype="528" repeatCount="indefinite" fill="hold" grpId="0" nodeType="withEffect">
                                  <p:stCondLst>
                                    <p:cond delay="809"/>
                                  </p:stCondLst>
                                  <p:childTnLst>
                                    <p:set>
                                      <p:cBhvr>
                                        <p:cTn id="692" dur="1" fill="hold">
                                          <p:stCondLst>
                                            <p:cond delay="0"/>
                                          </p:stCondLst>
                                        </p:cTn>
                                        <p:tgtEl>
                                          <p:spTgt spid="543"/>
                                        </p:tgtEl>
                                        <p:attrNameLst>
                                          <p:attrName>style.visibility</p:attrName>
                                        </p:attrNameLst>
                                      </p:cBhvr>
                                      <p:to>
                                        <p:strVal val="visible"/>
                                      </p:to>
                                    </p:set>
                                    <p:anim calcmode="lin" valueType="num">
                                      <p:cBhvr>
                                        <p:cTn id="693" dur="5356" fill="hold"/>
                                        <p:tgtEl>
                                          <p:spTgt spid="543"/>
                                        </p:tgtEl>
                                        <p:attrNameLst>
                                          <p:attrName>ppt_w</p:attrName>
                                        </p:attrNameLst>
                                      </p:cBhvr>
                                      <p:tavLst>
                                        <p:tav tm="0">
                                          <p:val>
                                            <p:fltVal val="0"/>
                                          </p:val>
                                        </p:tav>
                                        <p:tav tm="100000">
                                          <p:val>
                                            <p:strVal val="#ppt_w"/>
                                          </p:val>
                                        </p:tav>
                                      </p:tavLst>
                                    </p:anim>
                                    <p:anim calcmode="lin" valueType="num">
                                      <p:cBhvr>
                                        <p:cTn id="694" dur="5356" fill="hold"/>
                                        <p:tgtEl>
                                          <p:spTgt spid="543"/>
                                        </p:tgtEl>
                                        <p:attrNameLst>
                                          <p:attrName>ppt_h</p:attrName>
                                        </p:attrNameLst>
                                      </p:cBhvr>
                                      <p:tavLst>
                                        <p:tav tm="0">
                                          <p:val>
                                            <p:fltVal val="0"/>
                                          </p:val>
                                        </p:tav>
                                        <p:tav tm="100000">
                                          <p:val>
                                            <p:strVal val="#ppt_h"/>
                                          </p:val>
                                        </p:tav>
                                      </p:tavLst>
                                    </p:anim>
                                    <p:animEffect transition="in" filter="fade">
                                      <p:cBhvr>
                                        <p:cTn id="695" dur="5356"/>
                                        <p:tgtEl>
                                          <p:spTgt spid="543"/>
                                        </p:tgtEl>
                                      </p:cBhvr>
                                    </p:animEffect>
                                    <p:anim calcmode="lin" valueType="num">
                                      <p:cBhvr>
                                        <p:cTn id="696" dur="5356" fill="hold"/>
                                        <p:tgtEl>
                                          <p:spTgt spid="543"/>
                                        </p:tgtEl>
                                        <p:attrNameLst>
                                          <p:attrName>ppt_x</p:attrName>
                                        </p:attrNameLst>
                                      </p:cBhvr>
                                      <p:tavLst>
                                        <p:tav tm="0">
                                          <p:val>
                                            <p:fltVal val="0.5"/>
                                          </p:val>
                                        </p:tav>
                                        <p:tav tm="100000">
                                          <p:val>
                                            <p:strVal val="#ppt_x"/>
                                          </p:val>
                                        </p:tav>
                                      </p:tavLst>
                                    </p:anim>
                                    <p:anim calcmode="lin" valueType="num">
                                      <p:cBhvr>
                                        <p:cTn id="697" dur="5356" fill="hold"/>
                                        <p:tgtEl>
                                          <p:spTgt spid="543"/>
                                        </p:tgtEl>
                                        <p:attrNameLst>
                                          <p:attrName>ppt_y</p:attrName>
                                        </p:attrNameLst>
                                      </p:cBhvr>
                                      <p:tavLst>
                                        <p:tav tm="0">
                                          <p:val>
                                            <p:fltVal val="0.5"/>
                                          </p:val>
                                        </p:tav>
                                        <p:tav tm="100000">
                                          <p:val>
                                            <p:strVal val="#ppt_y"/>
                                          </p:val>
                                        </p:tav>
                                      </p:tavLst>
                                    </p:anim>
                                  </p:childTnLst>
                                </p:cTn>
                              </p:par>
                              <p:par>
                                <p:cTn id="698" presetID="53" presetClass="entr" presetSubtype="528" repeatCount="indefinite" fill="hold" grpId="0" nodeType="withEffect">
                                  <p:stCondLst>
                                    <p:cond delay="351"/>
                                  </p:stCondLst>
                                  <p:childTnLst>
                                    <p:set>
                                      <p:cBhvr>
                                        <p:cTn id="699" dur="1" fill="hold">
                                          <p:stCondLst>
                                            <p:cond delay="0"/>
                                          </p:stCondLst>
                                        </p:cTn>
                                        <p:tgtEl>
                                          <p:spTgt spid="545"/>
                                        </p:tgtEl>
                                        <p:attrNameLst>
                                          <p:attrName>style.visibility</p:attrName>
                                        </p:attrNameLst>
                                      </p:cBhvr>
                                      <p:to>
                                        <p:strVal val="visible"/>
                                      </p:to>
                                    </p:set>
                                    <p:anim calcmode="lin" valueType="num">
                                      <p:cBhvr>
                                        <p:cTn id="700" dur="7274" fill="hold"/>
                                        <p:tgtEl>
                                          <p:spTgt spid="545"/>
                                        </p:tgtEl>
                                        <p:attrNameLst>
                                          <p:attrName>ppt_w</p:attrName>
                                        </p:attrNameLst>
                                      </p:cBhvr>
                                      <p:tavLst>
                                        <p:tav tm="0">
                                          <p:val>
                                            <p:fltVal val="0"/>
                                          </p:val>
                                        </p:tav>
                                        <p:tav tm="100000">
                                          <p:val>
                                            <p:strVal val="#ppt_w"/>
                                          </p:val>
                                        </p:tav>
                                      </p:tavLst>
                                    </p:anim>
                                    <p:anim calcmode="lin" valueType="num">
                                      <p:cBhvr>
                                        <p:cTn id="701" dur="7274" fill="hold"/>
                                        <p:tgtEl>
                                          <p:spTgt spid="545"/>
                                        </p:tgtEl>
                                        <p:attrNameLst>
                                          <p:attrName>ppt_h</p:attrName>
                                        </p:attrNameLst>
                                      </p:cBhvr>
                                      <p:tavLst>
                                        <p:tav tm="0">
                                          <p:val>
                                            <p:fltVal val="0"/>
                                          </p:val>
                                        </p:tav>
                                        <p:tav tm="100000">
                                          <p:val>
                                            <p:strVal val="#ppt_h"/>
                                          </p:val>
                                        </p:tav>
                                      </p:tavLst>
                                    </p:anim>
                                    <p:animEffect transition="in" filter="fade">
                                      <p:cBhvr>
                                        <p:cTn id="702" dur="7274"/>
                                        <p:tgtEl>
                                          <p:spTgt spid="545"/>
                                        </p:tgtEl>
                                      </p:cBhvr>
                                    </p:animEffect>
                                    <p:anim calcmode="lin" valueType="num">
                                      <p:cBhvr>
                                        <p:cTn id="703" dur="7274" fill="hold"/>
                                        <p:tgtEl>
                                          <p:spTgt spid="545"/>
                                        </p:tgtEl>
                                        <p:attrNameLst>
                                          <p:attrName>ppt_x</p:attrName>
                                        </p:attrNameLst>
                                      </p:cBhvr>
                                      <p:tavLst>
                                        <p:tav tm="0">
                                          <p:val>
                                            <p:fltVal val="0.5"/>
                                          </p:val>
                                        </p:tav>
                                        <p:tav tm="100000">
                                          <p:val>
                                            <p:strVal val="#ppt_x"/>
                                          </p:val>
                                        </p:tav>
                                      </p:tavLst>
                                    </p:anim>
                                    <p:anim calcmode="lin" valueType="num">
                                      <p:cBhvr>
                                        <p:cTn id="704" dur="7274" fill="hold"/>
                                        <p:tgtEl>
                                          <p:spTgt spid="545"/>
                                        </p:tgtEl>
                                        <p:attrNameLst>
                                          <p:attrName>ppt_y</p:attrName>
                                        </p:attrNameLst>
                                      </p:cBhvr>
                                      <p:tavLst>
                                        <p:tav tm="0">
                                          <p:val>
                                            <p:fltVal val="0.5"/>
                                          </p:val>
                                        </p:tav>
                                        <p:tav tm="100000">
                                          <p:val>
                                            <p:strVal val="#ppt_y"/>
                                          </p:val>
                                        </p:tav>
                                      </p:tavLst>
                                    </p:anim>
                                  </p:childTnLst>
                                </p:cTn>
                              </p:par>
                              <p:par>
                                <p:cTn id="705" presetID="53" presetClass="entr" presetSubtype="528" repeatCount="indefinite" fill="hold" grpId="0" nodeType="withEffect">
                                  <p:stCondLst>
                                    <p:cond delay="1594"/>
                                  </p:stCondLst>
                                  <p:childTnLst>
                                    <p:set>
                                      <p:cBhvr>
                                        <p:cTn id="706" dur="1" fill="hold">
                                          <p:stCondLst>
                                            <p:cond delay="0"/>
                                          </p:stCondLst>
                                        </p:cTn>
                                        <p:tgtEl>
                                          <p:spTgt spid="560"/>
                                        </p:tgtEl>
                                        <p:attrNameLst>
                                          <p:attrName>style.visibility</p:attrName>
                                        </p:attrNameLst>
                                      </p:cBhvr>
                                      <p:to>
                                        <p:strVal val="visible"/>
                                      </p:to>
                                    </p:set>
                                    <p:anim calcmode="lin" valueType="num">
                                      <p:cBhvr>
                                        <p:cTn id="707" dur="5069" fill="hold"/>
                                        <p:tgtEl>
                                          <p:spTgt spid="560"/>
                                        </p:tgtEl>
                                        <p:attrNameLst>
                                          <p:attrName>ppt_w</p:attrName>
                                        </p:attrNameLst>
                                      </p:cBhvr>
                                      <p:tavLst>
                                        <p:tav tm="0">
                                          <p:val>
                                            <p:fltVal val="0"/>
                                          </p:val>
                                        </p:tav>
                                        <p:tav tm="100000">
                                          <p:val>
                                            <p:strVal val="#ppt_w"/>
                                          </p:val>
                                        </p:tav>
                                      </p:tavLst>
                                    </p:anim>
                                    <p:anim calcmode="lin" valueType="num">
                                      <p:cBhvr>
                                        <p:cTn id="708" dur="5069" fill="hold"/>
                                        <p:tgtEl>
                                          <p:spTgt spid="560"/>
                                        </p:tgtEl>
                                        <p:attrNameLst>
                                          <p:attrName>ppt_h</p:attrName>
                                        </p:attrNameLst>
                                      </p:cBhvr>
                                      <p:tavLst>
                                        <p:tav tm="0">
                                          <p:val>
                                            <p:fltVal val="0"/>
                                          </p:val>
                                        </p:tav>
                                        <p:tav tm="100000">
                                          <p:val>
                                            <p:strVal val="#ppt_h"/>
                                          </p:val>
                                        </p:tav>
                                      </p:tavLst>
                                    </p:anim>
                                    <p:animEffect transition="in" filter="fade">
                                      <p:cBhvr>
                                        <p:cTn id="709" dur="5069"/>
                                        <p:tgtEl>
                                          <p:spTgt spid="560"/>
                                        </p:tgtEl>
                                      </p:cBhvr>
                                    </p:animEffect>
                                    <p:anim calcmode="lin" valueType="num">
                                      <p:cBhvr>
                                        <p:cTn id="710" dur="5069" fill="hold"/>
                                        <p:tgtEl>
                                          <p:spTgt spid="560"/>
                                        </p:tgtEl>
                                        <p:attrNameLst>
                                          <p:attrName>ppt_x</p:attrName>
                                        </p:attrNameLst>
                                      </p:cBhvr>
                                      <p:tavLst>
                                        <p:tav tm="0">
                                          <p:val>
                                            <p:fltVal val="0.5"/>
                                          </p:val>
                                        </p:tav>
                                        <p:tav tm="100000">
                                          <p:val>
                                            <p:strVal val="#ppt_x"/>
                                          </p:val>
                                        </p:tav>
                                      </p:tavLst>
                                    </p:anim>
                                    <p:anim calcmode="lin" valueType="num">
                                      <p:cBhvr>
                                        <p:cTn id="711" dur="5069" fill="hold"/>
                                        <p:tgtEl>
                                          <p:spTgt spid="560"/>
                                        </p:tgtEl>
                                        <p:attrNameLst>
                                          <p:attrName>ppt_y</p:attrName>
                                        </p:attrNameLst>
                                      </p:cBhvr>
                                      <p:tavLst>
                                        <p:tav tm="0">
                                          <p:val>
                                            <p:fltVal val="0.5"/>
                                          </p:val>
                                        </p:tav>
                                        <p:tav tm="100000">
                                          <p:val>
                                            <p:strVal val="#ppt_y"/>
                                          </p:val>
                                        </p:tav>
                                      </p:tavLst>
                                    </p:anim>
                                  </p:childTnLst>
                                </p:cTn>
                              </p:par>
                              <p:par>
                                <p:cTn id="712" presetID="53" presetClass="entr" presetSubtype="528" repeatCount="indefinite" fill="hold" grpId="0" nodeType="withEffect">
                                  <p:stCondLst>
                                    <p:cond delay="380"/>
                                  </p:stCondLst>
                                  <p:childTnLst>
                                    <p:set>
                                      <p:cBhvr>
                                        <p:cTn id="713" dur="1" fill="hold">
                                          <p:stCondLst>
                                            <p:cond delay="0"/>
                                          </p:stCondLst>
                                        </p:cTn>
                                        <p:tgtEl>
                                          <p:spTgt spid="561"/>
                                        </p:tgtEl>
                                        <p:attrNameLst>
                                          <p:attrName>style.visibility</p:attrName>
                                        </p:attrNameLst>
                                      </p:cBhvr>
                                      <p:to>
                                        <p:strVal val="visible"/>
                                      </p:to>
                                    </p:set>
                                    <p:anim calcmode="lin" valueType="num">
                                      <p:cBhvr>
                                        <p:cTn id="714" dur="5443" fill="hold"/>
                                        <p:tgtEl>
                                          <p:spTgt spid="561"/>
                                        </p:tgtEl>
                                        <p:attrNameLst>
                                          <p:attrName>ppt_w</p:attrName>
                                        </p:attrNameLst>
                                      </p:cBhvr>
                                      <p:tavLst>
                                        <p:tav tm="0">
                                          <p:val>
                                            <p:fltVal val="0"/>
                                          </p:val>
                                        </p:tav>
                                        <p:tav tm="100000">
                                          <p:val>
                                            <p:strVal val="#ppt_w"/>
                                          </p:val>
                                        </p:tav>
                                      </p:tavLst>
                                    </p:anim>
                                    <p:anim calcmode="lin" valueType="num">
                                      <p:cBhvr>
                                        <p:cTn id="715" dur="5443" fill="hold"/>
                                        <p:tgtEl>
                                          <p:spTgt spid="561"/>
                                        </p:tgtEl>
                                        <p:attrNameLst>
                                          <p:attrName>ppt_h</p:attrName>
                                        </p:attrNameLst>
                                      </p:cBhvr>
                                      <p:tavLst>
                                        <p:tav tm="0">
                                          <p:val>
                                            <p:fltVal val="0"/>
                                          </p:val>
                                        </p:tav>
                                        <p:tav tm="100000">
                                          <p:val>
                                            <p:strVal val="#ppt_h"/>
                                          </p:val>
                                        </p:tav>
                                      </p:tavLst>
                                    </p:anim>
                                    <p:animEffect transition="in" filter="fade">
                                      <p:cBhvr>
                                        <p:cTn id="716" dur="5443"/>
                                        <p:tgtEl>
                                          <p:spTgt spid="561"/>
                                        </p:tgtEl>
                                      </p:cBhvr>
                                    </p:animEffect>
                                    <p:anim calcmode="lin" valueType="num">
                                      <p:cBhvr>
                                        <p:cTn id="717" dur="5443" fill="hold"/>
                                        <p:tgtEl>
                                          <p:spTgt spid="561"/>
                                        </p:tgtEl>
                                        <p:attrNameLst>
                                          <p:attrName>ppt_x</p:attrName>
                                        </p:attrNameLst>
                                      </p:cBhvr>
                                      <p:tavLst>
                                        <p:tav tm="0">
                                          <p:val>
                                            <p:fltVal val="0.5"/>
                                          </p:val>
                                        </p:tav>
                                        <p:tav tm="100000">
                                          <p:val>
                                            <p:strVal val="#ppt_x"/>
                                          </p:val>
                                        </p:tav>
                                      </p:tavLst>
                                    </p:anim>
                                    <p:anim calcmode="lin" valueType="num">
                                      <p:cBhvr>
                                        <p:cTn id="718" dur="5443" fill="hold"/>
                                        <p:tgtEl>
                                          <p:spTgt spid="561"/>
                                        </p:tgtEl>
                                        <p:attrNameLst>
                                          <p:attrName>ppt_y</p:attrName>
                                        </p:attrNameLst>
                                      </p:cBhvr>
                                      <p:tavLst>
                                        <p:tav tm="0">
                                          <p:val>
                                            <p:fltVal val="0.5"/>
                                          </p:val>
                                        </p:tav>
                                        <p:tav tm="100000">
                                          <p:val>
                                            <p:strVal val="#ppt_y"/>
                                          </p:val>
                                        </p:tav>
                                      </p:tavLst>
                                    </p:anim>
                                  </p:childTnLst>
                                </p:cTn>
                              </p:par>
                              <p:par>
                                <p:cTn id="719" presetID="53" presetClass="entr" presetSubtype="528" repeatCount="indefinite" fill="hold" grpId="0" nodeType="withEffect">
                                  <p:stCondLst>
                                    <p:cond delay="1243"/>
                                  </p:stCondLst>
                                  <p:childTnLst>
                                    <p:set>
                                      <p:cBhvr>
                                        <p:cTn id="720" dur="1" fill="hold">
                                          <p:stCondLst>
                                            <p:cond delay="0"/>
                                          </p:stCondLst>
                                        </p:cTn>
                                        <p:tgtEl>
                                          <p:spTgt spid="562"/>
                                        </p:tgtEl>
                                        <p:attrNameLst>
                                          <p:attrName>style.visibility</p:attrName>
                                        </p:attrNameLst>
                                      </p:cBhvr>
                                      <p:to>
                                        <p:strVal val="visible"/>
                                      </p:to>
                                    </p:set>
                                    <p:anim calcmode="lin" valueType="num">
                                      <p:cBhvr>
                                        <p:cTn id="721" dur="6959" fill="hold"/>
                                        <p:tgtEl>
                                          <p:spTgt spid="562"/>
                                        </p:tgtEl>
                                        <p:attrNameLst>
                                          <p:attrName>ppt_w</p:attrName>
                                        </p:attrNameLst>
                                      </p:cBhvr>
                                      <p:tavLst>
                                        <p:tav tm="0">
                                          <p:val>
                                            <p:fltVal val="0"/>
                                          </p:val>
                                        </p:tav>
                                        <p:tav tm="100000">
                                          <p:val>
                                            <p:strVal val="#ppt_w"/>
                                          </p:val>
                                        </p:tav>
                                      </p:tavLst>
                                    </p:anim>
                                    <p:anim calcmode="lin" valueType="num">
                                      <p:cBhvr>
                                        <p:cTn id="722" dur="6959" fill="hold"/>
                                        <p:tgtEl>
                                          <p:spTgt spid="562"/>
                                        </p:tgtEl>
                                        <p:attrNameLst>
                                          <p:attrName>ppt_h</p:attrName>
                                        </p:attrNameLst>
                                      </p:cBhvr>
                                      <p:tavLst>
                                        <p:tav tm="0">
                                          <p:val>
                                            <p:fltVal val="0"/>
                                          </p:val>
                                        </p:tav>
                                        <p:tav tm="100000">
                                          <p:val>
                                            <p:strVal val="#ppt_h"/>
                                          </p:val>
                                        </p:tav>
                                      </p:tavLst>
                                    </p:anim>
                                    <p:animEffect transition="in" filter="fade">
                                      <p:cBhvr>
                                        <p:cTn id="723" dur="6959"/>
                                        <p:tgtEl>
                                          <p:spTgt spid="562"/>
                                        </p:tgtEl>
                                      </p:cBhvr>
                                    </p:animEffect>
                                    <p:anim calcmode="lin" valueType="num">
                                      <p:cBhvr>
                                        <p:cTn id="724" dur="6959" fill="hold"/>
                                        <p:tgtEl>
                                          <p:spTgt spid="562"/>
                                        </p:tgtEl>
                                        <p:attrNameLst>
                                          <p:attrName>ppt_x</p:attrName>
                                        </p:attrNameLst>
                                      </p:cBhvr>
                                      <p:tavLst>
                                        <p:tav tm="0">
                                          <p:val>
                                            <p:fltVal val="0.5"/>
                                          </p:val>
                                        </p:tav>
                                        <p:tav tm="100000">
                                          <p:val>
                                            <p:strVal val="#ppt_x"/>
                                          </p:val>
                                        </p:tav>
                                      </p:tavLst>
                                    </p:anim>
                                    <p:anim calcmode="lin" valueType="num">
                                      <p:cBhvr>
                                        <p:cTn id="725" dur="6959" fill="hold"/>
                                        <p:tgtEl>
                                          <p:spTgt spid="562"/>
                                        </p:tgtEl>
                                        <p:attrNameLst>
                                          <p:attrName>ppt_y</p:attrName>
                                        </p:attrNameLst>
                                      </p:cBhvr>
                                      <p:tavLst>
                                        <p:tav tm="0">
                                          <p:val>
                                            <p:fltVal val="0.5"/>
                                          </p:val>
                                        </p:tav>
                                        <p:tav tm="100000">
                                          <p:val>
                                            <p:strVal val="#ppt_y"/>
                                          </p:val>
                                        </p:tav>
                                      </p:tavLst>
                                    </p:anim>
                                  </p:childTnLst>
                                </p:cTn>
                              </p:par>
                              <p:par>
                                <p:cTn id="726" presetID="53" presetClass="entr" presetSubtype="528" repeatCount="indefinite" fill="hold" grpId="0" nodeType="withEffect">
                                  <p:stCondLst>
                                    <p:cond delay="1388"/>
                                  </p:stCondLst>
                                  <p:childTnLst>
                                    <p:set>
                                      <p:cBhvr>
                                        <p:cTn id="727" dur="1" fill="hold">
                                          <p:stCondLst>
                                            <p:cond delay="0"/>
                                          </p:stCondLst>
                                        </p:cTn>
                                        <p:tgtEl>
                                          <p:spTgt spid="568"/>
                                        </p:tgtEl>
                                        <p:attrNameLst>
                                          <p:attrName>style.visibility</p:attrName>
                                        </p:attrNameLst>
                                      </p:cBhvr>
                                      <p:to>
                                        <p:strVal val="visible"/>
                                      </p:to>
                                    </p:set>
                                    <p:anim calcmode="lin" valueType="num">
                                      <p:cBhvr>
                                        <p:cTn id="728" dur="5861" fill="hold"/>
                                        <p:tgtEl>
                                          <p:spTgt spid="568"/>
                                        </p:tgtEl>
                                        <p:attrNameLst>
                                          <p:attrName>ppt_w</p:attrName>
                                        </p:attrNameLst>
                                      </p:cBhvr>
                                      <p:tavLst>
                                        <p:tav tm="0">
                                          <p:val>
                                            <p:fltVal val="0"/>
                                          </p:val>
                                        </p:tav>
                                        <p:tav tm="100000">
                                          <p:val>
                                            <p:strVal val="#ppt_w"/>
                                          </p:val>
                                        </p:tav>
                                      </p:tavLst>
                                    </p:anim>
                                    <p:anim calcmode="lin" valueType="num">
                                      <p:cBhvr>
                                        <p:cTn id="729" dur="5861" fill="hold"/>
                                        <p:tgtEl>
                                          <p:spTgt spid="568"/>
                                        </p:tgtEl>
                                        <p:attrNameLst>
                                          <p:attrName>ppt_h</p:attrName>
                                        </p:attrNameLst>
                                      </p:cBhvr>
                                      <p:tavLst>
                                        <p:tav tm="0">
                                          <p:val>
                                            <p:fltVal val="0"/>
                                          </p:val>
                                        </p:tav>
                                        <p:tav tm="100000">
                                          <p:val>
                                            <p:strVal val="#ppt_h"/>
                                          </p:val>
                                        </p:tav>
                                      </p:tavLst>
                                    </p:anim>
                                    <p:animEffect transition="in" filter="fade">
                                      <p:cBhvr>
                                        <p:cTn id="730" dur="5861"/>
                                        <p:tgtEl>
                                          <p:spTgt spid="568"/>
                                        </p:tgtEl>
                                      </p:cBhvr>
                                    </p:animEffect>
                                    <p:anim calcmode="lin" valueType="num">
                                      <p:cBhvr>
                                        <p:cTn id="731" dur="5861" fill="hold"/>
                                        <p:tgtEl>
                                          <p:spTgt spid="568"/>
                                        </p:tgtEl>
                                        <p:attrNameLst>
                                          <p:attrName>ppt_x</p:attrName>
                                        </p:attrNameLst>
                                      </p:cBhvr>
                                      <p:tavLst>
                                        <p:tav tm="0">
                                          <p:val>
                                            <p:fltVal val="0.5"/>
                                          </p:val>
                                        </p:tav>
                                        <p:tav tm="100000">
                                          <p:val>
                                            <p:strVal val="#ppt_x"/>
                                          </p:val>
                                        </p:tav>
                                      </p:tavLst>
                                    </p:anim>
                                    <p:anim calcmode="lin" valueType="num">
                                      <p:cBhvr>
                                        <p:cTn id="732" dur="5861" fill="hold"/>
                                        <p:tgtEl>
                                          <p:spTgt spid="568"/>
                                        </p:tgtEl>
                                        <p:attrNameLst>
                                          <p:attrName>ppt_y</p:attrName>
                                        </p:attrNameLst>
                                      </p:cBhvr>
                                      <p:tavLst>
                                        <p:tav tm="0">
                                          <p:val>
                                            <p:fltVal val="0.5"/>
                                          </p:val>
                                        </p:tav>
                                        <p:tav tm="100000">
                                          <p:val>
                                            <p:strVal val="#ppt_y"/>
                                          </p:val>
                                        </p:tav>
                                      </p:tavLst>
                                    </p:anim>
                                  </p:childTnLst>
                                </p:cTn>
                              </p:par>
                              <p:par>
                                <p:cTn id="733" presetID="53" presetClass="entr" presetSubtype="528" repeatCount="indefinite" fill="hold" grpId="0" nodeType="withEffect">
                                  <p:stCondLst>
                                    <p:cond delay="278"/>
                                  </p:stCondLst>
                                  <p:childTnLst>
                                    <p:set>
                                      <p:cBhvr>
                                        <p:cTn id="734" dur="1" fill="hold">
                                          <p:stCondLst>
                                            <p:cond delay="0"/>
                                          </p:stCondLst>
                                        </p:cTn>
                                        <p:tgtEl>
                                          <p:spTgt spid="570"/>
                                        </p:tgtEl>
                                        <p:attrNameLst>
                                          <p:attrName>style.visibility</p:attrName>
                                        </p:attrNameLst>
                                      </p:cBhvr>
                                      <p:to>
                                        <p:strVal val="visible"/>
                                      </p:to>
                                    </p:set>
                                    <p:anim calcmode="lin" valueType="num">
                                      <p:cBhvr>
                                        <p:cTn id="735" dur="5961" fill="hold"/>
                                        <p:tgtEl>
                                          <p:spTgt spid="570"/>
                                        </p:tgtEl>
                                        <p:attrNameLst>
                                          <p:attrName>ppt_w</p:attrName>
                                        </p:attrNameLst>
                                      </p:cBhvr>
                                      <p:tavLst>
                                        <p:tav tm="0">
                                          <p:val>
                                            <p:fltVal val="0"/>
                                          </p:val>
                                        </p:tav>
                                        <p:tav tm="100000">
                                          <p:val>
                                            <p:strVal val="#ppt_w"/>
                                          </p:val>
                                        </p:tav>
                                      </p:tavLst>
                                    </p:anim>
                                    <p:anim calcmode="lin" valueType="num">
                                      <p:cBhvr>
                                        <p:cTn id="736" dur="5961" fill="hold"/>
                                        <p:tgtEl>
                                          <p:spTgt spid="570"/>
                                        </p:tgtEl>
                                        <p:attrNameLst>
                                          <p:attrName>ppt_h</p:attrName>
                                        </p:attrNameLst>
                                      </p:cBhvr>
                                      <p:tavLst>
                                        <p:tav tm="0">
                                          <p:val>
                                            <p:fltVal val="0"/>
                                          </p:val>
                                        </p:tav>
                                        <p:tav tm="100000">
                                          <p:val>
                                            <p:strVal val="#ppt_h"/>
                                          </p:val>
                                        </p:tav>
                                      </p:tavLst>
                                    </p:anim>
                                    <p:animEffect transition="in" filter="fade">
                                      <p:cBhvr>
                                        <p:cTn id="737" dur="5961"/>
                                        <p:tgtEl>
                                          <p:spTgt spid="570"/>
                                        </p:tgtEl>
                                      </p:cBhvr>
                                    </p:animEffect>
                                    <p:anim calcmode="lin" valueType="num">
                                      <p:cBhvr>
                                        <p:cTn id="738" dur="5961" fill="hold"/>
                                        <p:tgtEl>
                                          <p:spTgt spid="570"/>
                                        </p:tgtEl>
                                        <p:attrNameLst>
                                          <p:attrName>ppt_x</p:attrName>
                                        </p:attrNameLst>
                                      </p:cBhvr>
                                      <p:tavLst>
                                        <p:tav tm="0">
                                          <p:val>
                                            <p:fltVal val="0.5"/>
                                          </p:val>
                                        </p:tav>
                                        <p:tav tm="100000">
                                          <p:val>
                                            <p:strVal val="#ppt_x"/>
                                          </p:val>
                                        </p:tav>
                                      </p:tavLst>
                                    </p:anim>
                                    <p:anim calcmode="lin" valueType="num">
                                      <p:cBhvr>
                                        <p:cTn id="739" dur="5961" fill="hold"/>
                                        <p:tgtEl>
                                          <p:spTgt spid="570"/>
                                        </p:tgtEl>
                                        <p:attrNameLst>
                                          <p:attrName>ppt_y</p:attrName>
                                        </p:attrNameLst>
                                      </p:cBhvr>
                                      <p:tavLst>
                                        <p:tav tm="0">
                                          <p:val>
                                            <p:fltVal val="0.5"/>
                                          </p:val>
                                        </p:tav>
                                        <p:tav tm="100000">
                                          <p:val>
                                            <p:strVal val="#ppt_y"/>
                                          </p:val>
                                        </p:tav>
                                      </p:tavLst>
                                    </p:anim>
                                  </p:childTnLst>
                                </p:cTn>
                              </p:par>
                              <p:par>
                                <p:cTn id="740" presetID="53" presetClass="entr" presetSubtype="528" repeatCount="indefinite" fill="hold" grpId="0" nodeType="withEffect">
                                  <p:stCondLst>
                                    <p:cond delay="954"/>
                                  </p:stCondLst>
                                  <p:childTnLst>
                                    <p:set>
                                      <p:cBhvr>
                                        <p:cTn id="741" dur="1" fill="hold">
                                          <p:stCondLst>
                                            <p:cond delay="0"/>
                                          </p:stCondLst>
                                        </p:cTn>
                                        <p:tgtEl>
                                          <p:spTgt spid="571"/>
                                        </p:tgtEl>
                                        <p:attrNameLst>
                                          <p:attrName>style.visibility</p:attrName>
                                        </p:attrNameLst>
                                      </p:cBhvr>
                                      <p:to>
                                        <p:strVal val="visible"/>
                                      </p:to>
                                    </p:set>
                                    <p:anim calcmode="lin" valueType="num">
                                      <p:cBhvr>
                                        <p:cTn id="742" dur="5261" fill="hold"/>
                                        <p:tgtEl>
                                          <p:spTgt spid="571"/>
                                        </p:tgtEl>
                                        <p:attrNameLst>
                                          <p:attrName>ppt_w</p:attrName>
                                        </p:attrNameLst>
                                      </p:cBhvr>
                                      <p:tavLst>
                                        <p:tav tm="0">
                                          <p:val>
                                            <p:fltVal val="0"/>
                                          </p:val>
                                        </p:tav>
                                        <p:tav tm="100000">
                                          <p:val>
                                            <p:strVal val="#ppt_w"/>
                                          </p:val>
                                        </p:tav>
                                      </p:tavLst>
                                    </p:anim>
                                    <p:anim calcmode="lin" valueType="num">
                                      <p:cBhvr>
                                        <p:cTn id="743" dur="5261" fill="hold"/>
                                        <p:tgtEl>
                                          <p:spTgt spid="571"/>
                                        </p:tgtEl>
                                        <p:attrNameLst>
                                          <p:attrName>ppt_h</p:attrName>
                                        </p:attrNameLst>
                                      </p:cBhvr>
                                      <p:tavLst>
                                        <p:tav tm="0">
                                          <p:val>
                                            <p:fltVal val="0"/>
                                          </p:val>
                                        </p:tav>
                                        <p:tav tm="100000">
                                          <p:val>
                                            <p:strVal val="#ppt_h"/>
                                          </p:val>
                                        </p:tav>
                                      </p:tavLst>
                                    </p:anim>
                                    <p:animEffect transition="in" filter="fade">
                                      <p:cBhvr>
                                        <p:cTn id="744" dur="5261"/>
                                        <p:tgtEl>
                                          <p:spTgt spid="571"/>
                                        </p:tgtEl>
                                      </p:cBhvr>
                                    </p:animEffect>
                                    <p:anim calcmode="lin" valueType="num">
                                      <p:cBhvr>
                                        <p:cTn id="745" dur="5261" fill="hold"/>
                                        <p:tgtEl>
                                          <p:spTgt spid="571"/>
                                        </p:tgtEl>
                                        <p:attrNameLst>
                                          <p:attrName>ppt_x</p:attrName>
                                        </p:attrNameLst>
                                      </p:cBhvr>
                                      <p:tavLst>
                                        <p:tav tm="0">
                                          <p:val>
                                            <p:fltVal val="0.5"/>
                                          </p:val>
                                        </p:tav>
                                        <p:tav tm="100000">
                                          <p:val>
                                            <p:strVal val="#ppt_x"/>
                                          </p:val>
                                        </p:tav>
                                      </p:tavLst>
                                    </p:anim>
                                    <p:anim calcmode="lin" valueType="num">
                                      <p:cBhvr>
                                        <p:cTn id="746" dur="5261" fill="hold"/>
                                        <p:tgtEl>
                                          <p:spTgt spid="571"/>
                                        </p:tgtEl>
                                        <p:attrNameLst>
                                          <p:attrName>ppt_y</p:attrName>
                                        </p:attrNameLst>
                                      </p:cBhvr>
                                      <p:tavLst>
                                        <p:tav tm="0">
                                          <p:val>
                                            <p:fltVal val="0.5"/>
                                          </p:val>
                                        </p:tav>
                                        <p:tav tm="100000">
                                          <p:val>
                                            <p:strVal val="#ppt_y"/>
                                          </p:val>
                                        </p:tav>
                                      </p:tavLst>
                                    </p:anim>
                                  </p:childTnLst>
                                </p:cTn>
                              </p:par>
                              <p:par>
                                <p:cTn id="747" presetID="53" presetClass="entr" presetSubtype="528" repeatCount="indefinite" fill="hold" grpId="0" nodeType="withEffect">
                                  <p:stCondLst>
                                    <p:cond delay="494"/>
                                  </p:stCondLst>
                                  <p:childTnLst>
                                    <p:set>
                                      <p:cBhvr>
                                        <p:cTn id="748" dur="1" fill="hold">
                                          <p:stCondLst>
                                            <p:cond delay="0"/>
                                          </p:stCondLst>
                                        </p:cTn>
                                        <p:tgtEl>
                                          <p:spTgt spid="572"/>
                                        </p:tgtEl>
                                        <p:attrNameLst>
                                          <p:attrName>style.visibility</p:attrName>
                                        </p:attrNameLst>
                                      </p:cBhvr>
                                      <p:to>
                                        <p:strVal val="visible"/>
                                      </p:to>
                                    </p:set>
                                    <p:anim calcmode="lin" valueType="num">
                                      <p:cBhvr>
                                        <p:cTn id="749" dur="6404" fill="hold"/>
                                        <p:tgtEl>
                                          <p:spTgt spid="572"/>
                                        </p:tgtEl>
                                        <p:attrNameLst>
                                          <p:attrName>ppt_w</p:attrName>
                                        </p:attrNameLst>
                                      </p:cBhvr>
                                      <p:tavLst>
                                        <p:tav tm="0">
                                          <p:val>
                                            <p:fltVal val="0"/>
                                          </p:val>
                                        </p:tav>
                                        <p:tav tm="100000">
                                          <p:val>
                                            <p:strVal val="#ppt_w"/>
                                          </p:val>
                                        </p:tav>
                                      </p:tavLst>
                                    </p:anim>
                                    <p:anim calcmode="lin" valueType="num">
                                      <p:cBhvr>
                                        <p:cTn id="750" dur="6404" fill="hold"/>
                                        <p:tgtEl>
                                          <p:spTgt spid="572"/>
                                        </p:tgtEl>
                                        <p:attrNameLst>
                                          <p:attrName>ppt_h</p:attrName>
                                        </p:attrNameLst>
                                      </p:cBhvr>
                                      <p:tavLst>
                                        <p:tav tm="0">
                                          <p:val>
                                            <p:fltVal val="0"/>
                                          </p:val>
                                        </p:tav>
                                        <p:tav tm="100000">
                                          <p:val>
                                            <p:strVal val="#ppt_h"/>
                                          </p:val>
                                        </p:tav>
                                      </p:tavLst>
                                    </p:anim>
                                    <p:animEffect transition="in" filter="fade">
                                      <p:cBhvr>
                                        <p:cTn id="751" dur="6404"/>
                                        <p:tgtEl>
                                          <p:spTgt spid="572"/>
                                        </p:tgtEl>
                                      </p:cBhvr>
                                    </p:animEffect>
                                    <p:anim calcmode="lin" valueType="num">
                                      <p:cBhvr>
                                        <p:cTn id="752" dur="6404" fill="hold"/>
                                        <p:tgtEl>
                                          <p:spTgt spid="572"/>
                                        </p:tgtEl>
                                        <p:attrNameLst>
                                          <p:attrName>ppt_x</p:attrName>
                                        </p:attrNameLst>
                                      </p:cBhvr>
                                      <p:tavLst>
                                        <p:tav tm="0">
                                          <p:val>
                                            <p:fltVal val="0.5"/>
                                          </p:val>
                                        </p:tav>
                                        <p:tav tm="100000">
                                          <p:val>
                                            <p:strVal val="#ppt_x"/>
                                          </p:val>
                                        </p:tav>
                                      </p:tavLst>
                                    </p:anim>
                                    <p:anim calcmode="lin" valueType="num">
                                      <p:cBhvr>
                                        <p:cTn id="753" dur="6404" fill="hold"/>
                                        <p:tgtEl>
                                          <p:spTgt spid="572"/>
                                        </p:tgtEl>
                                        <p:attrNameLst>
                                          <p:attrName>ppt_y</p:attrName>
                                        </p:attrNameLst>
                                      </p:cBhvr>
                                      <p:tavLst>
                                        <p:tav tm="0">
                                          <p:val>
                                            <p:fltVal val="0.5"/>
                                          </p:val>
                                        </p:tav>
                                        <p:tav tm="100000">
                                          <p:val>
                                            <p:strVal val="#ppt_y"/>
                                          </p:val>
                                        </p:tav>
                                      </p:tavLst>
                                    </p:anim>
                                  </p:childTnLst>
                                </p:cTn>
                              </p:par>
                              <p:par>
                                <p:cTn id="754" presetID="53" presetClass="entr" presetSubtype="528" repeatCount="indefinite" fill="hold" grpId="0" nodeType="withEffect">
                                  <p:stCondLst>
                                    <p:cond delay="1901"/>
                                  </p:stCondLst>
                                  <p:childTnLst>
                                    <p:set>
                                      <p:cBhvr>
                                        <p:cTn id="755" dur="1" fill="hold">
                                          <p:stCondLst>
                                            <p:cond delay="0"/>
                                          </p:stCondLst>
                                        </p:cTn>
                                        <p:tgtEl>
                                          <p:spTgt spid="573"/>
                                        </p:tgtEl>
                                        <p:attrNameLst>
                                          <p:attrName>style.visibility</p:attrName>
                                        </p:attrNameLst>
                                      </p:cBhvr>
                                      <p:to>
                                        <p:strVal val="visible"/>
                                      </p:to>
                                    </p:set>
                                    <p:anim calcmode="lin" valueType="num">
                                      <p:cBhvr>
                                        <p:cTn id="756" dur="6419" fill="hold"/>
                                        <p:tgtEl>
                                          <p:spTgt spid="573"/>
                                        </p:tgtEl>
                                        <p:attrNameLst>
                                          <p:attrName>ppt_w</p:attrName>
                                        </p:attrNameLst>
                                      </p:cBhvr>
                                      <p:tavLst>
                                        <p:tav tm="0">
                                          <p:val>
                                            <p:fltVal val="0"/>
                                          </p:val>
                                        </p:tav>
                                        <p:tav tm="100000">
                                          <p:val>
                                            <p:strVal val="#ppt_w"/>
                                          </p:val>
                                        </p:tav>
                                      </p:tavLst>
                                    </p:anim>
                                    <p:anim calcmode="lin" valueType="num">
                                      <p:cBhvr>
                                        <p:cTn id="757" dur="6419" fill="hold"/>
                                        <p:tgtEl>
                                          <p:spTgt spid="573"/>
                                        </p:tgtEl>
                                        <p:attrNameLst>
                                          <p:attrName>ppt_h</p:attrName>
                                        </p:attrNameLst>
                                      </p:cBhvr>
                                      <p:tavLst>
                                        <p:tav tm="0">
                                          <p:val>
                                            <p:fltVal val="0"/>
                                          </p:val>
                                        </p:tav>
                                        <p:tav tm="100000">
                                          <p:val>
                                            <p:strVal val="#ppt_h"/>
                                          </p:val>
                                        </p:tav>
                                      </p:tavLst>
                                    </p:anim>
                                    <p:animEffect transition="in" filter="fade">
                                      <p:cBhvr>
                                        <p:cTn id="758" dur="6419"/>
                                        <p:tgtEl>
                                          <p:spTgt spid="573"/>
                                        </p:tgtEl>
                                      </p:cBhvr>
                                    </p:animEffect>
                                    <p:anim calcmode="lin" valueType="num">
                                      <p:cBhvr>
                                        <p:cTn id="759" dur="6419" fill="hold"/>
                                        <p:tgtEl>
                                          <p:spTgt spid="573"/>
                                        </p:tgtEl>
                                        <p:attrNameLst>
                                          <p:attrName>ppt_x</p:attrName>
                                        </p:attrNameLst>
                                      </p:cBhvr>
                                      <p:tavLst>
                                        <p:tav tm="0">
                                          <p:val>
                                            <p:fltVal val="0.5"/>
                                          </p:val>
                                        </p:tav>
                                        <p:tav tm="100000">
                                          <p:val>
                                            <p:strVal val="#ppt_x"/>
                                          </p:val>
                                        </p:tav>
                                      </p:tavLst>
                                    </p:anim>
                                    <p:anim calcmode="lin" valueType="num">
                                      <p:cBhvr>
                                        <p:cTn id="760" dur="6419" fill="hold"/>
                                        <p:tgtEl>
                                          <p:spTgt spid="573"/>
                                        </p:tgtEl>
                                        <p:attrNameLst>
                                          <p:attrName>ppt_y</p:attrName>
                                        </p:attrNameLst>
                                      </p:cBhvr>
                                      <p:tavLst>
                                        <p:tav tm="0">
                                          <p:val>
                                            <p:fltVal val="0.5"/>
                                          </p:val>
                                        </p:tav>
                                        <p:tav tm="100000">
                                          <p:val>
                                            <p:strVal val="#ppt_y"/>
                                          </p:val>
                                        </p:tav>
                                      </p:tavLst>
                                    </p:anim>
                                  </p:childTnLst>
                                </p:cTn>
                              </p:par>
                              <p:par>
                                <p:cTn id="761" presetID="53" presetClass="entr" presetSubtype="528" repeatCount="indefinite" fill="hold" grpId="0" nodeType="withEffect">
                                  <p:stCondLst>
                                    <p:cond delay="367"/>
                                  </p:stCondLst>
                                  <p:childTnLst>
                                    <p:set>
                                      <p:cBhvr>
                                        <p:cTn id="762" dur="1" fill="hold">
                                          <p:stCondLst>
                                            <p:cond delay="0"/>
                                          </p:stCondLst>
                                        </p:cTn>
                                        <p:tgtEl>
                                          <p:spTgt spid="587"/>
                                        </p:tgtEl>
                                        <p:attrNameLst>
                                          <p:attrName>style.visibility</p:attrName>
                                        </p:attrNameLst>
                                      </p:cBhvr>
                                      <p:to>
                                        <p:strVal val="visible"/>
                                      </p:to>
                                    </p:set>
                                    <p:anim calcmode="lin" valueType="num">
                                      <p:cBhvr>
                                        <p:cTn id="763" dur="7266" fill="hold"/>
                                        <p:tgtEl>
                                          <p:spTgt spid="587"/>
                                        </p:tgtEl>
                                        <p:attrNameLst>
                                          <p:attrName>ppt_w</p:attrName>
                                        </p:attrNameLst>
                                      </p:cBhvr>
                                      <p:tavLst>
                                        <p:tav tm="0">
                                          <p:val>
                                            <p:fltVal val="0"/>
                                          </p:val>
                                        </p:tav>
                                        <p:tav tm="100000">
                                          <p:val>
                                            <p:strVal val="#ppt_w"/>
                                          </p:val>
                                        </p:tav>
                                      </p:tavLst>
                                    </p:anim>
                                    <p:anim calcmode="lin" valueType="num">
                                      <p:cBhvr>
                                        <p:cTn id="764" dur="7266" fill="hold"/>
                                        <p:tgtEl>
                                          <p:spTgt spid="587"/>
                                        </p:tgtEl>
                                        <p:attrNameLst>
                                          <p:attrName>ppt_h</p:attrName>
                                        </p:attrNameLst>
                                      </p:cBhvr>
                                      <p:tavLst>
                                        <p:tav tm="0">
                                          <p:val>
                                            <p:fltVal val="0"/>
                                          </p:val>
                                        </p:tav>
                                        <p:tav tm="100000">
                                          <p:val>
                                            <p:strVal val="#ppt_h"/>
                                          </p:val>
                                        </p:tav>
                                      </p:tavLst>
                                    </p:anim>
                                    <p:animEffect transition="in" filter="fade">
                                      <p:cBhvr>
                                        <p:cTn id="765" dur="7266"/>
                                        <p:tgtEl>
                                          <p:spTgt spid="587"/>
                                        </p:tgtEl>
                                      </p:cBhvr>
                                    </p:animEffect>
                                    <p:anim calcmode="lin" valueType="num">
                                      <p:cBhvr>
                                        <p:cTn id="766" dur="7266" fill="hold"/>
                                        <p:tgtEl>
                                          <p:spTgt spid="587"/>
                                        </p:tgtEl>
                                        <p:attrNameLst>
                                          <p:attrName>ppt_x</p:attrName>
                                        </p:attrNameLst>
                                      </p:cBhvr>
                                      <p:tavLst>
                                        <p:tav tm="0">
                                          <p:val>
                                            <p:fltVal val="0.5"/>
                                          </p:val>
                                        </p:tav>
                                        <p:tav tm="100000">
                                          <p:val>
                                            <p:strVal val="#ppt_x"/>
                                          </p:val>
                                        </p:tav>
                                      </p:tavLst>
                                    </p:anim>
                                    <p:anim calcmode="lin" valueType="num">
                                      <p:cBhvr>
                                        <p:cTn id="767" dur="7266" fill="hold"/>
                                        <p:tgtEl>
                                          <p:spTgt spid="587"/>
                                        </p:tgtEl>
                                        <p:attrNameLst>
                                          <p:attrName>ppt_y</p:attrName>
                                        </p:attrNameLst>
                                      </p:cBhvr>
                                      <p:tavLst>
                                        <p:tav tm="0">
                                          <p:val>
                                            <p:fltVal val="0.5"/>
                                          </p:val>
                                        </p:tav>
                                        <p:tav tm="100000">
                                          <p:val>
                                            <p:strVal val="#ppt_y"/>
                                          </p:val>
                                        </p:tav>
                                      </p:tavLst>
                                    </p:anim>
                                  </p:childTnLst>
                                </p:cTn>
                              </p:par>
                              <p:par>
                                <p:cTn id="768" presetID="53" presetClass="entr" presetSubtype="528" repeatCount="indefinite" fill="hold" grpId="0" nodeType="withEffect">
                                  <p:stCondLst>
                                    <p:cond delay="961"/>
                                  </p:stCondLst>
                                  <p:childTnLst>
                                    <p:set>
                                      <p:cBhvr>
                                        <p:cTn id="769" dur="1" fill="hold">
                                          <p:stCondLst>
                                            <p:cond delay="0"/>
                                          </p:stCondLst>
                                        </p:cTn>
                                        <p:tgtEl>
                                          <p:spTgt spid="590"/>
                                        </p:tgtEl>
                                        <p:attrNameLst>
                                          <p:attrName>style.visibility</p:attrName>
                                        </p:attrNameLst>
                                      </p:cBhvr>
                                      <p:to>
                                        <p:strVal val="visible"/>
                                      </p:to>
                                    </p:set>
                                    <p:anim calcmode="lin" valueType="num">
                                      <p:cBhvr>
                                        <p:cTn id="770" dur="6578" fill="hold"/>
                                        <p:tgtEl>
                                          <p:spTgt spid="590"/>
                                        </p:tgtEl>
                                        <p:attrNameLst>
                                          <p:attrName>ppt_w</p:attrName>
                                        </p:attrNameLst>
                                      </p:cBhvr>
                                      <p:tavLst>
                                        <p:tav tm="0">
                                          <p:val>
                                            <p:fltVal val="0"/>
                                          </p:val>
                                        </p:tav>
                                        <p:tav tm="100000">
                                          <p:val>
                                            <p:strVal val="#ppt_w"/>
                                          </p:val>
                                        </p:tav>
                                      </p:tavLst>
                                    </p:anim>
                                    <p:anim calcmode="lin" valueType="num">
                                      <p:cBhvr>
                                        <p:cTn id="771" dur="6578" fill="hold"/>
                                        <p:tgtEl>
                                          <p:spTgt spid="590"/>
                                        </p:tgtEl>
                                        <p:attrNameLst>
                                          <p:attrName>ppt_h</p:attrName>
                                        </p:attrNameLst>
                                      </p:cBhvr>
                                      <p:tavLst>
                                        <p:tav tm="0">
                                          <p:val>
                                            <p:fltVal val="0"/>
                                          </p:val>
                                        </p:tav>
                                        <p:tav tm="100000">
                                          <p:val>
                                            <p:strVal val="#ppt_h"/>
                                          </p:val>
                                        </p:tav>
                                      </p:tavLst>
                                    </p:anim>
                                    <p:animEffect transition="in" filter="fade">
                                      <p:cBhvr>
                                        <p:cTn id="772" dur="6578"/>
                                        <p:tgtEl>
                                          <p:spTgt spid="590"/>
                                        </p:tgtEl>
                                      </p:cBhvr>
                                    </p:animEffect>
                                    <p:anim calcmode="lin" valueType="num">
                                      <p:cBhvr>
                                        <p:cTn id="773" dur="6578" fill="hold"/>
                                        <p:tgtEl>
                                          <p:spTgt spid="590"/>
                                        </p:tgtEl>
                                        <p:attrNameLst>
                                          <p:attrName>ppt_x</p:attrName>
                                        </p:attrNameLst>
                                      </p:cBhvr>
                                      <p:tavLst>
                                        <p:tav tm="0">
                                          <p:val>
                                            <p:fltVal val="0.5"/>
                                          </p:val>
                                        </p:tav>
                                        <p:tav tm="100000">
                                          <p:val>
                                            <p:strVal val="#ppt_x"/>
                                          </p:val>
                                        </p:tav>
                                      </p:tavLst>
                                    </p:anim>
                                    <p:anim calcmode="lin" valueType="num">
                                      <p:cBhvr>
                                        <p:cTn id="774" dur="6578" fill="hold"/>
                                        <p:tgtEl>
                                          <p:spTgt spid="590"/>
                                        </p:tgtEl>
                                        <p:attrNameLst>
                                          <p:attrName>ppt_y</p:attrName>
                                        </p:attrNameLst>
                                      </p:cBhvr>
                                      <p:tavLst>
                                        <p:tav tm="0">
                                          <p:val>
                                            <p:fltVal val="0.5"/>
                                          </p:val>
                                        </p:tav>
                                        <p:tav tm="100000">
                                          <p:val>
                                            <p:strVal val="#ppt_y"/>
                                          </p:val>
                                        </p:tav>
                                      </p:tavLst>
                                    </p:anim>
                                  </p:childTnLst>
                                </p:cTn>
                              </p:par>
                              <p:par>
                                <p:cTn id="775" presetID="53" presetClass="entr" presetSubtype="528" repeatCount="indefinite" fill="hold" grpId="0" nodeType="withEffect">
                                  <p:stCondLst>
                                    <p:cond delay="640"/>
                                  </p:stCondLst>
                                  <p:childTnLst>
                                    <p:set>
                                      <p:cBhvr>
                                        <p:cTn id="776" dur="1" fill="hold">
                                          <p:stCondLst>
                                            <p:cond delay="0"/>
                                          </p:stCondLst>
                                        </p:cTn>
                                        <p:tgtEl>
                                          <p:spTgt spid="591"/>
                                        </p:tgtEl>
                                        <p:attrNameLst>
                                          <p:attrName>style.visibility</p:attrName>
                                        </p:attrNameLst>
                                      </p:cBhvr>
                                      <p:to>
                                        <p:strVal val="visible"/>
                                      </p:to>
                                    </p:set>
                                    <p:anim calcmode="lin" valueType="num">
                                      <p:cBhvr>
                                        <p:cTn id="777" dur="5112" fill="hold"/>
                                        <p:tgtEl>
                                          <p:spTgt spid="591"/>
                                        </p:tgtEl>
                                        <p:attrNameLst>
                                          <p:attrName>ppt_w</p:attrName>
                                        </p:attrNameLst>
                                      </p:cBhvr>
                                      <p:tavLst>
                                        <p:tav tm="0">
                                          <p:val>
                                            <p:fltVal val="0"/>
                                          </p:val>
                                        </p:tav>
                                        <p:tav tm="100000">
                                          <p:val>
                                            <p:strVal val="#ppt_w"/>
                                          </p:val>
                                        </p:tav>
                                      </p:tavLst>
                                    </p:anim>
                                    <p:anim calcmode="lin" valueType="num">
                                      <p:cBhvr>
                                        <p:cTn id="778" dur="5112" fill="hold"/>
                                        <p:tgtEl>
                                          <p:spTgt spid="591"/>
                                        </p:tgtEl>
                                        <p:attrNameLst>
                                          <p:attrName>ppt_h</p:attrName>
                                        </p:attrNameLst>
                                      </p:cBhvr>
                                      <p:tavLst>
                                        <p:tav tm="0">
                                          <p:val>
                                            <p:fltVal val="0"/>
                                          </p:val>
                                        </p:tav>
                                        <p:tav tm="100000">
                                          <p:val>
                                            <p:strVal val="#ppt_h"/>
                                          </p:val>
                                        </p:tav>
                                      </p:tavLst>
                                    </p:anim>
                                    <p:animEffect transition="in" filter="fade">
                                      <p:cBhvr>
                                        <p:cTn id="779" dur="5112"/>
                                        <p:tgtEl>
                                          <p:spTgt spid="591"/>
                                        </p:tgtEl>
                                      </p:cBhvr>
                                    </p:animEffect>
                                    <p:anim calcmode="lin" valueType="num">
                                      <p:cBhvr>
                                        <p:cTn id="780" dur="5112" fill="hold"/>
                                        <p:tgtEl>
                                          <p:spTgt spid="591"/>
                                        </p:tgtEl>
                                        <p:attrNameLst>
                                          <p:attrName>ppt_x</p:attrName>
                                        </p:attrNameLst>
                                      </p:cBhvr>
                                      <p:tavLst>
                                        <p:tav tm="0">
                                          <p:val>
                                            <p:fltVal val="0.5"/>
                                          </p:val>
                                        </p:tav>
                                        <p:tav tm="100000">
                                          <p:val>
                                            <p:strVal val="#ppt_x"/>
                                          </p:val>
                                        </p:tav>
                                      </p:tavLst>
                                    </p:anim>
                                    <p:anim calcmode="lin" valueType="num">
                                      <p:cBhvr>
                                        <p:cTn id="781" dur="5112" fill="hold"/>
                                        <p:tgtEl>
                                          <p:spTgt spid="591"/>
                                        </p:tgtEl>
                                        <p:attrNameLst>
                                          <p:attrName>ppt_y</p:attrName>
                                        </p:attrNameLst>
                                      </p:cBhvr>
                                      <p:tavLst>
                                        <p:tav tm="0">
                                          <p:val>
                                            <p:fltVal val="0.5"/>
                                          </p:val>
                                        </p:tav>
                                        <p:tav tm="100000">
                                          <p:val>
                                            <p:strVal val="#ppt_y"/>
                                          </p:val>
                                        </p:tav>
                                      </p:tavLst>
                                    </p:anim>
                                  </p:childTnLst>
                                </p:cTn>
                              </p:par>
                              <p:par>
                                <p:cTn id="782" presetID="53" presetClass="entr" presetSubtype="528" repeatCount="indefinite" fill="hold" grpId="0" nodeType="withEffect">
                                  <p:stCondLst>
                                    <p:cond delay="1664"/>
                                  </p:stCondLst>
                                  <p:childTnLst>
                                    <p:set>
                                      <p:cBhvr>
                                        <p:cTn id="783" dur="1" fill="hold">
                                          <p:stCondLst>
                                            <p:cond delay="0"/>
                                          </p:stCondLst>
                                        </p:cTn>
                                        <p:tgtEl>
                                          <p:spTgt spid="592"/>
                                        </p:tgtEl>
                                        <p:attrNameLst>
                                          <p:attrName>style.visibility</p:attrName>
                                        </p:attrNameLst>
                                      </p:cBhvr>
                                      <p:to>
                                        <p:strVal val="visible"/>
                                      </p:to>
                                    </p:set>
                                    <p:anim calcmode="lin" valueType="num">
                                      <p:cBhvr>
                                        <p:cTn id="784" dur="5239" fill="hold"/>
                                        <p:tgtEl>
                                          <p:spTgt spid="592"/>
                                        </p:tgtEl>
                                        <p:attrNameLst>
                                          <p:attrName>ppt_w</p:attrName>
                                        </p:attrNameLst>
                                      </p:cBhvr>
                                      <p:tavLst>
                                        <p:tav tm="0">
                                          <p:val>
                                            <p:fltVal val="0"/>
                                          </p:val>
                                        </p:tav>
                                        <p:tav tm="100000">
                                          <p:val>
                                            <p:strVal val="#ppt_w"/>
                                          </p:val>
                                        </p:tav>
                                      </p:tavLst>
                                    </p:anim>
                                    <p:anim calcmode="lin" valueType="num">
                                      <p:cBhvr>
                                        <p:cTn id="785" dur="5239" fill="hold"/>
                                        <p:tgtEl>
                                          <p:spTgt spid="592"/>
                                        </p:tgtEl>
                                        <p:attrNameLst>
                                          <p:attrName>ppt_h</p:attrName>
                                        </p:attrNameLst>
                                      </p:cBhvr>
                                      <p:tavLst>
                                        <p:tav tm="0">
                                          <p:val>
                                            <p:fltVal val="0"/>
                                          </p:val>
                                        </p:tav>
                                        <p:tav tm="100000">
                                          <p:val>
                                            <p:strVal val="#ppt_h"/>
                                          </p:val>
                                        </p:tav>
                                      </p:tavLst>
                                    </p:anim>
                                    <p:animEffect transition="in" filter="fade">
                                      <p:cBhvr>
                                        <p:cTn id="786" dur="5239"/>
                                        <p:tgtEl>
                                          <p:spTgt spid="592"/>
                                        </p:tgtEl>
                                      </p:cBhvr>
                                    </p:animEffect>
                                    <p:anim calcmode="lin" valueType="num">
                                      <p:cBhvr>
                                        <p:cTn id="787" dur="5239" fill="hold"/>
                                        <p:tgtEl>
                                          <p:spTgt spid="592"/>
                                        </p:tgtEl>
                                        <p:attrNameLst>
                                          <p:attrName>ppt_x</p:attrName>
                                        </p:attrNameLst>
                                      </p:cBhvr>
                                      <p:tavLst>
                                        <p:tav tm="0">
                                          <p:val>
                                            <p:fltVal val="0.5"/>
                                          </p:val>
                                        </p:tav>
                                        <p:tav tm="100000">
                                          <p:val>
                                            <p:strVal val="#ppt_x"/>
                                          </p:val>
                                        </p:tav>
                                      </p:tavLst>
                                    </p:anim>
                                    <p:anim calcmode="lin" valueType="num">
                                      <p:cBhvr>
                                        <p:cTn id="788" dur="5239" fill="hold"/>
                                        <p:tgtEl>
                                          <p:spTgt spid="592"/>
                                        </p:tgtEl>
                                        <p:attrNameLst>
                                          <p:attrName>ppt_y</p:attrName>
                                        </p:attrNameLst>
                                      </p:cBhvr>
                                      <p:tavLst>
                                        <p:tav tm="0">
                                          <p:val>
                                            <p:fltVal val="0.5"/>
                                          </p:val>
                                        </p:tav>
                                        <p:tav tm="100000">
                                          <p:val>
                                            <p:strVal val="#ppt_y"/>
                                          </p:val>
                                        </p:tav>
                                      </p:tavLst>
                                    </p:anim>
                                  </p:childTnLst>
                                </p:cTn>
                              </p:par>
                              <p:par>
                                <p:cTn id="789" presetID="53" presetClass="entr" presetSubtype="528" repeatCount="indefinite" fill="hold" grpId="0" nodeType="withEffect">
                                  <p:stCondLst>
                                    <p:cond delay="385"/>
                                  </p:stCondLst>
                                  <p:childTnLst>
                                    <p:set>
                                      <p:cBhvr>
                                        <p:cTn id="790" dur="1" fill="hold">
                                          <p:stCondLst>
                                            <p:cond delay="0"/>
                                          </p:stCondLst>
                                        </p:cTn>
                                        <p:tgtEl>
                                          <p:spTgt spid="596"/>
                                        </p:tgtEl>
                                        <p:attrNameLst>
                                          <p:attrName>style.visibility</p:attrName>
                                        </p:attrNameLst>
                                      </p:cBhvr>
                                      <p:to>
                                        <p:strVal val="visible"/>
                                      </p:to>
                                    </p:set>
                                    <p:anim calcmode="lin" valueType="num">
                                      <p:cBhvr>
                                        <p:cTn id="791" dur="5535" fill="hold"/>
                                        <p:tgtEl>
                                          <p:spTgt spid="596"/>
                                        </p:tgtEl>
                                        <p:attrNameLst>
                                          <p:attrName>ppt_w</p:attrName>
                                        </p:attrNameLst>
                                      </p:cBhvr>
                                      <p:tavLst>
                                        <p:tav tm="0">
                                          <p:val>
                                            <p:fltVal val="0"/>
                                          </p:val>
                                        </p:tav>
                                        <p:tav tm="100000">
                                          <p:val>
                                            <p:strVal val="#ppt_w"/>
                                          </p:val>
                                        </p:tav>
                                      </p:tavLst>
                                    </p:anim>
                                    <p:anim calcmode="lin" valueType="num">
                                      <p:cBhvr>
                                        <p:cTn id="792" dur="5535" fill="hold"/>
                                        <p:tgtEl>
                                          <p:spTgt spid="596"/>
                                        </p:tgtEl>
                                        <p:attrNameLst>
                                          <p:attrName>ppt_h</p:attrName>
                                        </p:attrNameLst>
                                      </p:cBhvr>
                                      <p:tavLst>
                                        <p:tav tm="0">
                                          <p:val>
                                            <p:fltVal val="0"/>
                                          </p:val>
                                        </p:tav>
                                        <p:tav tm="100000">
                                          <p:val>
                                            <p:strVal val="#ppt_h"/>
                                          </p:val>
                                        </p:tav>
                                      </p:tavLst>
                                    </p:anim>
                                    <p:animEffect transition="in" filter="fade">
                                      <p:cBhvr>
                                        <p:cTn id="793" dur="5535"/>
                                        <p:tgtEl>
                                          <p:spTgt spid="596"/>
                                        </p:tgtEl>
                                      </p:cBhvr>
                                    </p:animEffect>
                                    <p:anim calcmode="lin" valueType="num">
                                      <p:cBhvr>
                                        <p:cTn id="794" dur="5535" fill="hold"/>
                                        <p:tgtEl>
                                          <p:spTgt spid="596"/>
                                        </p:tgtEl>
                                        <p:attrNameLst>
                                          <p:attrName>ppt_x</p:attrName>
                                        </p:attrNameLst>
                                      </p:cBhvr>
                                      <p:tavLst>
                                        <p:tav tm="0">
                                          <p:val>
                                            <p:fltVal val="0.5"/>
                                          </p:val>
                                        </p:tav>
                                        <p:tav tm="100000">
                                          <p:val>
                                            <p:strVal val="#ppt_x"/>
                                          </p:val>
                                        </p:tav>
                                      </p:tavLst>
                                    </p:anim>
                                    <p:anim calcmode="lin" valueType="num">
                                      <p:cBhvr>
                                        <p:cTn id="795" dur="5535" fill="hold"/>
                                        <p:tgtEl>
                                          <p:spTgt spid="596"/>
                                        </p:tgtEl>
                                        <p:attrNameLst>
                                          <p:attrName>ppt_y</p:attrName>
                                        </p:attrNameLst>
                                      </p:cBhvr>
                                      <p:tavLst>
                                        <p:tav tm="0">
                                          <p:val>
                                            <p:fltVal val="0.5"/>
                                          </p:val>
                                        </p:tav>
                                        <p:tav tm="100000">
                                          <p:val>
                                            <p:strVal val="#ppt_y"/>
                                          </p:val>
                                        </p:tav>
                                      </p:tavLst>
                                    </p:anim>
                                  </p:childTnLst>
                                </p:cTn>
                              </p:par>
                              <p:par>
                                <p:cTn id="796" presetID="53" presetClass="entr" presetSubtype="528" repeatCount="indefinite" fill="hold" grpId="0" nodeType="withEffect">
                                  <p:stCondLst>
                                    <p:cond delay="430"/>
                                  </p:stCondLst>
                                  <p:childTnLst>
                                    <p:set>
                                      <p:cBhvr>
                                        <p:cTn id="797" dur="1" fill="hold">
                                          <p:stCondLst>
                                            <p:cond delay="0"/>
                                          </p:stCondLst>
                                        </p:cTn>
                                        <p:tgtEl>
                                          <p:spTgt spid="597"/>
                                        </p:tgtEl>
                                        <p:attrNameLst>
                                          <p:attrName>style.visibility</p:attrName>
                                        </p:attrNameLst>
                                      </p:cBhvr>
                                      <p:to>
                                        <p:strVal val="visible"/>
                                      </p:to>
                                    </p:set>
                                    <p:anim calcmode="lin" valueType="num">
                                      <p:cBhvr>
                                        <p:cTn id="798" dur="5003" fill="hold"/>
                                        <p:tgtEl>
                                          <p:spTgt spid="597"/>
                                        </p:tgtEl>
                                        <p:attrNameLst>
                                          <p:attrName>ppt_w</p:attrName>
                                        </p:attrNameLst>
                                      </p:cBhvr>
                                      <p:tavLst>
                                        <p:tav tm="0">
                                          <p:val>
                                            <p:fltVal val="0"/>
                                          </p:val>
                                        </p:tav>
                                        <p:tav tm="100000">
                                          <p:val>
                                            <p:strVal val="#ppt_w"/>
                                          </p:val>
                                        </p:tav>
                                      </p:tavLst>
                                    </p:anim>
                                    <p:anim calcmode="lin" valueType="num">
                                      <p:cBhvr>
                                        <p:cTn id="799" dur="5003" fill="hold"/>
                                        <p:tgtEl>
                                          <p:spTgt spid="597"/>
                                        </p:tgtEl>
                                        <p:attrNameLst>
                                          <p:attrName>ppt_h</p:attrName>
                                        </p:attrNameLst>
                                      </p:cBhvr>
                                      <p:tavLst>
                                        <p:tav tm="0">
                                          <p:val>
                                            <p:fltVal val="0"/>
                                          </p:val>
                                        </p:tav>
                                        <p:tav tm="100000">
                                          <p:val>
                                            <p:strVal val="#ppt_h"/>
                                          </p:val>
                                        </p:tav>
                                      </p:tavLst>
                                    </p:anim>
                                    <p:animEffect transition="in" filter="fade">
                                      <p:cBhvr>
                                        <p:cTn id="800" dur="5003"/>
                                        <p:tgtEl>
                                          <p:spTgt spid="597"/>
                                        </p:tgtEl>
                                      </p:cBhvr>
                                    </p:animEffect>
                                    <p:anim calcmode="lin" valueType="num">
                                      <p:cBhvr>
                                        <p:cTn id="801" dur="5003" fill="hold"/>
                                        <p:tgtEl>
                                          <p:spTgt spid="597"/>
                                        </p:tgtEl>
                                        <p:attrNameLst>
                                          <p:attrName>ppt_x</p:attrName>
                                        </p:attrNameLst>
                                      </p:cBhvr>
                                      <p:tavLst>
                                        <p:tav tm="0">
                                          <p:val>
                                            <p:fltVal val="0.5"/>
                                          </p:val>
                                        </p:tav>
                                        <p:tav tm="100000">
                                          <p:val>
                                            <p:strVal val="#ppt_x"/>
                                          </p:val>
                                        </p:tav>
                                      </p:tavLst>
                                    </p:anim>
                                    <p:anim calcmode="lin" valueType="num">
                                      <p:cBhvr>
                                        <p:cTn id="802" dur="5003" fill="hold"/>
                                        <p:tgtEl>
                                          <p:spTgt spid="597"/>
                                        </p:tgtEl>
                                        <p:attrNameLst>
                                          <p:attrName>ppt_y</p:attrName>
                                        </p:attrNameLst>
                                      </p:cBhvr>
                                      <p:tavLst>
                                        <p:tav tm="0">
                                          <p:val>
                                            <p:fltVal val="0.5"/>
                                          </p:val>
                                        </p:tav>
                                        <p:tav tm="100000">
                                          <p:val>
                                            <p:strVal val="#ppt_y"/>
                                          </p:val>
                                        </p:tav>
                                      </p:tavLst>
                                    </p:anim>
                                  </p:childTnLst>
                                </p:cTn>
                              </p:par>
                              <p:par>
                                <p:cTn id="803" presetID="53" presetClass="entr" presetSubtype="528" repeatCount="indefinite" fill="hold" grpId="0" nodeType="withEffect">
                                  <p:stCondLst>
                                    <p:cond delay="1048"/>
                                  </p:stCondLst>
                                  <p:childTnLst>
                                    <p:set>
                                      <p:cBhvr>
                                        <p:cTn id="804" dur="1" fill="hold">
                                          <p:stCondLst>
                                            <p:cond delay="0"/>
                                          </p:stCondLst>
                                        </p:cTn>
                                        <p:tgtEl>
                                          <p:spTgt spid="598"/>
                                        </p:tgtEl>
                                        <p:attrNameLst>
                                          <p:attrName>style.visibility</p:attrName>
                                        </p:attrNameLst>
                                      </p:cBhvr>
                                      <p:to>
                                        <p:strVal val="visible"/>
                                      </p:to>
                                    </p:set>
                                    <p:anim calcmode="lin" valueType="num">
                                      <p:cBhvr>
                                        <p:cTn id="805" dur="5033" fill="hold"/>
                                        <p:tgtEl>
                                          <p:spTgt spid="598"/>
                                        </p:tgtEl>
                                        <p:attrNameLst>
                                          <p:attrName>ppt_w</p:attrName>
                                        </p:attrNameLst>
                                      </p:cBhvr>
                                      <p:tavLst>
                                        <p:tav tm="0">
                                          <p:val>
                                            <p:fltVal val="0"/>
                                          </p:val>
                                        </p:tav>
                                        <p:tav tm="100000">
                                          <p:val>
                                            <p:strVal val="#ppt_w"/>
                                          </p:val>
                                        </p:tav>
                                      </p:tavLst>
                                    </p:anim>
                                    <p:anim calcmode="lin" valueType="num">
                                      <p:cBhvr>
                                        <p:cTn id="806" dur="5033" fill="hold"/>
                                        <p:tgtEl>
                                          <p:spTgt spid="598"/>
                                        </p:tgtEl>
                                        <p:attrNameLst>
                                          <p:attrName>ppt_h</p:attrName>
                                        </p:attrNameLst>
                                      </p:cBhvr>
                                      <p:tavLst>
                                        <p:tav tm="0">
                                          <p:val>
                                            <p:fltVal val="0"/>
                                          </p:val>
                                        </p:tav>
                                        <p:tav tm="100000">
                                          <p:val>
                                            <p:strVal val="#ppt_h"/>
                                          </p:val>
                                        </p:tav>
                                      </p:tavLst>
                                    </p:anim>
                                    <p:animEffect transition="in" filter="fade">
                                      <p:cBhvr>
                                        <p:cTn id="807" dur="5033"/>
                                        <p:tgtEl>
                                          <p:spTgt spid="598"/>
                                        </p:tgtEl>
                                      </p:cBhvr>
                                    </p:animEffect>
                                    <p:anim calcmode="lin" valueType="num">
                                      <p:cBhvr>
                                        <p:cTn id="808" dur="5033" fill="hold"/>
                                        <p:tgtEl>
                                          <p:spTgt spid="598"/>
                                        </p:tgtEl>
                                        <p:attrNameLst>
                                          <p:attrName>ppt_x</p:attrName>
                                        </p:attrNameLst>
                                      </p:cBhvr>
                                      <p:tavLst>
                                        <p:tav tm="0">
                                          <p:val>
                                            <p:fltVal val="0.5"/>
                                          </p:val>
                                        </p:tav>
                                        <p:tav tm="100000">
                                          <p:val>
                                            <p:strVal val="#ppt_x"/>
                                          </p:val>
                                        </p:tav>
                                      </p:tavLst>
                                    </p:anim>
                                    <p:anim calcmode="lin" valueType="num">
                                      <p:cBhvr>
                                        <p:cTn id="809" dur="5033" fill="hold"/>
                                        <p:tgtEl>
                                          <p:spTgt spid="598"/>
                                        </p:tgtEl>
                                        <p:attrNameLst>
                                          <p:attrName>ppt_y</p:attrName>
                                        </p:attrNameLst>
                                      </p:cBhvr>
                                      <p:tavLst>
                                        <p:tav tm="0">
                                          <p:val>
                                            <p:fltVal val="0.5"/>
                                          </p:val>
                                        </p:tav>
                                        <p:tav tm="100000">
                                          <p:val>
                                            <p:strVal val="#ppt_y"/>
                                          </p:val>
                                        </p:tav>
                                      </p:tavLst>
                                    </p:anim>
                                  </p:childTnLst>
                                </p:cTn>
                              </p:par>
                              <p:par>
                                <p:cTn id="810" presetID="53" presetClass="entr" presetSubtype="528" repeatCount="indefinite" fill="hold" grpId="0" nodeType="withEffect">
                                  <p:stCondLst>
                                    <p:cond delay="1359"/>
                                  </p:stCondLst>
                                  <p:childTnLst>
                                    <p:set>
                                      <p:cBhvr>
                                        <p:cTn id="811" dur="1" fill="hold">
                                          <p:stCondLst>
                                            <p:cond delay="0"/>
                                          </p:stCondLst>
                                        </p:cTn>
                                        <p:tgtEl>
                                          <p:spTgt spid="599"/>
                                        </p:tgtEl>
                                        <p:attrNameLst>
                                          <p:attrName>style.visibility</p:attrName>
                                        </p:attrNameLst>
                                      </p:cBhvr>
                                      <p:to>
                                        <p:strVal val="visible"/>
                                      </p:to>
                                    </p:set>
                                    <p:anim calcmode="lin" valueType="num">
                                      <p:cBhvr>
                                        <p:cTn id="812" dur="6787" fill="hold"/>
                                        <p:tgtEl>
                                          <p:spTgt spid="599"/>
                                        </p:tgtEl>
                                        <p:attrNameLst>
                                          <p:attrName>ppt_w</p:attrName>
                                        </p:attrNameLst>
                                      </p:cBhvr>
                                      <p:tavLst>
                                        <p:tav tm="0">
                                          <p:val>
                                            <p:fltVal val="0"/>
                                          </p:val>
                                        </p:tav>
                                        <p:tav tm="100000">
                                          <p:val>
                                            <p:strVal val="#ppt_w"/>
                                          </p:val>
                                        </p:tav>
                                      </p:tavLst>
                                    </p:anim>
                                    <p:anim calcmode="lin" valueType="num">
                                      <p:cBhvr>
                                        <p:cTn id="813" dur="6787" fill="hold"/>
                                        <p:tgtEl>
                                          <p:spTgt spid="599"/>
                                        </p:tgtEl>
                                        <p:attrNameLst>
                                          <p:attrName>ppt_h</p:attrName>
                                        </p:attrNameLst>
                                      </p:cBhvr>
                                      <p:tavLst>
                                        <p:tav tm="0">
                                          <p:val>
                                            <p:fltVal val="0"/>
                                          </p:val>
                                        </p:tav>
                                        <p:tav tm="100000">
                                          <p:val>
                                            <p:strVal val="#ppt_h"/>
                                          </p:val>
                                        </p:tav>
                                      </p:tavLst>
                                    </p:anim>
                                    <p:animEffect transition="in" filter="fade">
                                      <p:cBhvr>
                                        <p:cTn id="814" dur="6787"/>
                                        <p:tgtEl>
                                          <p:spTgt spid="599"/>
                                        </p:tgtEl>
                                      </p:cBhvr>
                                    </p:animEffect>
                                    <p:anim calcmode="lin" valueType="num">
                                      <p:cBhvr>
                                        <p:cTn id="815" dur="6787" fill="hold"/>
                                        <p:tgtEl>
                                          <p:spTgt spid="599"/>
                                        </p:tgtEl>
                                        <p:attrNameLst>
                                          <p:attrName>ppt_x</p:attrName>
                                        </p:attrNameLst>
                                      </p:cBhvr>
                                      <p:tavLst>
                                        <p:tav tm="0">
                                          <p:val>
                                            <p:fltVal val="0.5"/>
                                          </p:val>
                                        </p:tav>
                                        <p:tav tm="100000">
                                          <p:val>
                                            <p:strVal val="#ppt_x"/>
                                          </p:val>
                                        </p:tav>
                                      </p:tavLst>
                                    </p:anim>
                                    <p:anim calcmode="lin" valueType="num">
                                      <p:cBhvr>
                                        <p:cTn id="816" dur="6787" fill="hold"/>
                                        <p:tgtEl>
                                          <p:spTgt spid="599"/>
                                        </p:tgtEl>
                                        <p:attrNameLst>
                                          <p:attrName>ppt_y</p:attrName>
                                        </p:attrNameLst>
                                      </p:cBhvr>
                                      <p:tavLst>
                                        <p:tav tm="0">
                                          <p:val>
                                            <p:fltVal val="0.5"/>
                                          </p:val>
                                        </p:tav>
                                        <p:tav tm="100000">
                                          <p:val>
                                            <p:strVal val="#ppt_y"/>
                                          </p:val>
                                        </p:tav>
                                      </p:tavLst>
                                    </p:anim>
                                  </p:childTnLst>
                                </p:cTn>
                              </p:par>
                              <p:par>
                                <p:cTn id="817" presetID="23" presetClass="entr" presetSubtype="528" fill="hold" nodeType="withEffect">
                                  <p:stCondLst>
                                    <p:cond delay="0"/>
                                  </p:stCondLst>
                                  <p:childTnLst>
                                    <p:set>
                                      <p:cBhvr>
                                        <p:cTn id="818" dur="3000" fill="hold">
                                          <p:stCondLst>
                                            <p:cond delay="0"/>
                                          </p:stCondLst>
                                        </p:cTn>
                                        <p:tgtEl>
                                          <p:spTgt spid="11"/>
                                        </p:tgtEl>
                                        <p:attrNameLst>
                                          <p:attrName>style.visibility</p:attrName>
                                        </p:attrNameLst>
                                      </p:cBhvr>
                                      <p:to>
                                        <p:strVal val="visible"/>
                                      </p:to>
                                    </p:set>
                                    <p:anim calcmode="lin" valueType="num">
                                      <p:cBhvr>
                                        <p:cTn id="819" dur="3000" fill="hold"/>
                                        <p:tgtEl>
                                          <p:spTgt spid="11"/>
                                        </p:tgtEl>
                                        <p:attrNameLst>
                                          <p:attrName>ppt_w</p:attrName>
                                        </p:attrNameLst>
                                      </p:cBhvr>
                                      <p:tavLst>
                                        <p:tav tm="0">
                                          <p:val>
                                            <p:fltVal val="0"/>
                                          </p:val>
                                        </p:tav>
                                        <p:tav tm="100000">
                                          <p:val>
                                            <p:strVal val="#ppt_w"/>
                                          </p:val>
                                        </p:tav>
                                      </p:tavLst>
                                    </p:anim>
                                    <p:anim calcmode="lin" valueType="num">
                                      <p:cBhvr>
                                        <p:cTn id="820" dur="3000" fill="hold"/>
                                        <p:tgtEl>
                                          <p:spTgt spid="11"/>
                                        </p:tgtEl>
                                        <p:attrNameLst>
                                          <p:attrName>ppt_h</p:attrName>
                                        </p:attrNameLst>
                                      </p:cBhvr>
                                      <p:tavLst>
                                        <p:tav tm="0">
                                          <p:val>
                                            <p:fltVal val="0"/>
                                          </p:val>
                                        </p:tav>
                                        <p:tav tm="100000">
                                          <p:val>
                                            <p:strVal val="#ppt_h"/>
                                          </p:val>
                                        </p:tav>
                                      </p:tavLst>
                                    </p:anim>
                                    <p:anim calcmode="lin" valueType="num">
                                      <p:cBhvr>
                                        <p:cTn id="821" dur="3000" fill="hold"/>
                                        <p:tgtEl>
                                          <p:spTgt spid="11"/>
                                        </p:tgtEl>
                                        <p:attrNameLst>
                                          <p:attrName>ppt_x</p:attrName>
                                        </p:attrNameLst>
                                      </p:cBhvr>
                                      <p:tavLst>
                                        <p:tav tm="0">
                                          <p:val>
                                            <p:fltVal val="0.5"/>
                                          </p:val>
                                        </p:tav>
                                        <p:tav tm="100000">
                                          <p:val>
                                            <p:strVal val="#ppt_x"/>
                                          </p:val>
                                        </p:tav>
                                      </p:tavLst>
                                    </p:anim>
                                    <p:anim calcmode="lin" valueType="num">
                                      <p:cBhvr>
                                        <p:cTn id="822" dur="3000" fill="hold"/>
                                        <p:tgtEl>
                                          <p:spTgt spid="11"/>
                                        </p:tgtEl>
                                        <p:attrNameLst>
                                          <p:attrName>ppt_y</p:attrName>
                                        </p:attrNameLst>
                                      </p:cBhvr>
                                      <p:tavLst>
                                        <p:tav tm="0">
                                          <p:val>
                                            <p:fltVal val="0.5"/>
                                          </p:val>
                                        </p:tav>
                                        <p:tav tm="100000">
                                          <p:val>
                                            <p:strVal val="#ppt_y"/>
                                          </p:val>
                                        </p:tav>
                                      </p:tavLst>
                                    </p:anim>
                                  </p:childTnLst>
                                </p:cTn>
                              </p:par>
                              <p:par>
                                <p:cTn id="823" presetID="64" presetClass="path" presetSubtype="0" accel="50000" decel="50000" fill="hold" nodeType="withEffect">
                                  <p:stCondLst>
                                    <p:cond delay="0"/>
                                  </p:stCondLst>
                                  <p:childTnLst>
                                    <p:animMotion origin="layout" path="M 0.000625 0.0564815 L -0.000833333 -0.258611 " pathEditMode="relative" rAng="0" ptsTypes="">
                                      <p:cBhvr>
                                        <p:cTn id="824" dur="5000" fill="hold"/>
                                        <p:tgtEl>
                                          <p:spTgt spid="11"/>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5" grpId="0" bldLvl="0" animBg="1"/>
      <p:bldP spid="36" grpId="0" bldLvl="0" animBg="1"/>
      <p:bldP spid="37" grpId="0" bldLvl="0" animBg="1"/>
      <p:bldP spid="78" grpId="0" bldLvl="0" animBg="1"/>
      <p:bldP spid="97" grpId="0" bldLvl="0" animBg="1"/>
      <p:bldP spid="98" grpId="0" bldLvl="0" animBg="1"/>
      <p:bldP spid="109" grpId="0" bldLvl="0" animBg="1"/>
      <p:bldP spid="134" grpId="0" bldLvl="0" animBg="1"/>
      <p:bldP spid="135" grpId="0" bldLvl="0" animBg="1"/>
      <p:bldP spid="136" grpId="0" bldLvl="0" animBg="1"/>
      <p:bldP spid="137" grpId="0" bldLvl="0" animBg="1"/>
      <p:bldP spid="139" grpId="0" bldLvl="0" animBg="1"/>
      <p:bldP spid="140" grpId="0" bldLvl="0" animBg="1"/>
      <p:bldP spid="141" grpId="0" bldLvl="0" animBg="1"/>
      <p:bldP spid="142" grpId="0" bldLvl="0" animBg="1"/>
      <p:bldP spid="154" grpId="0" bldLvl="0" animBg="1"/>
      <p:bldP spid="155" grpId="0" bldLvl="0" animBg="1"/>
      <p:bldP spid="156" grpId="0" bldLvl="0" animBg="1"/>
      <p:bldP spid="226" grpId="0" bldLvl="0" animBg="1"/>
      <p:bldP spid="237" grpId="0" bldLvl="0" animBg="1"/>
      <p:bldP spid="238" grpId="0" bldLvl="0" animBg="1"/>
      <p:bldP spid="239" grpId="0" bldLvl="0" animBg="1"/>
      <p:bldP spid="240" grpId="0" bldLvl="0" animBg="1"/>
      <p:bldP spid="242" grpId="0" bldLvl="0" animBg="1"/>
      <p:bldP spid="243" grpId="0" bldLvl="0" animBg="1"/>
      <p:bldP spid="244" grpId="0" bldLvl="0" animBg="1"/>
      <p:bldP spid="245" grpId="0" bldLvl="0" animBg="1"/>
      <p:bldP spid="246" grpId="0" bldLvl="0" animBg="1"/>
      <p:bldP spid="247" grpId="0" bldLvl="0" animBg="1"/>
      <p:bldP spid="248" grpId="0" bldLvl="0" animBg="1"/>
      <p:bldP spid="252" grpId="0" bldLvl="0" animBg="1"/>
      <p:bldP spid="257" grpId="0" bldLvl="0" animBg="1"/>
      <p:bldP spid="262" grpId="0" bldLvl="0" animBg="1"/>
      <p:bldP spid="265" grpId="0" bldLvl="0" animBg="1"/>
      <p:bldP spid="266" grpId="0" bldLvl="0" animBg="1"/>
      <p:bldP spid="267" grpId="0" bldLvl="0" animBg="1"/>
      <p:bldP spid="268" grpId="0" bldLvl="0" animBg="1"/>
      <p:bldP spid="269" grpId="0" bldLvl="0" animBg="1"/>
      <p:bldP spid="384" grpId="0" bldLvl="0" animBg="1"/>
      <p:bldP spid="388" grpId="0" bldLvl="0" animBg="1"/>
      <p:bldP spid="392" grpId="0" bldLvl="0" animBg="1"/>
      <p:bldP spid="397" grpId="0" bldLvl="0" animBg="1"/>
      <p:bldP spid="402" grpId="0" bldLvl="0" animBg="1"/>
      <p:bldP spid="403" grpId="0" bldLvl="0" animBg="1"/>
      <p:bldP spid="404" grpId="0" bldLvl="0" animBg="1"/>
      <p:bldP spid="405" grpId="0" bldLvl="0" animBg="1"/>
      <p:bldP spid="406" grpId="0" bldLvl="0" animBg="1"/>
      <p:bldP spid="408" grpId="0" bldLvl="0" animBg="1"/>
      <p:bldP spid="409" grpId="0" bldLvl="0" animBg="1"/>
      <p:bldP spid="412" grpId="0" bldLvl="0" animBg="1"/>
      <p:bldP spid="413" grpId="0" bldLvl="0" animBg="1"/>
      <p:bldP spid="415" grpId="0" bldLvl="0" animBg="1"/>
      <p:bldP spid="416" grpId="0" bldLvl="0" animBg="1"/>
      <p:bldP spid="417" grpId="0" bldLvl="0" animBg="1"/>
      <p:bldP spid="418" grpId="0" bldLvl="0" animBg="1"/>
      <p:bldP spid="423" grpId="0" bldLvl="0" animBg="1"/>
      <p:bldP spid="426" grpId="0" bldLvl="0" animBg="1"/>
      <p:bldP spid="427" grpId="0" bldLvl="0" animBg="1"/>
      <p:bldP spid="428" grpId="0" bldLvl="0" animBg="1"/>
      <p:bldP spid="429" grpId="0" bldLvl="0" animBg="1"/>
      <p:bldP spid="430" grpId="0" bldLvl="0" animBg="1"/>
      <p:bldP spid="431" grpId="0" bldLvl="0" animBg="1"/>
      <p:bldP spid="432" grpId="0" bldLvl="0" animBg="1"/>
      <p:bldP spid="433" grpId="0" bldLvl="0" animBg="1"/>
      <p:bldP spid="434" grpId="0" bldLvl="0" animBg="1"/>
      <p:bldP spid="435" grpId="0" bldLvl="0" animBg="1"/>
      <p:bldP spid="436" grpId="0" bldLvl="0" animBg="1"/>
      <p:bldP spid="437" grpId="0" bldLvl="0" animBg="1"/>
      <p:bldP spid="438" grpId="0" bldLvl="0" animBg="1"/>
      <p:bldP spid="439" grpId="0" bldLvl="0" animBg="1"/>
      <p:bldP spid="440" grpId="0" bldLvl="0" animBg="1"/>
      <p:bldP spid="441" grpId="0" bldLvl="0" animBg="1"/>
      <p:bldP spid="457" grpId="0" bldLvl="0" animBg="1"/>
      <p:bldP spid="463" grpId="0" bldLvl="0" animBg="1"/>
      <p:bldP spid="465" grpId="0" bldLvl="0" animBg="1"/>
      <p:bldP spid="466" grpId="0" bldLvl="0" animBg="1"/>
      <p:bldP spid="468" grpId="0" bldLvl="0" animBg="1"/>
      <p:bldP spid="469" grpId="0" bldLvl="0" animBg="1"/>
      <p:bldP spid="470" grpId="0" bldLvl="0" animBg="1"/>
      <p:bldP spid="472" grpId="0" bldLvl="0" animBg="1"/>
      <p:bldP spid="473" grpId="0" bldLvl="0" animBg="1"/>
      <p:bldP spid="474" grpId="0" bldLvl="0" animBg="1"/>
      <p:bldP spid="481" grpId="0" bldLvl="0" animBg="1"/>
      <p:bldP spid="482" grpId="0" bldLvl="0" animBg="1"/>
      <p:bldP spid="483" grpId="0" bldLvl="0" animBg="1"/>
      <p:bldP spid="502" grpId="0" bldLvl="0" animBg="1"/>
      <p:bldP spid="503" grpId="0" bldLvl="0" animBg="1"/>
      <p:bldP spid="504" grpId="0" bldLvl="0" animBg="1"/>
      <p:bldP spid="505" grpId="0" bldLvl="0" animBg="1"/>
      <p:bldP spid="529" grpId="0" bldLvl="0" animBg="1"/>
      <p:bldP spid="531" grpId="0" bldLvl="0" animBg="1"/>
      <p:bldP spid="532" grpId="0" bldLvl="0" animBg="1"/>
      <p:bldP spid="533" grpId="0" bldLvl="0" animBg="1"/>
      <p:bldP spid="534" grpId="0" bldLvl="0" animBg="1"/>
      <p:bldP spid="535" grpId="0" bldLvl="0" animBg="1"/>
      <p:bldP spid="539" grpId="0" bldLvl="0" animBg="1"/>
      <p:bldP spid="542" grpId="0" bldLvl="0" animBg="1"/>
      <p:bldP spid="543" grpId="0" bldLvl="0" animBg="1"/>
      <p:bldP spid="545" grpId="0" bldLvl="0" animBg="1"/>
      <p:bldP spid="560" grpId="0" bldLvl="0" animBg="1"/>
      <p:bldP spid="561" grpId="0" bldLvl="0" animBg="1"/>
      <p:bldP spid="562" grpId="0" bldLvl="0" animBg="1"/>
      <p:bldP spid="568" grpId="0" bldLvl="0" animBg="1"/>
      <p:bldP spid="570" grpId="0" bldLvl="0" animBg="1"/>
      <p:bldP spid="571" grpId="0" bldLvl="0" animBg="1"/>
      <p:bldP spid="572" grpId="0" bldLvl="0" animBg="1"/>
      <p:bldP spid="573" grpId="0" bldLvl="0" animBg="1"/>
      <p:bldP spid="587" grpId="0" bldLvl="0" animBg="1"/>
      <p:bldP spid="590" grpId="0" bldLvl="0" animBg="1"/>
      <p:bldP spid="591" grpId="0" bldLvl="0" animBg="1"/>
      <p:bldP spid="592" grpId="0" bldLvl="0" animBg="1"/>
      <p:bldP spid="596" grpId="0" bldLvl="0" animBg="1"/>
      <p:bldP spid="597" grpId="0" bldLvl="0" animBg="1"/>
      <p:bldP spid="598" grpId="0" bldLvl="0" animBg="1"/>
      <p:bldP spid="599"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图片 49" descr="手拿遥控器"/>
          <p:cNvPicPr>
            <a:picLocks noChangeAspect="1"/>
          </p:cNvPicPr>
          <p:nvPr/>
        </p:nvPicPr>
        <p:blipFill>
          <a:blip r:embed="rId2"/>
          <a:stretch>
            <a:fillRect/>
          </a:stretch>
        </p:blipFill>
        <p:spPr>
          <a:xfrm flipH="1">
            <a:off x="8997950" y="3854450"/>
            <a:ext cx="3194050" cy="3003550"/>
          </a:xfrm>
          <a:prstGeom prst="rect">
            <a:avLst/>
          </a:prstGeom>
        </p:spPr>
      </p:pic>
      <p:grpSp>
        <p:nvGrpSpPr>
          <p:cNvPr id="55" name="组合 54"/>
          <p:cNvGrpSpPr/>
          <p:nvPr/>
        </p:nvGrpSpPr>
        <p:grpSpPr>
          <a:xfrm>
            <a:off x="676910" y="946785"/>
            <a:ext cx="7586980" cy="5412105"/>
            <a:chOff x="1066" y="1491"/>
            <a:chExt cx="11948" cy="8523"/>
          </a:xfrm>
        </p:grpSpPr>
        <p:grpSp>
          <p:nvGrpSpPr>
            <p:cNvPr id="2" name="组合 1"/>
            <p:cNvGrpSpPr/>
            <p:nvPr/>
          </p:nvGrpSpPr>
          <p:grpSpPr>
            <a:xfrm>
              <a:off x="1066" y="1491"/>
              <a:ext cx="11948" cy="8523"/>
              <a:chOff x="1066" y="1491"/>
              <a:chExt cx="11948" cy="8523"/>
            </a:xfrm>
          </p:grpSpPr>
          <p:pic>
            <p:nvPicPr>
              <p:cNvPr id="3" name="图片 2" descr="电视机"/>
              <p:cNvPicPr>
                <a:picLocks noChangeAspect="1"/>
              </p:cNvPicPr>
              <p:nvPr/>
            </p:nvPicPr>
            <p:blipFill>
              <a:blip r:embed="rId3"/>
              <a:stretch>
                <a:fillRect/>
              </a:stretch>
            </p:blipFill>
            <p:spPr>
              <a:xfrm>
                <a:off x="1066" y="1491"/>
                <a:ext cx="11948" cy="8523"/>
              </a:xfrm>
              <a:prstGeom prst="rect">
                <a:avLst/>
              </a:prstGeom>
            </p:spPr>
          </p:pic>
          <p:sp>
            <p:nvSpPr>
              <p:cNvPr id="9" name="矩形 8"/>
              <p:cNvSpPr/>
              <p:nvPr/>
            </p:nvSpPr>
            <p:spPr>
              <a:xfrm>
                <a:off x="5675" y="8209"/>
                <a:ext cx="2939" cy="1013"/>
              </a:xfrm>
              <a:prstGeom prst="rect">
                <a:avLst/>
              </a:prstGeom>
              <a:solidFill>
                <a:srgbClr val="FD431C"/>
              </a:solidFill>
              <a:ln>
                <a:solidFill>
                  <a:srgbClr val="FD43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grpSp>
        <p:pic>
          <p:nvPicPr>
            <p:cNvPr id="54" name="图片 53" descr="1"/>
            <p:cNvPicPr>
              <a:picLocks noChangeAspect="1"/>
            </p:cNvPicPr>
            <p:nvPr/>
          </p:nvPicPr>
          <p:blipFill>
            <a:blip r:embed="rId4"/>
            <a:stretch>
              <a:fillRect/>
            </a:stretch>
          </p:blipFill>
          <p:spPr>
            <a:xfrm>
              <a:off x="6083" y="8073"/>
              <a:ext cx="1661" cy="1661"/>
            </a:xfrm>
            <a:prstGeom prst="rect">
              <a:avLst/>
            </a:prstGeom>
          </p:spPr>
        </p:pic>
      </p:grpSp>
      <p:grpSp>
        <p:nvGrpSpPr>
          <p:cNvPr id="10" name="组合 9"/>
          <p:cNvGrpSpPr/>
          <p:nvPr/>
        </p:nvGrpSpPr>
        <p:grpSpPr>
          <a:xfrm>
            <a:off x="7402909" y="-493395"/>
            <a:ext cx="4834508" cy="2945130"/>
            <a:chOff x="9017" y="6028"/>
            <a:chExt cx="6780" cy="4638"/>
          </a:xfrm>
        </p:grpSpPr>
        <p:pic>
          <p:nvPicPr>
            <p:cNvPr id="11" name="图片 10" descr="0f19f38c4d898577ade8f7c1d044040e (1)"/>
            <p:cNvPicPr>
              <a:picLocks noChangeAspect="1"/>
            </p:cNvPicPr>
            <p:nvPr/>
          </p:nvPicPr>
          <p:blipFill>
            <a:blip r:embed="rId5"/>
            <a:stretch>
              <a:fillRect/>
            </a:stretch>
          </p:blipFill>
          <p:spPr>
            <a:xfrm rot="300000">
              <a:off x="9317" y="6028"/>
              <a:ext cx="6480" cy="4638"/>
            </a:xfrm>
            <a:prstGeom prst="rect">
              <a:avLst/>
            </a:prstGeom>
          </p:spPr>
        </p:pic>
        <p:sp>
          <p:nvSpPr>
            <p:cNvPr id="12" name="文本框 11"/>
            <p:cNvSpPr txBox="1"/>
            <p:nvPr/>
          </p:nvSpPr>
          <p:spPr>
            <a:xfrm>
              <a:off x="9017" y="8041"/>
              <a:ext cx="6716" cy="1987"/>
            </a:xfrm>
            <a:prstGeom prst="rect">
              <a:avLst/>
            </a:prstGeom>
            <a:noFill/>
          </p:spPr>
          <p:txBody>
            <a:bodyPr wrap="square" rtlCol="0">
              <a:spAutoFit/>
            </a:bodyPr>
            <a:lstStyle/>
            <a:p>
              <a:pPr marL="0" marR="0" lvl="0" indent="0" algn="ctr" defTabSz="130048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说一说：</a:t>
              </a:r>
            </a:p>
            <a:p>
              <a:pPr lvl="0" algn="ctr" defTabSz="1300480"/>
              <a:r>
                <a:rPr lang="zh-CN" altLang="en-US" sz="2000" b="1" dirty="0">
                  <a:solidFill>
                    <a:srgbClr val="000000"/>
                  </a:solidFill>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你有什么爱好？</a:t>
              </a:r>
            </a:p>
            <a:p>
              <a:pPr lvl="0" algn="ctr" defTabSz="1300480"/>
              <a:r>
                <a:rPr lang="zh-CN" altLang="en-US" b="1" dirty="0">
                  <a:solidFill>
                    <a:srgbClr val="000000"/>
                  </a:solidFill>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如果你的爱好影响了你的正常生活，</a:t>
              </a:r>
              <a:endParaRPr lang="en-US" altLang="zh-CN" b="1" dirty="0">
                <a:solidFill>
                  <a:srgbClr val="000000"/>
                </a:solidFill>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endParaRPr>
            </a:p>
            <a:p>
              <a:pPr lvl="0" algn="ctr" defTabSz="1300480"/>
              <a:r>
                <a:rPr lang="zh-CN" altLang="en-US" b="1" dirty="0">
                  <a:solidFill>
                    <a:srgbClr val="000000"/>
                  </a:solidFill>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你怎么办</a:t>
              </a:r>
              <a:r>
                <a:rPr kumimoji="0" lang="zh-CN" altLang="en-US" b="1" i="0" u="none" strike="noStrike" kern="1200" cap="none" spc="0" normalizeH="0" baseline="0" noProof="0" dirty="0">
                  <a:ln>
                    <a:noFill/>
                  </a:ln>
                  <a:solidFill>
                    <a:srgbClr val="000000"/>
                  </a:solidFill>
                  <a:effectLst/>
                  <a:uLnTx/>
                  <a:uFillTx/>
                  <a:latin typeface="华文细黑" panose="02010600040101010101" pitchFamily="2" charset="-122"/>
                  <a:ea typeface="华文细黑" panose="02010600040101010101" pitchFamily="2" charset="-122"/>
                  <a:cs typeface="宋体" panose="02010600030101010101" pitchFamily="2" charset="-122"/>
                  <a:sym typeface="Calibri" panose="020F0502020204030204" charset="0"/>
                </a:rPr>
                <a:t>？</a:t>
              </a:r>
            </a:p>
          </p:txBody>
        </p:sp>
      </p:grpSp>
      <p:sp>
        <p:nvSpPr>
          <p:cNvPr id="4" name="文本框 7"/>
          <p:cNvSpPr txBox="1"/>
          <p:nvPr/>
        </p:nvSpPr>
        <p:spPr>
          <a:xfrm>
            <a:off x="165735" y="213995"/>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热身</a:t>
            </a:r>
          </a:p>
        </p:txBody>
      </p:sp>
      <p:sp>
        <p:nvSpPr>
          <p:cNvPr id="6" name="文本框 7"/>
          <p:cNvSpPr txBox="1"/>
          <p:nvPr/>
        </p:nvSpPr>
        <p:spPr>
          <a:xfrm>
            <a:off x="237490" y="702310"/>
            <a:ext cx="1177290"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rPr>
              <a:t>Warm-up</a:t>
            </a:r>
          </a:p>
        </p:txBody>
      </p:sp>
      <p:pic>
        <p:nvPicPr>
          <p:cNvPr id="5" name="图片 4"/>
          <p:cNvPicPr>
            <a:picLocks noChangeAspect="1"/>
          </p:cNvPicPr>
          <p:nvPr/>
        </p:nvPicPr>
        <p:blipFill>
          <a:blip r:embed="rId6"/>
          <a:stretch>
            <a:fillRect/>
          </a:stretch>
        </p:blipFill>
        <p:spPr>
          <a:xfrm>
            <a:off x="1384563" y="2006352"/>
            <a:ext cx="5596808" cy="312000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hidden="1"/>
          <p:cNvGrpSpPr/>
          <p:nvPr/>
        </p:nvGrpSpPr>
        <p:grpSpPr>
          <a:xfrm>
            <a:off x="6093143" y="770255"/>
            <a:ext cx="4739005" cy="5817235"/>
            <a:chOff x="9628" y="1159"/>
            <a:chExt cx="7463"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26" name="文本框 25"/>
            <p:cNvSpPr txBox="1"/>
            <p:nvPr/>
          </p:nvSpPr>
          <p:spPr>
            <a:xfrm>
              <a:off x="9628" y="4441"/>
              <a:ext cx="7429" cy="2470"/>
            </a:xfrm>
            <a:prstGeom prst="rect">
              <a:avLst/>
            </a:prstGeom>
            <a:grpFill/>
            <a:ln>
              <a:solidFill>
                <a:srgbClr val="E2AEAB"/>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END</a:t>
              </a:r>
              <a:endParaRPr kumimoji="0" lang="en-US" sz="96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南</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方</a:t>
              </a:r>
              <a:endPar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复</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习</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着急"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zháo jí</a:t>
              </a:r>
              <a:r>
                <a:rPr kumimoji="0" sz="6000" b="0" i="0" u="none" strike="noStrike" kern="1200" cap="none" spc="0" normalizeH="0" baseline="0" noProof="0" dirty="0">
                  <a:ln>
                    <a:noFill/>
                  </a:ln>
                  <a:solidFill>
                    <a:srgbClr val="000000"/>
                  </a:solidFill>
                  <a:effectLst/>
                  <a:uLnTx/>
                  <a:uFillTx/>
                  <a:latin typeface="Arial" panose="020B0704020202020204"/>
                  <a:ea typeface="Arial" panose="020B0704020202020204"/>
                  <a:cs typeface="Arial" panose="020B0704020202020204"/>
                  <a:sym typeface="Arial" panose="020B0704020202020204"/>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着</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急</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adj. worried, anxious</a:t>
              </a:r>
            </a:p>
          </p:txBody>
        </p:sp>
      </p:grpSp>
      <p:grpSp>
        <p:nvGrpSpPr>
          <p:cNvPr id="34" name="页"/>
          <p:cNvGrpSpPr/>
          <p:nvPr/>
        </p:nvGrpSpPr>
        <p:grpSpPr>
          <a:xfrm>
            <a:off x="6114733" y="735965"/>
            <a:ext cx="4739005" cy="5817235"/>
            <a:chOff x="9628" y="1159"/>
            <a:chExt cx="7463" cy="9161"/>
          </a:xfrm>
          <a:solidFill>
            <a:schemeClr val="accent5"/>
          </a:solidFill>
        </p:grpSpPr>
        <p:sp>
          <p:nvSpPr>
            <p:cNvPr id="35" name="圆角矩形 34"/>
            <p:cNvSpPr/>
            <p:nvPr/>
          </p:nvSpPr>
          <p:spPr>
            <a:xfrm>
              <a:off x="9663" y="1159"/>
              <a:ext cx="7428" cy="916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6" name="文本框 35"/>
            <p:cNvSpPr txBox="1"/>
            <p:nvPr/>
          </p:nvSpPr>
          <p:spPr>
            <a:xfrm>
              <a:off x="9628" y="3807"/>
              <a:ext cx="7429" cy="3974"/>
            </a:xfrm>
            <a:prstGeom prst="rect">
              <a:avLst/>
            </a:prstGeom>
            <a:grpFill/>
            <a:ln>
              <a:solidFill>
                <a:schemeClr val="accent5"/>
              </a:solidFill>
            </a:ln>
          </p:spPr>
          <p:txBody>
            <a:bodyPr wrap="square" rtlCol="0">
              <a:spAutoFit/>
            </a:bodyPr>
            <a:lstStyle/>
            <a:p>
              <a:pPr lvl="0" algn="ctr"/>
              <a:r>
                <a:rPr lang="en-US" sz="54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wèilái</a:t>
              </a:r>
              <a:endParaRPr lang="en-US" sz="5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未来</a:t>
              </a: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n. future</a:t>
              </a:r>
            </a:p>
          </p:txBody>
        </p:sp>
      </p:grpSp>
      <p:grpSp>
        <p:nvGrpSpPr>
          <p:cNvPr id="16" name="杂志"/>
          <p:cNvGrpSpPr/>
          <p:nvPr/>
        </p:nvGrpSpPr>
        <p:grpSpPr>
          <a:xfrm>
            <a:off x="6118542" y="753110"/>
            <a:ext cx="4739005" cy="5817235"/>
            <a:chOff x="9628" y="1159"/>
            <a:chExt cx="7463" cy="9161"/>
          </a:xfrm>
          <a:solidFill>
            <a:srgbClr val="E2AEAB"/>
          </a:solidFill>
        </p:grpSpPr>
        <p:sp>
          <p:nvSpPr>
            <p:cNvPr id="18" name="圆角矩形 17"/>
            <p:cNvSpPr/>
            <p:nvPr/>
          </p:nvSpPr>
          <p:spPr>
            <a:xfrm>
              <a:off x="9663" y="1159"/>
              <a:ext cx="7428" cy="9161"/>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20" name="文本框 19"/>
            <p:cNvSpPr txBox="1"/>
            <p:nvPr/>
          </p:nvSpPr>
          <p:spPr>
            <a:xfrm>
              <a:off x="9628" y="3587"/>
              <a:ext cx="7429" cy="4120"/>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lvl="0" algn="ctr"/>
              <a:r>
                <a:rPr lang="en-US" altLang="zh-CN" sz="6000" b="1" dirty="0" err="1">
                  <a:solidFill>
                    <a:srgbClr val="FFFFFF"/>
                  </a:solidFill>
                  <a:latin typeface="华文细黑" panose="02010600040101010101" pitchFamily="2" charset="-122"/>
                  <a:ea typeface="华文细黑" panose="02010600040101010101" pitchFamily="2" charset="-122"/>
                  <a:sym typeface="+mn-ea"/>
                </a:rPr>
                <a:t>suíshí</a:t>
              </a:r>
              <a:endParaRPr lang="en-US" altLang="zh-CN" sz="6000" b="1" dirty="0">
                <a:solidFill>
                  <a:srgbClr val="FFFFFF"/>
                </a:solidFill>
                <a:latin typeface="华文细黑" panose="02010600040101010101" pitchFamily="2" charset="-122"/>
                <a:ea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随时</a:t>
              </a:r>
            </a:p>
            <a:p>
              <a:pPr lvl="0" algn="ctr"/>
              <a:r>
                <a:rPr lang="en-US" sz="2400" b="1" dirty="0">
                  <a:solidFill>
                    <a:srgbClr val="FFFFFF"/>
                  </a:solidFill>
                  <a:sym typeface="+mn-ea"/>
                </a:rPr>
                <a:t>n. at any time</a:t>
              </a:r>
            </a:p>
          </p:txBody>
        </p:sp>
      </p:grpSp>
      <p:grpSp>
        <p:nvGrpSpPr>
          <p:cNvPr id="2" name="客厅"/>
          <p:cNvGrpSpPr/>
          <p:nvPr/>
        </p:nvGrpSpPr>
        <p:grpSpPr>
          <a:xfrm>
            <a:off x="6118542" y="731202"/>
            <a:ext cx="4739005" cy="5817235"/>
            <a:chOff x="9628" y="1159"/>
            <a:chExt cx="7463" cy="9161"/>
          </a:xfrm>
          <a:solidFill>
            <a:srgbClr val="E2AEAB"/>
          </a:solidFill>
        </p:grpSpPr>
        <p:sp>
          <p:nvSpPr>
            <p:cNvPr id="3" name="圆角矩形 2"/>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 name="文本框 3"/>
            <p:cNvSpPr txBox="1"/>
            <p:nvPr/>
          </p:nvSpPr>
          <p:spPr>
            <a:xfrm>
              <a:off x="9628" y="3685"/>
              <a:ext cx="7429" cy="3974"/>
            </a:xfrm>
            <a:prstGeom prst="rect">
              <a:avLst/>
            </a:prstGeom>
            <a:grpFill/>
            <a:ln>
              <a:solidFill>
                <a:srgbClr val="E2AEAB"/>
              </a:solidFill>
            </a:ln>
          </p:spPr>
          <p:txBody>
            <a:bodyPr wrap="square" rtlCol="0">
              <a:spAutoFit/>
            </a:bodyPr>
            <a:lstStyle/>
            <a:p>
              <a:pPr lvl="0" algn="ctr"/>
              <a:r>
                <a:rPr lang="en-US" sz="54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rénshēng</a:t>
              </a:r>
              <a:endParaRPr lang="en-US" sz="5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人生</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n. life</a:t>
              </a:r>
            </a:p>
          </p:txBody>
        </p:sp>
      </p:grpSp>
      <p:sp>
        <p:nvSpPr>
          <p:cNvPr id="24" name="文本框 7"/>
          <p:cNvSpPr txBox="1"/>
          <p:nvPr/>
        </p:nvSpPr>
        <p:spPr>
          <a:xfrm>
            <a:off x="166805" y="214290"/>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生词</a:t>
            </a:r>
          </a:p>
        </p:txBody>
      </p:sp>
      <p:sp>
        <p:nvSpPr>
          <p:cNvPr id="7" name="文本框 7"/>
          <p:cNvSpPr txBox="1"/>
          <p:nvPr/>
        </p:nvSpPr>
        <p:spPr>
          <a:xfrm>
            <a:off x="238243" y="702214"/>
            <a:ext cx="1282065"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rPr>
              <a:t>New Word</a:t>
            </a:r>
          </a:p>
        </p:txBody>
      </p:sp>
      <p:grpSp>
        <p:nvGrpSpPr>
          <p:cNvPr id="23" name="无论"/>
          <p:cNvGrpSpPr/>
          <p:nvPr/>
        </p:nvGrpSpPr>
        <p:grpSpPr>
          <a:xfrm>
            <a:off x="1338263" y="735965"/>
            <a:ext cx="4717415" cy="5817235"/>
            <a:chOff x="2106" y="1159"/>
            <a:chExt cx="7429" cy="9161"/>
          </a:xfrm>
        </p:grpSpPr>
        <p:sp>
          <p:nvSpPr>
            <p:cNvPr id="5" name="圆角矩形 4"/>
            <p:cNvSpPr/>
            <p:nvPr/>
          </p:nvSpPr>
          <p:spPr>
            <a:xfrm>
              <a:off x="2106" y="1159"/>
              <a:ext cx="7428" cy="9161"/>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7" name="文本框 16"/>
            <p:cNvSpPr txBox="1"/>
            <p:nvPr/>
          </p:nvSpPr>
          <p:spPr>
            <a:xfrm>
              <a:off x="2106" y="3587"/>
              <a:ext cx="7429" cy="4265"/>
            </a:xfrm>
            <a:prstGeom prst="rect">
              <a:avLst/>
            </a:prstGeom>
            <a:noFill/>
          </p:spPr>
          <p:txBody>
            <a:bodyPr wrap="square" rtlCol="0">
              <a:spAutoFit/>
            </a:bodyPr>
            <a:lstStyle/>
            <a:p>
              <a:pPr lvl="0" algn="ctr"/>
              <a:r>
                <a:rPr lang="en-US" altLang="zh-CN" sz="66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gōngrén</a:t>
              </a:r>
              <a:endParaRPr kumimoji="0" lang="en-US" altLang="zh-CN" sz="6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工人</a:t>
              </a: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n. worker</a:t>
              </a:r>
            </a:p>
          </p:txBody>
        </p:sp>
      </p:grpSp>
      <p:grpSp>
        <p:nvGrpSpPr>
          <p:cNvPr id="6" name="著名"/>
          <p:cNvGrpSpPr/>
          <p:nvPr/>
        </p:nvGrpSpPr>
        <p:grpSpPr>
          <a:xfrm>
            <a:off x="1330703" y="711061"/>
            <a:ext cx="4717415" cy="5817235"/>
            <a:chOff x="2106" y="1159"/>
            <a:chExt cx="7429" cy="9161"/>
          </a:xfrm>
          <a:solidFill>
            <a:srgbClr val="558ED5"/>
          </a:solidFill>
        </p:grpSpPr>
        <p:sp>
          <p:nvSpPr>
            <p:cNvPr id="9" name="圆角矩形 8"/>
            <p:cNvSpPr/>
            <p:nvPr/>
          </p:nvSpPr>
          <p:spPr>
            <a:xfrm>
              <a:off x="2106" y="1159"/>
              <a:ext cx="7428" cy="9161"/>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1" name="文本框 10"/>
            <p:cNvSpPr txBox="1"/>
            <p:nvPr/>
          </p:nvSpPr>
          <p:spPr>
            <a:xfrm>
              <a:off x="2106" y="3587"/>
              <a:ext cx="7429" cy="4265"/>
            </a:xfrm>
            <a:prstGeom prst="rect">
              <a:avLst/>
            </a:prstGeom>
            <a:grpFill/>
            <a:ln>
              <a:solidFill>
                <a:srgbClr val="558ED5"/>
              </a:solidFill>
            </a:ln>
          </p:spPr>
          <p:txBody>
            <a:bodyPr wrap="square" rtlCol="0">
              <a:spAutoFit/>
            </a:bodyPr>
            <a:lstStyle/>
            <a:p>
              <a:pPr lvl="0" algn="ctr"/>
              <a:r>
                <a:rPr lang="en-US" sz="66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tàitai</a:t>
              </a:r>
              <a:endParaRPr lang="en-US" sz="66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太太</a:t>
              </a:r>
              <a:endPar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n. wife</a:t>
              </a:r>
            </a:p>
          </p:txBody>
        </p:sp>
      </p:grpSp>
      <p:grpSp>
        <p:nvGrpSpPr>
          <p:cNvPr id="21" name="增加"/>
          <p:cNvGrpSpPr/>
          <p:nvPr/>
        </p:nvGrpSpPr>
        <p:grpSpPr>
          <a:xfrm>
            <a:off x="1330703" y="676592"/>
            <a:ext cx="4717415" cy="5817235"/>
            <a:chOff x="2106" y="1159"/>
            <a:chExt cx="7429" cy="9161"/>
          </a:xfrm>
          <a:solidFill>
            <a:srgbClr val="558ED5"/>
          </a:solidFill>
        </p:grpSpPr>
        <p:sp>
          <p:nvSpPr>
            <p:cNvPr id="32" name="圆角矩形 31"/>
            <p:cNvSpPr/>
            <p:nvPr/>
          </p:nvSpPr>
          <p:spPr>
            <a:xfrm>
              <a:off x="2106" y="1159"/>
              <a:ext cx="7428" cy="9161"/>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3" name="文本框 32"/>
            <p:cNvSpPr txBox="1"/>
            <p:nvPr/>
          </p:nvSpPr>
          <p:spPr>
            <a:xfrm>
              <a:off x="2106" y="3587"/>
              <a:ext cx="7429" cy="4120"/>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lvl="0" algn="ctr"/>
              <a:r>
                <a:rPr lang="en-US" altLang="zh-CN" sz="6000" b="1" dirty="0" err="1">
                  <a:solidFill>
                    <a:srgbClr val="FFFFFF"/>
                  </a:solidFill>
                  <a:latin typeface="华文细黑" panose="02010600040101010101" pitchFamily="2" charset="-122"/>
                  <a:ea typeface="华文细黑" panose="02010600040101010101" pitchFamily="2" charset="-122"/>
                  <a:sym typeface="+mn-ea"/>
                </a:rPr>
                <a:t>yōngbào</a:t>
              </a:r>
              <a:endParaRPr lang="en-US" altLang="zh-CN" sz="6000" b="1" dirty="0">
                <a:solidFill>
                  <a:srgbClr val="FFFFFF"/>
                </a:solidFill>
                <a:latin typeface="华文细黑" panose="02010600040101010101" pitchFamily="2" charset="-122"/>
                <a:ea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拥抱</a:t>
              </a:r>
            </a:p>
            <a:p>
              <a:pPr lvl="0" algn="ctr"/>
              <a:r>
                <a:rPr lang="en-US" sz="2400" b="1" dirty="0">
                  <a:solidFill>
                    <a:srgbClr val="FFFFFF"/>
                  </a:solidFill>
                  <a:sym typeface="+mn-ea"/>
                </a:rPr>
                <a:t>v. to hug, to embrace</a:t>
              </a:r>
            </a:p>
          </p:txBody>
        </p:sp>
      </p:grpSp>
      <p:grpSp>
        <p:nvGrpSpPr>
          <p:cNvPr id="37" name="地图" hidden="1"/>
          <p:cNvGrpSpPr/>
          <p:nvPr/>
        </p:nvGrpSpPr>
        <p:grpSpPr>
          <a:xfrm>
            <a:off x="1337628" y="728206"/>
            <a:ext cx="4717415" cy="5817235"/>
            <a:chOff x="2106" y="1159"/>
            <a:chExt cx="7429" cy="9161"/>
          </a:xfrm>
          <a:solidFill>
            <a:schemeClr val="tx2">
              <a:lumMod val="60000"/>
              <a:lumOff val="40000"/>
            </a:schemeClr>
          </a:solidFill>
        </p:grpSpPr>
        <p:sp>
          <p:nvSpPr>
            <p:cNvPr id="38" name="圆角矩形 37"/>
            <p:cNvSpPr/>
            <p:nvPr/>
          </p:nvSpPr>
          <p:spPr>
            <a:xfrm>
              <a:off x="2106" y="1159"/>
              <a:ext cx="7428" cy="9161"/>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9" name="文本框 38"/>
            <p:cNvSpPr txBox="1"/>
            <p:nvPr/>
          </p:nvSpPr>
          <p:spPr>
            <a:xfrm>
              <a:off x="2106" y="3587"/>
              <a:ext cx="7429" cy="4603"/>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dì</a:t>
              </a:r>
              <a:r>
                <a:rPr kumimoji="0" lang="en-US"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 </a:t>
              </a:r>
              <a:r>
                <a:rPr kumimoji="0"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tú</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地</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图</a:t>
              </a:r>
            </a:p>
            <a:p>
              <a:pPr marL="0" marR="0" lvl="0" indent="0" algn="ctr" defTabSz="914400" rtl="0" eaLnBrk="1" fontAlgn="auto" latinLnBrk="0" hangingPunct="1">
                <a:lnSpc>
                  <a:spcPct val="100000"/>
                </a:lnSpc>
                <a:spcBef>
                  <a:spcPts val="0"/>
                </a:spcBef>
                <a:spcAft>
                  <a:spcPts val="0"/>
                </a:spcAft>
                <a:buClrTx/>
                <a:buSzTx/>
                <a:buFontTx/>
                <a:buNone/>
                <a:defRPr/>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map</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0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dài</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带</a:t>
              </a:r>
            </a:p>
            <a:p>
              <a:pPr marL="0" marR="0" lvl="0" indent="0" algn="ctr" defTabSz="914400" rtl="0" eaLnBrk="1" fontAlgn="auto" latinLnBrk="0" hangingPunct="1">
                <a:lnSpc>
                  <a:spcPct val="100000"/>
                </a:lnSpc>
                <a:spcBef>
                  <a:spcPts val="0"/>
                </a:spcBef>
                <a:spcAft>
                  <a:spcPts val="0"/>
                </a:spcAft>
                <a:buClrTx/>
                <a:buSzTx/>
                <a:buFontTx/>
                <a:buNone/>
                <a:defRPr sz="1800"/>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v. to take along, to bring</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miàn</a:t>
              </a:r>
              <a:r>
                <a:rPr kumimoji="0" lang="en-US"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 </a:t>
              </a:r>
              <a:r>
                <a:rPr kumimoji="0"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bāo</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面</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包</a:t>
              </a:r>
            </a:p>
            <a:p>
              <a:pPr marL="0" marR="0" lvl="0" indent="0" algn="ctr" defTabSz="914400" rtl="0" eaLnBrk="1" fontAlgn="auto" latinLnBrk="0" hangingPunct="1">
                <a:lnSpc>
                  <a:spcPct val="100000"/>
                </a:lnSpc>
                <a:spcBef>
                  <a:spcPts val="0"/>
                </a:spcBef>
                <a:spcAft>
                  <a:spcPts val="0"/>
                </a:spcAft>
                <a:buClrTx/>
                <a:buSzTx/>
                <a:buFontTx/>
                <a:buNone/>
                <a:defRPr/>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bread</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běi</a:t>
              </a:r>
              <a:r>
                <a:rPr kumimoji="0" lang="en-US"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 </a:t>
              </a:r>
              <a:r>
                <a:rPr kumimoji="0"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fānɡ</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北</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方</a:t>
              </a:r>
            </a:p>
            <a:p>
              <a:pPr marL="0" marR="0" lvl="0" indent="0" algn="ctr" defTabSz="914400" rtl="0" eaLnBrk="1" fontAlgn="auto" latinLnBrk="0" hangingPunct="1">
                <a:lnSpc>
                  <a:spcPct val="100000"/>
                </a:lnSpc>
                <a:spcBef>
                  <a:spcPts val="0"/>
                </a:spcBef>
                <a:spcAft>
                  <a:spcPts val="0"/>
                </a:spcAft>
                <a:buClrTx/>
                <a:buSzTx/>
                <a:buFontTx/>
                <a:buNone/>
                <a:defRPr sz="1800"/>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north, northern part</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6" name="组合 75"/>
          <p:cNvGrpSpPr/>
          <p:nvPr/>
        </p:nvGrpSpPr>
        <p:grpSpPr>
          <a:xfrm>
            <a:off x="1330703" y="708164"/>
            <a:ext cx="4716780" cy="5816600"/>
            <a:chOff x="2107" y="1159"/>
            <a:chExt cx="7428" cy="9160"/>
          </a:xfrm>
        </p:grpSpPr>
        <p:sp>
          <p:nvSpPr>
            <p:cNvPr id="74" name="圆角矩形 73"/>
            <p:cNvSpPr/>
            <p:nvPr/>
          </p:nvSpPr>
          <p:spPr>
            <a:xfrm>
              <a:off x="2107" y="1159"/>
              <a:ext cx="7428" cy="9161"/>
            </a:xfrm>
            <a:prstGeom prst="roundRect">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pic>
          <p:nvPicPr>
            <p:cNvPr id="19" name="图片 18" descr="1"/>
            <p:cNvPicPr>
              <a:picLocks noChangeAspect="1"/>
            </p:cNvPicPr>
            <p:nvPr/>
          </p:nvPicPr>
          <p:blipFill>
            <a:blip r:embed="rId3"/>
            <a:stretch>
              <a:fillRect/>
            </a:stretch>
          </p:blipFill>
          <p:spPr>
            <a:xfrm>
              <a:off x="3372" y="3070"/>
              <a:ext cx="4898" cy="4898"/>
            </a:xfrm>
            <a:prstGeom prst="rect">
              <a:avLst/>
            </a:prstGeom>
          </p:spPr>
        </p:pic>
      </p:grpSp>
      <p:grpSp>
        <p:nvGrpSpPr>
          <p:cNvPr id="15" name="组合 14"/>
          <p:cNvGrpSpPr/>
          <p:nvPr/>
        </p:nvGrpSpPr>
        <p:grpSpPr>
          <a:xfrm>
            <a:off x="5628323" y="1699260"/>
            <a:ext cx="935990" cy="4041140"/>
            <a:chOff x="8862" y="2676"/>
            <a:chExt cx="1474" cy="6364"/>
          </a:xfrm>
        </p:grpSpPr>
        <p:sp>
          <p:nvSpPr>
            <p:cNvPr id="10" name="空心弧 9"/>
            <p:cNvSpPr/>
            <p:nvPr/>
          </p:nvSpPr>
          <p:spPr>
            <a:xfrm>
              <a:off x="8862" y="267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2" name="空心弧 11"/>
            <p:cNvSpPr/>
            <p:nvPr/>
          </p:nvSpPr>
          <p:spPr>
            <a:xfrm>
              <a:off x="8862" y="4571"/>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3" name="空心弧 12"/>
            <p:cNvSpPr/>
            <p:nvPr/>
          </p:nvSpPr>
          <p:spPr>
            <a:xfrm>
              <a:off x="8862" y="646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4" name="空心弧 13"/>
            <p:cNvSpPr/>
            <p:nvPr/>
          </p:nvSpPr>
          <p:spPr>
            <a:xfrm>
              <a:off x="8862" y="8248"/>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nodeType="clickEffect">
                                  <p:stCondLst>
                                    <p:cond delay="0"/>
                                  </p:stCondLst>
                                  <p:childTnLst>
                                    <p:set>
                                      <p:cBhvr additive="base">
                                        <p:cTn id="6" dur="500"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anim calcmode="lin" valueType="num">
                                      <p:cBhvr additive="base">
                                        <p:cTn id="9" dur="500" fill="hold"/>
                                        <p:tgtEl>
                                          <p:spTgt spid="23"/>
                                        </p:tgtEl>
                                        <p:attrNameLst>
                                          <p:attrName>ppt_w</p:attrName>
                                        </p:attrNameLst>
                                      </p:cBhvr>
                                      <p:tavLst>
                                        <p:tav tm="0">
                                          <p:val>
                                            <p:fltVal val="0"/>
                                          </p:val>
                                        </p:tav>
                                        <p:tav tm="100000">
                                          <p:val>
                                            <p:strVal val="#ppt_w"/>
                                          </p:val>
                                        </p:tav>
                                      </p:tavLst>
                                    </p:anim>
                                    <p:anim calcmode="lin" valueType="num">
                                      <p:cBhvr additive="base">
                                        <p:cTn id="10"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xit" presetSubtype="8" fill="hold" nodeType="clickEffect">
                                  <p:stCondLst>
                                    <p:cond delay="0"/>
                                  </p:stCondLst>
                                  <p:childTnLst>
                                    <p:anim calcmode="lin" valueType="num">
                                      <p:cBhvr additive="base">
                                        <p:cTn id="14" dur="500"/>
                                        <p:tgtEl>
                                          <p:spTgt spid="2"/>
                                        </p:tgtEl>
                                        <p:attrNameLst>
                                          <p:attrName>ppt_x</p:attrName>
                                        </p:attrNameLst>
                                      </p:cBhvr>
                                      <p:tavLst>
                                        <p:tav tm="0">
                                          <p:val>
                                            <p:strVal val="ppt_x"/>
                                          </p:val>
                                        </p:tav>
                                        <p:tav tm="100000">
                                          <p:val>
                                            <p:strVal val="ppt_x-ppt_w/2"/>
                                          </p:val>
                                        </p:tav>
                                      </p:tavLst>
                                    </p:anim>
                                    <p:anim calcmode="lin" valueType="num">
                                      <p:cBhvr additive="base">
                                        <p:cTn id="15" dur="500"/>
                                        <p:tgtEl>
                                          <p:spTgt spid="2"/>
                                        </p:tgtEl>
                                        <p:attrNameLst>
                                          <p:attrName>ppt_y</p:attrName>
                                        </p:attrNameLst>
                                      </p:cBhvr>
                                      <p:tavLst>
                                        <p:tav tm="0">
                                          <p:val>
                                            <p:strVal val="ppt_y"/>
                                          </p:val>
                                        </p:tav>
                                        <p:tav tm="100000">
                                          <p:val>
                                            <p:strVal val="ppt_y"/>
                                          </p:val>
                                        </p:tav>
                                      </p:tavLst>
                                    </p:anim>
                                    <p:anim calcmode="lin" valueType="num">
                                      <p:cBhvr additive="base">
                                        <p:cTn id="16" dur="500"/>
                                        <p:tgtEl>
                                          <p:spTgt spid="2"/>
                                        </p:tgtEl>
                                        <p:attrNameLst>
                                          <p:attrName>ppt_w</p:attrName>
                                        </p:attrNameLst>
                                      </p:cBhvr>
                                      <p:tavLst>
                                        <p:tav tm="0">
                                          <p:val>
                                            <p:strVal val="ppt_w"/>
                                          </p:val>
                                        </p:tav>
                                        <p:tav tm="100000">
                                          <p:val>
                                            <p:fltVal val="0"/>
                                          </p:val>
                                        </p:tav>
                                      </p:tavLst>
                                    </p:anim>
                                    <p:anim calcmode="lin" valueType="num">
                                      <p:cBhvr additive="base">
                                        <p:cTn id="17" dur="500"/>
                                        <p:tgtEl>
                                          <p:spTgt spid="2"/>
                                        </p:tgtEl>
                                        <p:attrNameLst>
                                          <p:attrName>ppt_h</p:attrName>
                                        </p:attrNameLst>
                                      </p:cBhvr>
                                      <p:tavLst>
                                        <p:tav tm="0">
                                          <p:val>
                                            <p:strVal val="ppt_h"/>
                                          </p:val>
                                        </p:tav>
                                        <p:tav tm="100000">
                                          <p:val>
                                            <p:strVal val="ppt_h"/>
                                          </p:val>
                                        </p:tav>
                                      </p:tavLst>
                                    </p:anim>
                                    <p:set>
                                      <p:cBhvr additive="base">
                                        <p:cTn id="18" dur="1" fill="hold">
                                          <p:stCondLst>
                                            <p:cond delay="499"/>
                                          </p:stCondLst>
                                        </p:cTn>
                                        <p:tgtEl>
                                          <p:spTgt spid="2"/>
                                        </p:tgtEl>
                                        <p:attrNameLst>
                                          <p:attrName>style.visibility</p:attrName>
                                        </p:attrNameLst>
                                      </p:cBhvr>
                                      <p:to>
                                        <p:strVal val="hidden"/>
                                      </p:to>
                                    </p:set>
                                  </p:childTnLst>
                                </p:cTn>
                              </p:par>
                            </p:childTnLst>
                          </p:cTn>
                        </p:par>
                        <p:par>
                          <p:cTn id="19" fill="hold">
                            <p:stCondLst>
                              <p:cond delay="500"/>
                            </p:stCondLst>
                            <p:childTnLst>
                              <p:par>
                                <p:cTn id="20" presetID="17" presetClass="entr" presetSubtype="2" fill="hold" nodeType="afterEffect">
                                  <p:stCondLst>
                                    <p:cond delay="0"/>
                                  </p:stCondLst>
                                  <p:childTnLst>
                                    <p:set>
                                      <p:cBhvr additive="base">
                                        <p:cTn id="21" dur="500"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anim calcmode="lin" valueType="num">
                                      <p:cBhvr additive="base">
                                        <p:cTn id="24" dur="500" fill="hold"/>
                                        <p:tgtEl>
                                          <p:spTgt spid="6"/>
                                        </p:tgtEl>
                                        <p:attrNameLst>
                                          <p:attrName>ppt_w</p:attrName>
                                        </p:attrNameLst>
                                      </p:cBhvr>
                                      <p:tavLst>
                                        <p:tav tm="0">
                                          <p:val>
                                            <p:fltVal val="0"/>
                                          </p:val>
                                        </p:tav>
                                        <p:tav tm="100000">
                                          <p:val>
                                            <p:strVal val="#ppt_w"/>
                                          </p:val>
                                        </p:tav>
                                      </p:tavLst>
                                    </p:anim>
                                    <p:anim calcmode="lin" valueType="num">
                                      <p:cBhvr additive="base">
                                        <p:cTn id="25"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2" name="翻书声.wav"/>
                                        </p:tgtEl>
                                      </p:cMediaNode>
                                    </p:audio>
                                  </p:subTnLst>
                                </p:cTn>
                              </p:par>
                              <p:par>
                                <p:cTn id="26" presetID="17" presetClass="entr" presetSubtype="2" fill="hold" nodeType="withEffect">
                                  <p:stCondLst>
                                    <p:cond delay="0"/>
                                  </p:stCondLst>
                                  <p:childTnLst>
                                    <p:set>
                                      <p:cBhvr additive="base">
                                        <p:cTn id="27" dur="500"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ppt_w/2"/>
                                          </p:val>
                                        </p:tav>
                                        <p:tav tm="100000">
                                          <p:val>
                                            <p:strVal val="#ppt_x"/>
                                          </p:val>
                                        </p:tav>
                                      </p:tavLst>
                                    </p:anim>
                                    <p:anim calcmode="lin" valueType="num">
                                      <p:cBhvr additive="base">
                                        <p:cTn id="29" dur="500" fill="hold"/>
                                        <p:tgtEl>
                                          <p:spTgt spid="15"/>
                                        </p:tgtEl>
                                        <p:attrNameLst>
                                          <p:attrName>ppt_y</p:attrName>
                                        </p:attrNameLst>
                                      </p:cBhvr>
                                      <p:tavLst>
                                        <p:tav tm="0">
                                          <p:val>
                                            <p:strVal val="#ppt_y"/>
                                          </p:val>
                                        </p:tav>
                                        <p:tav tm="100000">
                                          <p:val>
                                            <p:strVal val="#ppt_y"/>
                                          </p:val>
                                        </p:tav>
                                      </p:tavLst>
                                    </p:anim>
                                    <p:anim calcmode="lin" valueType="num">
                                      <p:cBhvr additive="base">
                                        <p:cTn id="30" dur="500" fill="hold"/>
                                        <p:tgtEl>
                                          <p:spTgt spid="15"/>
                                        </p:tgtEl>
                                        <p:attrNameLst>
                                          <p:attrName>ppt_w</p:attrName>
                                        </p:attrNameLst>
                                      </p:cBhvr>
                                      <p:tavLst>
                                        <p:tav tm="0">
                                          <p:val>
                                            <p:fltVal val="0"/>
                                          </p:val>
                                        </p:tav>
                                        <p:tav tm="100000">
                                          <p:val>
                                            <p:strVal val="#ppt_w"/>
                                          </p:val>
                                        </p:tav>
                                      </p:tavLst>
                                    </p:anim>
                                    <p:anim calcmode="lin" valueType="num">
                                      <p:cBhvr additive="base">
                                        <p:cTn id="31"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xit" presetSubtype="8" fill="hold" nodeType="clickEffect">
                                  <p:stCondLst>
                                    <p:cond delay="0"/>
                                  </p:stCondLst>
                                  <p:childTnLst>
                                    <p:anim calcmode="lin" valueType="num">
                                      <p:cBhvr additive="base">
                                        <p:cTn id="35" dur="500"/>
                                        <p:tgtEl>
                                          <p:spTgt spid="16"/>
                                        </p:tgtEl>
                                        <p:attrNameLst>
                                          <p:attrName>ppt_x</p:attrName>
                                        </p:attrNameLst>
                                      </p:cBhvr>
                                      <p:tavLst>
                                        <p:tav tm="0">
                                          <p:val>
                                            <p:strVal val="ppt_x"/>
                                          </p:val>
                                        </p:tav>
                                        <p:tav tm="100000">
                                          <p:val>
                                            <p:strVal val="ppt_x-ppt_w/2"/>
                                          </p:val>
                                        </p:tav>
                                      </p:tavLst>
                                    </p:anim>
                                    <p:anim calcmode="lin" valueType="num">
                                      <p:cBhvr additive="base">
                                        <p:cTn id="36" dur="500"/>
                                        <p:tgtEl>
                                          <p:spTgt spid="16"/>
                                        </p:tgtEl>
                                        <p:attrNameLst>
                                          <p:attrName>ppt_y</p:attrName>
                                        </p:attrNameLst>
                                      </p:cBhvr>
                                      <p:tavLst>
                                        <p:tav tm="0">
                                          <p:val>
                                            <p:strVal val="ppt_y"/>
                                          </p:val>
                                        </p:tav>
                                        <p:tav tm="100000">
                                          <p:val>
                                            <p:strVal val="ppt_y"/>
                                          </p:val>
                                        </p:tav>
                                      </p:tavLst>
                                    </p:anim>
                                    <p:anim calcmode="lin" valueType="num">
                                      <p:cBhvr additive="base">
                                        <p:cTn id="37" dur="500"/>
                                        <p:tgtEl>
                                          <p:spTgt spid="16"/>
                                        </p:tgtEl>
                                        <p:attrNameLst>
                                          <p:attrName>ppt_w</p:attrName>
                                        </p:attrNameLst>
                                      </p:cBhvr>
                                      <p:tavLst>
                                        <p:tav tm="0">
                                          <p:val>
                                            <p:strVal val="ppt_w"/>
                                          </p:val>
                                        </p:tav>
                                        <p:tav tm="100000">
                                          <p:val>
                                            <p:fltVal val="0"/>
                                          </p:val>
                                        </p:tav>
                                      </p:tavLst>
                                    </p:anim>
                                    <p:anim calcmode="lin" valueType="num">
                                      <p:cBhvr additive="base">
                                        <p:cTn id="38" dur="500"/>
                                        <p:tgtEl>
                                          <p:spTgt spid="16"/>
                                        </p:tgtEl>
                                        <p:attrNameLst>
                                          <p:attrName>ppt_h</p:attrName>
                                        </p:attrNameLst>
                                      </p:cBhvr>
                                      <p:tavLst>
                                        <p:tav tm="0">
                                          <p:val>
                                            <p:strVal val="ppt_h"/>
                                          </p:val>
                                        </p:tav>
                                        <p:tav tm="100000">
                                          <p:val>
                                            <p:strVal val="ppt_h"/>
                                          </p:val>
                                        </p:tav>
                                      </p:tavLst>
                                    </p:anim>
                                    <p:set>
                                      <p:cBhvr additive="base">
                                        <p:cTn id="39" dur="1" fill="hold">
                                          <p:stCondLst>
                                            <p:cond delay="499"/>
                                          </p:stCondLst>
                                        </p:cTn>
                                        <p:tgtEl>
                                          <p:spTgt spid="16"/>
                                        </p:tgtEl>
                                        <p:attrNameLst>
                                          <p:attrName>style.visibility</p:attrName>
                                        </p:attrNameLst>
                                      </p:cBhvr>
                                      <p:to>
                                        <p:strVal val="hidden"/>
                                      </p:to>
                                    </p:set>
                                  </p:childTnLst>
                                </p:cTn>
                              </p:par>
                            </p:childTnLst>
                          </p:cTn>
                        </p:par>
                        <p:par>
                          <p:cTn id="40" fill="hold">
                            <p:stCondLst>
                              <p:cond delay="500"/>
                            </p:stCondLst>
                            <p:childTnLst>
                              <p:par>
                                <p:cTn id="41" presetID="17" presetClass="entr" presetSubtype="2" fill="hold" nodeType="afterEffect">
                                  <p:stCondLst>
                                    <p:cond delay="0"/>
                                  </p:stCondLst>
                                  <p:childTnLst>
                                    <p:set>
                                      <p:cBhvr additive="base">
                                        <p:cTn id="42" dur="500"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anim calcmode="lin" valueType="num">
                                      <p:cBhvr additive="base">
                                        <p:cTn id="45" dur="500" fill="hold"/>
                                        <p:tgtEl>
                                          <p:spTgt spid="21"/>
                                        </p:tgtEl>
                                        <p:attrNameLst>
                                          <p:attrName>ppt_w</p:attrName>
                                        </p:attrNameLst>
                                      </p:cBhvr>
                                      <p:tavLst>
                                        <p:tav tm="0">
                                          <p:val>
                                            <p:fltVal val="0"/>
                                          </p:val>
                                        </p:tav>
                                        <p:tav tm="100000">
                                          <p:val>
                                            <p:strVal val="#ppt_w"/>
                                          </p:val>
                                        </p:tav>
                                      </p:tavLst>
                                    </p:anim>
                                    <p:anim calcmode="lin" valueType="num">
                                      <p:cBhvr additive="base">
                                        <p:cTn id="46"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2" name="翻书声.wav"/>
                                        </p:tgtEl>
                                      </p:cMediaNode>
                                    </p:audio>
                                  </p:subTnLst>
                                </p:cTn>
                              </p:par>
                            </p:childTnLst>
                          </p:cTn>
                        </p:par>
                      </p:childTnLst>
                    </p:cTn>
                  </p:par>
                  <p:par>
                    <p:cTn id="47" fill="hold">
                      <p:stCondLst>
                        <p:cond delay="indefinite"/>
                      </p:stCondLst>
                      <p:childTnLst>
                        <p:par>
                          <p:cTn id="48" fill="hold">
                            <p:stCondLst>
                              <p:cond delay="0"/>
                            </p:stCondLst>
                            <p:childTnLst>
                              <p:par>
                                <p:cTn id="49" presetID="17" presetClass="exit" presetSubtype="8" fill="hold" nodeType="clickEffect">
                                  <p:stCondLst>
                                    <p:cond delay="0"/>
                                  </p:stCondLst>
                                  <p:childTnLst>
                                    <p:anim calcmode="lin" valueType="num">
                                      <p:cBhvr additive="base">
                                        <p:cTn id="50" dur="500"/>
                                        <p:tgtEl>
                                          <p:spTgt spid="34"/>
                                        </p:tgtEl>
                                        <p:attrNameLst>
                                          <p:attrName>ppt_x</p:attrName>
                                        </p:attrNameLst>
                                      </p:cBhvr>
                                      <p:tavLst>
                                        <p:tav tm="0">
                                          <p:val>
                                            <p:strVal val="ppt_x"/>
                                          </p:val>
                                        </p:tav>
                                        <p:tav tm="100000">
                                          <p:val>
                                            <p:strVal val="ppt_x-ppt_w/2"/>
                                          </p:val>
                                        </p:tav>
                                      </p:tavLst>
                                    </p:anim>
                                    <p:anim calcmode="lin" valueType="num">
                                      <p:cBhvr additive="base">
                                        <p:cTn id="51" dur="500"/>
                                        <p:tgtEl>
                                          <p:spTgt spid="34"/>
                                        </p:tgtEl>
                                        <p:attrNameLst>
                                          <p:attrName>ppt_y</p:attrName>
                                        </p:attrNameLst>
                                      </p:cBhvr>
                                      <p:tavLst>
                                        <p:tav tm="0">
                                          <p:val>
                                            <p:strVal val="ppt_y"/>
                                          </p:val>
                                        </p:tav>
                                        <p:tav tm="100000">
                                          <p:val>
                                            <p:strVal val="ppt_y"/>
                                          </p:val>
                                        </p:tav>
                                      </p:tavLst>
                                    </p:anim>
                                    <p:anim calcmode="lin" valueType="num">
                                      <p:cBhvr additive="base">
                                        <p:cTn id="52" dur="500"/>
                                        <p:tgtEl>
                                          <p:spTgt spid="34"/>
                                        </p:tgtEl>
                                        <p:attrNameLst>
                                          <p:attrName>ppt_w</p:attrName>
                                        </p:attrNameLst>
                                      </p:cBhvr>
                                      <p:tavLst>
                                        <p:tav tm="0">
                                          <p:val>
                                            <p:strVal val="ppt_w"/>
                                          </p:val>
                                        </p:tav>
                                        <p:tav tm="100000">
                                          <p:val>
                                            <p:fltVal val="0"/>
                                          </p:val>
                                        </p:tav>
                                      </p:tavLst>
                                    </p:anim>
                                    <p:anim calcmode="lin" valueType="num">
                                      <p:cBhvr additive="base">
                                        <p:cTn id="53" dur="500"/>
                                        <p:tgtEl>
                                          <p:spTgt spid="34"/>
                                        </p:tgtEl>
                                        <p:attrNameLst>
                                          <p:attrName>ppt_h</p:attrName>
                                        </p:attrNameLst>
                                      </p:cBhvr>
                                      <p:tavLst>
                                        <p:tav tm="0">
                                          <p:val>
                                            <p:strVal val="ppt_h"/>
                                          </p:val>
                                        </p:tav>
                                        <p:tav tm="100000">
                                          <p:val>
                                            <p:strVal val="ppt_h"/>
                                          </p:val>
                                        </p:tav>
                                      </p:tavLst>
                                    </p:anim>
                                    <p:set>
                                      <p:cBhvr additive="base">
                                        <p:cTn id="54" dur="1" fill="hold">
                                          <p:stCondLst>
                                            <p:cond delay="499"/>
                                          </p:stCondLst>
                                        </p:cTn>
                                        <p:tgtEl>
                                          <p:spTgt spid="34"/>
                                        </p:tgtEl>
                                        <p:attrNameLst>
                                          <p:attrName>style.visibility</p:attrName>
                                        </p:attrNameLst>
                                      </p:cBhvr>
                                      <p:to>
                                        <p:strVal val="hidden"/>
                                      </p:to>
                                    </p:set>
                                  </p:childTnLst>
                                </p:cTn>
                              </p:par>
                            </p:childTnLst>
                          </p:cTn>
                        </p:par>
                        <p:par>
                          <p:cTn id="55" fill="hold">
                            <p:stCondLst>
                              <p:cond delay="500"/>
                            </p:stCondLst>
                            <p:childTnLst>
                              <p:par>
                                <p:cTn id="56" presetID="17" presetClass="entr" presetSubtype="2" fill="hold" nodeType="afterEffect">
                                  <p:stCondLst>
                                    <p:cond delay="0"/>
                                  </p:stCondLst>
                                  <p:childTnLst>
                                    <p:set>
                                      <p:cBhvr additive="base">
                                        <p:cTn id="57" dur="500" fill="hold">
                                          <p:stCondLst>
                                            <p:cond delay="0"/>
                                          </p:stCondLst>
                                        </p:cTn>
                                        <p:tgtEl>
                                          <p:spTgt spid="37"/>
                                        </p:tgtEl>
                                        <p:attrNameLst>
                                          <p:attrName>style.visibility</p:attrName>
                                        </p:attrNameLst>
                                      </p:cBhvr>
                                      <p:to>
                                        <p:strVal val="visible"/>
                                      </p:to>
                                    </p:set>
                                    <p:anim calcmode="lin" valueType="num">
                                      <p:cBhvr additive="base">
                                        <p:cTn id="58" dur="500" fill="hold"/>
                                        <p:tgtEl>
                                          <p:spTgt spid="37"/>
                                        </p:tgtEl>
                                        <p:attrNameLst>
                                          <p:attrName>ppt_x</p:attrName>
                                        </p:attrNameLst>
                                      </p:cBhvr>
                                      <p:tavLst>
                                        <p:tav tm="0">
                                          <p:val>
                                            <p:strVal val="#ppt_x+#ppt_w/2"/>
                                          </p:val>
                                        </p:tav>
                                        <p:tav tm="100000">
                                          <p:val>
                                            <p:strVal val="#ppt_x"/>
                                          </p:val>
                                        </p:tav>
                                      </p:tavLst>
                                    </p:anim>
                                    <p:anim calcmode="lin" valueType="num">
                                      <p:cBhvr additive="base">
                                        <p:cTn id="59" dur="500" fill="hold"/>
                                        <p:tgtEl>
                                          <p:spTgt spid="37"/>
                                        </p:tgtEl>
                                        <p:attrNameLst>
                                          <p:attrName>ppt_y</p:attrName>
                                        </p:attrNameLst>
                                      </p:cBhvr>
                                      <p:tavLst>
                                        <p:tav tm="0">
                                          <p:val>
                                            <p:strVal val="#ppt_y"/>
                                          </p:val>
                                        </p:tav>
                                        <p:tav tm="100000">
                                          <p:val>
                                            <p:strVal val="#ppt_y"/>
                                          </p:val>
                                        </p:tav>
                                      </p:tavLst>
                                    </p:anim>
                                    <p:anim calcmode="lin" valueType="num">
                                      <p:cBhvr additive="base">
                                        <p:cTn id="60" dur="500" fill="hold"/>
                                        <p:tgtEl>
                                          <p:spTgt spid="37"/>
                                        </p:tgtEl>
                                        <p:attrNameLst>
                                          <p:attrName>ppt_w</p:attrName>
                                        </p:attrNameLst>
                                      </p:cBhvr>
                                      <p:tavLst>
                                        <p:tav tm="0">
                                          <p:val>
                                            <p:fltVal val="0"/>
                                          </p:val>
                                        </p:tav>
                                        <p:tav tm="100000">
                                          <p:val>
                                            <p:strVal val="#ppt_w"/>
                                          </p:val>
                                        </p:tav>
                                      </p:tavLst>
                                    </p:anim>
                                    <p:anim calcmode="lin" valueType="num">
                                      <p:cBhvr additive="base">
                                        <p:cTn id="61" dur="5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2" name="翻书声.wav"/>
                                        </p:tgtEl>
                                      </p:cMediaNode>
                                    </p:audio>
                                  </p:subTnLst>
                                </p:cTn>
                              </p:par>
                            </p:childTnLst>
                          </p:cTn>
                        </p:par>
                      </p:childTnLst>
                    </p:cTn>
                  </p:par>
                  <p:par>
                    <p:cTn id="62" fill="hold">
                      <p:stCondLst>
                        <p:cond delay="indefinite"/>
                      </p:stCondLst>
                      <p:childTnLst>
                        <p:par>
                          <p:cTn id="63" fill="hold">
                            <p:stCondLst>
                              <p:cond delay="0"/>
                            </p:stCondLst>
                            <p:childTnLst>
                              <p:par>
                                <p:cTn id="64" presetID="17" presetClass="exit" presetSubtype="8" fill="hold" nodeType="clickEffect">
                                  <p:stCondLst>
                                    <p:cond delay="0"/>
                                  </p:stCondLst>
                                  <p:childTnLst>
                                    <p:anim calcmode="lin" valueType="num">
                                      <p:cBhvr additive="base">
                                        <p:cTn id="65" dur="500"/>
                                        <p:tgtEl>
                                          <p:spTgt spid="58"/>
                                        </p:tgtEl>
                                        <p:attrNameLst>
                                          <p:attrName>ppt_x</p:attrName>
                                        </p:attrNameLst>
                                      </p:cBhvr>
                                      <p:tavLst>
                                        <p:tav tm="0">
                                          <p:val>
                                            <p:strVal val="ppt_x"/>
                                          </p:val>
                                        </p:tav>
                                        <p:tav tm="100000">
                                          <p:val>
                                            <p:strVal val="ppt_x-ppt_w/2"/>
                                          </p:val>
                                        </p:tav>
                                      </p:tavLst>
                                    </p:anim>
                                    <p:anim calcmode="lin" valueType="num">
                                      <p:cBhvr additive="base">
                                        <p:cTn id="66" dur="500"/>
                                        <p:tgtEl>
                                          <p:spTgt spid="58"/>
                                        </p:tgtEl>
                                        <p:attrNameLst>
                                          <p:attrName>ppt_y</p:attrName>
                                        </p:attrNameLst>
                                      </p:cBhvr>
                                      <p:tavLst>
                                        <p:tav tm="0">
                                          <p:val>
                                            <p:strVal val="ppt_y"/>
                                          </p:val>
                                        </p:tav>
                                        <p:tav tm="100000">
                                          <p:val>
                                            <p:strVal val="ppt_y"/>
                                          </p:val>
                                        </p:tav>
                                      </p:tavLst>
                                    </p:anim>
                                    <p:anim calcmode="lin" valueType="num">
                                      <p:cBhvr additive="base">
                                        <p:cTn id="67" dur="500"/>
                                        <p:tgtEl>
                                          <p:spTgt spid="58"/>
                                        </p:tgtEl>
                                        <p:attrNameLst>
                                          <p:attrName>ppt_w</p:attrName>
                                        </p:attrNameLst>
                                      </p:cBhvr>
                                      <p:tavLst>
                                        <p:tav tm="0">
                                          <p:val>
                                            <p:strVal val="ppt_w"/>
                                          </p:val>
                                        </p:tav>
                                        <p:tav tm="100000">
                                          <p:val>
                                            <p:fltVal val="0"/>
                                          </p:val>
                                        </p:tav>
                                      </p:tavLst>
                                    </p:anim>
                                    <p:anim calcmode="lin" valueType="num">
                                      <p:cBhvr additive="base">
                                        <p:cTn id="68" dur="500"/>
                                        <p:tgtEl>
                                          <p:spTgt spid="58"/>
                                        </p:tgtEl>
                                        <p:attrNameLst>
                                          <p:attrName>ppt_h</p:attrName>
                                        </p:attrNameLst>
                                      </p:cBhvr>
                                      <p:tavLst>
                                        <p:tav tm="0">
                                          <p:val>
                                            <p:strVal val="ppt_h"/>
                                          </p:val>
                                        </p:tav>
                                        <p:tav tm="100000">
                                          <p:val>
                                            <p:strVal val="ppt_h"/>
                                          </p:val>
                                        </p:tav>
                                      </p:tavLst>
                                    </p:anim>
                                    <p:set>
                                      <p:cBhvr additive="base">
                                        <p:cTn id="69" dur="1" fill="hold">
                                          <p:stCondLst>
                                            <p:cond delay="499"/>
                                          </p:stCondLst>
                                        </p:cTn>
                                        <p:tgtEl>
                                          <p:spTgt spid="58"/>
                                        </p:tgtEl>
                                        <p:attrNameLst>
                                          <p:attrName>style.visibility</p:attrName>
                                        </p:attrNameLst>
                                      </p:cBhvr>
                                      <p:to>
                                        <p:strVal val="hidden"/>
                                      </p:to>
                                    </p:set>
                                  </p:childTnLst>
                                </p:cTn>
                              </p:par>
                            </p:childTnLst>
                          </p:cTn>
                        </p:par>
                        <p:par>
                          <p:cTn id="70" fill="hold">
                            <p:stCondLst>
                              <p:cond delay="500"/>
                            </p:stCondLst>
                            <p:childTnLst>
                              <p:par>
                                <p:cTn id="71" presetID="17" presetClass="entr" presetSubtype="2" fill="hold" nodeType="afterEffect">
                                  <p:stCondLst>
                                    <p:cond delay="0"/>
                                  </p:stCondLst>
                                  <p:childTnLst>
                                    <p:set>
                                      <p:cBhvr additive="base">
                                        <p:cTn id="72" dur="500" fill="hold">
                                          <p:stCondLst>
                                            <p:cond delay="0"/>
                                          </p:stCondLst>
                                        </p:cTn>
                                        <p:tgtEl>
                                          <p:spTgt spid="61"/>
                                        </p:tgtEl>
                                        <p:attrNameLst>
                                          <p:attrName>style.visibility</p:attrName>
                                        </p:attrNameLst>
                                      </p:cBhvr>
                                      <p:to>
                                        <p:strVal val="visible"/>
                                      </p:to>
                                    </p:set>
                                    <p:anim calcmode="lin" valueType="num">
                                      <p:cBhvr additive="base">
                                        <p:cTn id="73" dur="500" fill="hold"/>
                                        <p:tgtEl>
                                          <p:spTgt spid="61"/>
                                        </p:tgtEl>
                                        <p:attrNameLst>
                                          <p:attrName>ppt_x</p:attrName>
                                        </p:attrNameLst>
                                      </p:cBhvr>
                                      <p:tavLst>
                                        <p:tav tm="0">
                                          <p:val>
                                            <p:strVal val="#ppt_x+#ppt_w/2"/>
                                          </p:val>
                                        </p:tav>
                                        <p:tav tm="100000">
                                          <p:val>
                                            <p:strVal val="#ppt_x"/>
                                          </p:val>
                                        </p:tav>
                                      </p:tavLst>
                                    </p:anim>
                                    <p:anim calcmode="lin" valueType="num">
                                      <p:cBhvr additive="base">
                                        <p:cTn id="74" dur="500" fill="hold"/>
                                        <p:tgtEl>
                                          <p:spTgt spid="61"/>
                                        </p:tgtEl>
                                        <p:attrNameLst>
                                          <p:attrName>ppt_y</p:attrName>
                                        </p:attrNameLst>
                                      </p:cBhvr>
                                      <p:tavLst>
                                        <p:tav tm="0">
                                          <p:val>
                                            <p:strVal val="#ppt_y"/>
                                          </p:val>
                                        </p:tav>
                                        <p:tav tm="100000">
                                          <p:val>
                                            <p:strVal val="#ppt_y"/>
                                          </p:val>
                                        </p:tav>
                                      </p:tavLst>
                                    </p:anim>
                                    <p:anim calcmode="lin" valueType="num">
                                      <p:cBhvr additive="base">
                                        <p:cTn id="75" dur="500" fill="hold"/>
                                        <p:tgtEl>
                                          <p:spTgt spid="61"/>
                                        </p:tgtEl>
                                        <p:attrNameLst>
                                          <p:attrName>ppt_w</p:attrName>
                                        </p:attrNameLst>
                                      </p:cBhvr>
                                      <p:tavLst>
                                        <p:tav tm="0">
                                          <p:val>
                                            <p:fltVal val="0"/>
                                          </p:val>
                                        </p:tav>
                                        <p:tav tm="100000">
                                          <p:val>
                                            <p:strVal val="#ppt_w"/>
                                          </p:val>
                                        </p:tav>
                                      </p:tavLst>
                                    </p:anim>
                                    <p:anim calcmode="lin" valueType="num">
                                      <p:cBhvr additive="base">
                                        <p:cTn id="76"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1"/>
                                            </p:cond>
                                          </p:stCondLst>
                                          <p:endCondLst>
                                            <p:cond evt="onStopAudio" delay="0">
                                              <p:tgtEl>
                                                <p:sldTgt/>
                                              </p:tgtEl>
                                            </p:cond>
                                          </p:endCondLst>
                                        </p:cTn>
                                        <p:tgtEl>
                                          <p:sndTgt r:embed="rId2" name="翻书声.wav"/>
                                        </p:tgtEl>
                                      </p:cMediaNode>
                                    </p:audio>
                                  </p:subTnLst>
                                </p:cTn>
                              </p:par>
                            </p:childTnLst>
                          </p:cTn>
                        </p:par>
                      </p:childTnLst>
                    </p:cTn>
                  </p:par>
                  <p:par>
                    <p:cTn id="77" fill="hold">
                      <p:stCondLst>
                        <p:cond delay="indefinite"/>
                      </p:stCondLst>
                      <p:childTnLst>
                        <p:par>
                          <p:cTn id="78" fill="hold">
                            <p:stCondLst>
                              <p:cond delay="0"/>
                            </p:stCondLst>
                            <p:childTnLst>
                              <p:par>
                                <p:cTn id="79" presetID="17" presetClass="exit" presetSubtype="8" fill="hold" nodeType="clickEffect">
                                  <p:stCondLst>
                                    <p:cond delay="0"/>
                                  </p:stCondLst>
                                  <p:childTnLst>
                                    <p:anim calcmode="lin" valueType="num">
                                      <p:cBhvr additive="base">
                                        <p:cTn id="80" dur="500"/>
                                        <p:tgtEl>
                                          <p:spTgt spid="64"/>
                                        </p:tgtEl>
                                        <p:attrNameLst>
                                          <p:attrName>ppt_x</p:attrName>
                                        </p:attrNameLst>
                                      </p:cBhvr>
                                      <p:tavLst>
                                        <p:tav tm="0">
                                          <p:val>
                                            <p:strVal val="ppt_x"/>
                                          </p:val>
                                        </p:tav>
                                        <p:tav tm="100000">
                                          <p:val>
                                            <p:strVal val="ppt_x-ppt_w/2"/>
                                          </p:val>
                                        </p:tav>
                                      </p:tavLst>
                                    </p:anim>
                                    <p:anim calcmode="lin" valueType="num">
                                      <p:cBhvr additive="base">
                                        <p:cTn id="81" dur="500"/>
                                        <p:tgtEl>
                                          <p:spTgt spid="64"/>
                                        </p:tgtEl>
                                        <p:attrNameLst>
                                          <p:attrName>ppt_y</p:attrName>
                                        </p:attrNameLst>
                                      </p:cBhvr>
                                      <p:tavLst>
                                        <p:tav tm="0">
                                          <p:val>
                                            <p:strVal val="ppt_y"/>
                                          </p:val>
                                        </p:tav>
                                        <p:tav tm="100000">
                                          <p:val>
                                            <p:strVal val="ppt_y"/>
                                          </p:val>
                                        </p:tav>
                                      </p:tavLst>
                                    </p:anim>
                                    <p:anim calcmode="lin" valueType="num">
                                      <p:cBhvr additive="base">
                                        <p:cTn id="82" dur="500"/>
                                        <p:tgtEl>
                                          <p:spTgt spid="64"/>
                                        </p:tgtEl>
                                        <p:attrNameLst>
                                          <p:attrName>ppt_w</p:attrName>
                                        </p:attrNameLst>
                                      </p:cBhvr>
                                      <p:tavLst>
                                        <p:tav tm="0">
                                          <p:val>
                                            <p:strVal val="ppt_w"/>
                                          </p:val>
                                        </p:tav>
                                        <p:tav tm="100000">
                                          <p:val>
                                            <p:fltVal val="0"/>
                                          </p:val>
                                        </p:tav>
                                      </p:tavLst>
                                    </p:anim>
                                    <p:anim calcmode="lin" valueType="num">
                                      <p:cBhvr additive="base">
                                        <p:cTn id="83" dur="500"/>
                                        <p:tgtEl>
                                          <p:spTgt spid="64"/>
                                        </p:tgtEl>
                                        <p:attrNameLst>
                                          <p:attrName>ppt_h</p:attrName>
                                        </p:attrNameLst>
                                      </p:cBhvr>
                                      <p:tavLst>
                                        <p:tav tm="0">
                                          <p:val>
                                            <p:strVal val="ppt_h"/>
                                          </p:val>
                                        </p:tav>
                                        <p:tav tm="100000">
                                          <p:val>
                                            <p:strVal val="ppt_h"/>
                                          </p:val>
                                        </p:tav>
                                      </p:tavLst>
                                    </p:anim>
                                    <p:set>
                                      <p:cBhvr additive="base">
                                        <p:cTn id="84" dur="1" fill="hold">
                                          <p:stCondLst>
                                            <p:cond delay="499"/>
                                          </p:stCondLst>
                                        </p:cTn>
                                        <p:tgtEl>
                                          <p:spTgt spid="64"/>
                                        </p:tgtEl>
                                        <p:attrNameLst>
                                          <p:attrName>style.visibility</p:attrName>
                                        </p:attrNameLst>
                                      </p:cBhvr>
                                      <p:to>
                                        <p:strVal val="hidden"/>
                                      </p:to>
                                    </p:set>
                                  </p:childTnLst>
                                </p:cTn>
                              </p:par>
                            </p:childTnLst>
                          </p:cTn>
                        </p:par>
                        <p:par>
                          <p:cTn id="85" fill="hold">
                            <p:stCondLst>
                              <p:cond delay="500"/>
                            </p:stCondLst>
                            <p:childTnLst>
                              <p:par>
                                <p:cTn id="86" presetID="17" presetClass="entr" presetSubtype="2" fill="hold" nodeType="afterEffect">
                                  <p:stCondLst>
                                    <p:cond delay="0"/>
                                  </p:stCondLst>
                                  <p:childTnLst>
                                    <p:set>
                                      <p:cBhvr additive="base">
                                        <p:cTn id="87" dur="500" fill="hold">
                                          <p:stCondLst>
                                            <p:cond delay="0"/>
                                          </p:stCondLst>
                                        </p:cTn>
                                        <p:tgtEl>
                                          <p:spTgt spid="67"/>
                                        </p:tgtEl>
                                        <p:attrNameLst>
                                          <p:attrName>style.visibility</p:attrName>
                                        </p:attrNameLst>
                                      </p:cBhvr>
                                      <p:to>
                                        <p:strVal val="visible"/>
                                      </p:to>
                                    </p:set>
                                    <p:anim calcmode="lin" valueType="num">
                                      <p:cBhvr additive="base">
                                        <p:cTn id="88" dur="500" fill="hold"/>
                                        <p:tgtEl>
                                          <p:spTgt spid="67"/>
                                        </p:tgtEl>
                                        <p:attrNameLst>
                                          <p:attrName>ppt_x</p:attrName>
                                        </p:attrNameLst>
                                      </p:cBhvr>
                                      <p:tavLst>
                                        <p:tav tm="0">
                                          <p:val>
                                            <p:strVal val="#ppt_x+#ppt_w/2"/>
                                          </p:val>
                                        </p:tav>
                                        <p:tav tm="100000">
                                          <p:val>
                                            <p:strVal val="#ppt_x"/>
                                          </p:val>
                                        </p:tav>
                                      </p:tavLst>
                                    </p:anim>
                                    <p:anim calcmode="lin" valueType="num">
                                      <p:cBhvr additive="base">
                                        <p:cTn id="89" dur="500" fill="hold"/>
                                        <p:tgtEl>
                                          <p:spTgt spid="67"/>
                                        </p:tgtEl>
                                        <p:attrNameLst>
                                          <p:attrName>ppt_y</p:attrName>
                                        </p:attrNameLst>
                                      </p:cBhvr>
                                      <p:tavLst>
                                        <p:tav tm="0">
                                          <p:val>
                                            <p:strVal val="#ppt_y"/>
                                          </p:val>
                                        </p:tav>
                                        <p:tav tm="100000">
                                          <p:val>
                                            <p:strVal val="#ppt_y"/>
                                          </p:val>
                                        </p:tav>
                                      </p:tavLst>
                                    </p:anim>
                                    <p:anim calcmode="lin" valueType="num">
                                      <p:cBhvr additive="base">
                                        <p:cTn id="90" dur="500" fill="hold"/>
                                        <p:tgtEl>
                                          <p:spTgt spid="67"/>
                                        </p:tgtEl>
                                        <p:attrNameLst>
                                          <p:attrName>ppt_w</p:attrName>
                                        </p:attrNameLst>
                                      </p:cBhvr>
                                      <p:tavLst>
                                        <p:tav tm="0">
                                          <p:val>
                                            <p:fltVal val="0"/>
                                          </p:val>
                                        </p:tav>
                                        <p:tav tm="100000">
                                          <p:val>
                                            <p:strVal val="#ppt_w"/>
                                          </p:val>
                                        </p:tav>
                                      </p:tavLst>
                                    </p:anim>
                                    <p:anim calcmode="lin" valueType="num">
                                      <p:cBhvr additive="base">
                                        <p:cTn id="91"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2" name="翻书声.wav"/>
                                        </p:tgtEl>
                                      </p:cMediaNode>
                                    </p:audio>
                                  </p:subTnLst>
                                </p:cTn>
                              </p:par>
                            </p:childTnLst>
                          </p:cTn>
                        </p:par>
                      </p:childTnLst>
                    </p:cTn>
                  </p:par>
                  <p:par>
                    <p:cTn id="92" fill="hold">
                      <p:stCondLst>
                        <p:cond delay="indefinite"/>
                      </p:stCondLst>
                      <p:childTnLst>
                        <p:par>
                          <p:cTn id="93" fill="hold">
                            <p:stCondLst>
                              <p:cond delay="0"/>
                            </p:stCondLst>
                            <p:childTnLst>
                              <p:par>
                                <p:cTn id="94" presetID="17" presetClass="exit" presetSubtype="8" fill="hold" nodeType="clickEffect">
                                  <p:stCondLst>
                                    <p:cond delay="0"/>
                                  </p:stCondLst>
                                  <p:childTnLst>
                                    <p:anim calcmode="lin" valueType="num">
                                      <p:cBhvr additive="base">
                                        <p:cTn id="95" dur="500"/>
                                        <p:tgtEl>
                                          <p:spTgt spid="70"/>
                                        </p:tgtEl>
                                        <p:attrNameLst>
                                          <p:attrName>ppt_x</p:attrName>
                                        </p:attrNameLst>
                                      </p:cBhvr>
                                      <p:tavLst>
                                        <p:tav tm="0">
                                          <p:val>
                                            <p:strVal val="ppt_x"/>
                                          </p:val>
                                        </p:tav>
                                        <p:tav tm="100000">
                                          <p:val>
                                            <p:strVal val="ppt_x-ppt_w/2"/>
                                          </p:val>
                                        </p:tav>
                                      </p:tavLst>
                                    </p:anim>
                                    <p:anim calcmode="lin" valueType="num">
                                      <p:cBhvr additive="base">
                                        <p:cTn id="96" dur="500"/>
                                        <p:tgtEl>
                                          <p:spTgt spid="70"/>
                                        </p:tgtEl>
                                        <p:attrNameLst>
                                          <p:attrName>ppt_y</p:attrName>
                                        </p:attrNameLst>
                                      </p:cBhvr>
                                      <p:tavLst>
                                        <p:tav tm="0">
                                          <p:val>
                                            <p:strVal val="ppt_y"/>
                                          </p:val>
                                        </p:tav>
                                        <p:tav tm="100000">
                                          <p:val>
                                            <p:strVal val="ppt_y"/>
                                          </p:val>
                                        </p:tav>
                                      </p:tavLst>
                                    </p:anim>
                                    <p:anim calcmode="lin" valueType="num">
                                      <p:cBhvr additive="base">
                                        <p:cTn id="97" dur="500"/>
                                        <p:tgtEl>
                                          <p:spTgt spid="70"/>
                                        </p:tgtEl>
                                        <p:attrNameLst>
                                          <p:attrName>ppt_w</p:attrName>
                                        </p:attrNameLst>
                                      </p:cBhvr>
                                      <p:tavLst>
                                        <p:tav tm="0">
                                          <p:val>
                                            <p:strVal val="ppt_w"/>
                                          </p:val>
                                        </p:tav>
                                        <p:tav tm="100000">
                                          <p:val>
                                            <p:fltVal val="0"/>
                                          </p:val>
                                        </p:tav>
                                      </p:tavLst>
                                    </p:anim>
                                    <p:anim calcmode="lin" valueType="num">
                                      <p:cBhvr additive="base">
                                        <p:cTn id="98" dur="500"/>
                                        <p:tgtEl>
                                          <p:spTgt spid="70"/>
                                        </p:tgtEl>
                                        <p:attrNameLst>
                                          <p:attrName>ppt_h</p:attrName>
                                        </p:attrNameLst>
                                      </p:cBhvr>
                                      <p:tavLst>
                                        <p:tav tm="0">
                                          <p:val>
                                            <p:strVal val="ppt_h"/>
                                          </p:val>
                                        </p:tav>
                                        <p:tav tm="100000">
                                          <p:val>
                                            <p:strVal val="ppt_h"/>
                                          </p:val>
                                        </p:tav>
                                      </p:tavLst>
                                    </p:anim>
                                    <p:set>
                                      <p:cBhvr additive="base">
                                        <p:cTn id="99"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94"/>
                                            </p:cond>
                                          </p:stCondLst>
                                          <p:endCondLst>
                                            <p:cond evt="onStopAudio" delay="0">
                                              <p:tgtEl>
                                                <p:sldTgt/>
                                              </p:tgtEl>
                                            </p:cond>
                                          </p:endCondLst>
                                        </p:cTn>
                                        <p:tgtEl>
                                          <p:sndTgt r:embed="rId2" name="翻书声.wav"/>
                                        </p:tgtEl>
                                      </p:cMediaNode>
                                    </p:audio>
                                  </p:subTnLst>
                                </p:cTn>
                              </p:par>
                            </p:childTnLst>
                          </p:cTn>
                        </p:par>
                        <p:par>
                          <p:cTn id="100" fill="hold">
                            <p:stCondLst>
                              <p:cond delay="500"/>
                            </p:stCondLst>
                            <p:childTnLst>
                              <p:par>
                                <p:cTn id="101" presetID="17" presetClass="entr" presetSubtype="2" fill="hold" nodeType="afterEffect">
                                  <p:stCondLst>
                                    <p:cond delay="0"/>
                                  </p:stCondLst>
                                  <p:childTnLst>
                                    <p:set>
                                      <p:cBhvr additive="base">
                                        <p:cTn id="102" dur="500"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ppt_x</p:attrName>
                                        </p:attrNameLst>
                                      </p:cBhvr>
                                      <p:tavLst>
                                        <p:tav tm="0">
                                          <p:val>
                                            <p:strVal val="#ppt_x+#ppt_w/2"/>
                                          </p:val>
                                        </p:tav>
                                        <p:tav tm="100000">
                                          <p:val>
                                            <p:strVal val="#ppt_x"/>
                                          </p:val>
                                        </p:tav>
                                      </p:tavLst>
                                    </p:anim>
                                    <p:anim calcmode="lin" valueType="num">
                                      <p:cBhvr additive="base">
                                        <p:cTn id="104" dur="500" fill="hold"/>
                                        <p:tgtEl>
                                          <p:spTgt spid="27"/>
                                        </p:tgtEl>
                                        <p:attrNameLst>
                                          <p:attrName>ppt_y</p:attrName>
                                        </p:attrNameLst>
                                      </p:cBhvr>
                                      <p:tavLst>
                                        <p:tav tm="0">
                                          <p:val>
                                            <p:strVal val="#ppt_y"/>
                                          </p:val>
                                        </p:tav>
                                        <p:tav tm="100000">
                                          <p:val>
                                            <p:strVal val="#ppt_y"/>
                                          </p:val>
                                        </p:tav>
                                      </p:tavLst>
                                    </p:anim>
                                    <p:anim calcmode="lin" valueType="num">
                                      <p:cBhvr additive="base">
                                        <p:cTn id="105" dur="500" fill="hold"/>
                                        <p:tgtEl>
                                          <p:spTgt spid="27"/>
                                        </p:tgtEl>
                                        <p:attrNameLst>
                                          <p:attrName>ppt_w</p:attrName>
                                        </p:attrNameLst>
                                      </p:cBhvr>
                                      <p:tavLst>
                                        <p:tav tm="0">
                                          <p:val>
                                            <p:fltVal val="0"/>
                                          </p:val>
                                        </p:tav>
                                        <p:tav tm="100000">
                                          <p:val>
                                            <p:strVal val="#ppt_w"/>
                                          </p:val>
                                        </p:tav>
                                      </p:tavLst>
                                    </p:anim>
                                    <p:anim calcmode="lin" valueType="num">
                                      <p:cBhvr additive="base">
                                        <p:cTn id="106"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1"/>
                                            </p:cond>
                                          </p:stCondLst>
                                          <p:endCondLst>
                                            <p:cond evt="onStopAudio" delay="0">
                                              <p:tgtEl>
                                                <p:sldTgt/>
                                              </p:tgtEl>
                                            </p:cond>
                                          </p:endCondLst>
                                        </p:cTn>
                                        <p:tgtEl>
                                          <p:sndTgt r:embed="rId2" name="翻书声.wav"/>
                                        </p:tgtEl>
                                      </p:cMediaNode>
                                    </p:audio>
                                  </p:subTnLst>
                                </p:cTn>
                              </p:par>
                            </p:childTnLst>
                          </p:cTn>
                        </p:par>
                      </p:childTnLst>
                    </p:cTn>
                  </p:par>
                  <p:par>
                    <p:cTn id="107" fill="hold">
                      <p:stCondLst>
                        <p:cond delay="indefinite"/>
                      </p:stCondLst>
                      <p:childTnLst>
                        <p:par>
                          <p:cTn id="108" fill="hold">
                            <p:stCondLst>
                              <p:cond delay="0"/>
                            </p:stCondLst>
                            <p:childTnLst>
                              <p:par>
                                <p:cTn id="109" presetID="17" presetClass="exit" presetSubtype="8" fill="hold" nodeType="clickEffect">
                                  <p:stCondLst>
                                    <p:cond delay="0"/>
                                  </p:stCondLst>
                                  <p:childTnLst>
                                    <p:anim calcmode="lin" valueType="num">
                                      <p:cBhvr additive="base">
                                        <p:cTn id="110" dur="500"/>
                                        <p:tgtEl>
                                          <p:spTgt spid="22"/>
                                        </p:tgtEl>
                                        <p:attrNameLst>
                                          <p:attrName>ppt_x</p:attrName>
                                        </p:attrNameLst>
                                      </p:cBhvr>
                                      <p:tavLst>
                                        <p:tav tm="0">
                                          <p:val>
                                            <p:strVal val="ppt_x"/>
                                          </p:val>
                                        </p:tav>
                                        <p:tav tm="100000">
                                          <p:val>
                                            <p:strVal val="ppt_x-ppt_w/2"/>
                                          </p:val>
                                        </p:tav>
                                      </p:tavLst>
                                    </p:anim>
                                    <p:anim calcmode="lin" valueType="num">
                                      <p:cBhvr additive="base">
                                        <p:cTn id="111" dur="500"/>
                                        <p:tgtEl>
                                          <p:spTgt spid="22"/>
                                        </p:tgtEl>
                                        <p:attrNameLst>
                                          <p:attrName>ppt_y</p:attrName>
                                        </p:attrNameLst>
                                      </p:cBhvr>
                                      <p:tavLst>
                                        <p:tav tm="0">
                                          <p:val>
                                            <p:strVal val="ppt_y"/>
                                          </p:val>
                                        </p:tav>
                                        <p:tav tm="100000">
                                          <p:val>
                                            <p:strVal val="ppt_y"/>
                                          </p:val>
                                        </p:tav>
                                      </p:tavLst>
                                    </p:anim>
                                    <p:anim calcmode="lin" valueType="num">
                                      <p:cBhvr additive="base">
                                        <p:cTn id="112" dur="500"/>
                                        <p:tgtEl>
                                          <p:spTgt spid="22"/>
                                        </p:tgtEl>
                                        <p:attrNameLst>
                                          <p:attrName>ppt_w</p:attrName>
                                        </p:attrNameLst>
                                      </p:cBhvr>
                                      <p:tavLst>
                                        <p:tav tm="0">
                                          <p:val>
                                            <p:strVal val="ppt_w"/>
                                          </p:val>
                                        </p:tav>
                                        <p:tav tm="100000">
                                          <p:val>
                                            <p:fltVal val="0"/>
                                          </p:val>
                                        </p:tav>
                                      </p:tavLst>
                                    </p:anim>
                                    <p:anim calcmode="lin" valueType="num">
                                      <p:cBhvr additive="base">
                                        <p:cTn id="113" dur="500"/>
                                        <p:tgtEl>
                                          <p:spTgt spid="22"/>
                                        </p:tgtEl>
                                        <p:attrNameLst>
                                          <p:attrName>ppt_h</p:attrName>
                                        </p:attrNameLst>
                                      </p:cBhvr>
                                      <p:tavLst>
                                        <p:tav tm="0">
                                          <p:val>
                                            <p:strVal val="ppt_h"/>
                                          </p:val>
                                        </p:tav>
                                        <p:tav tm="100000">
                                          <p:val>
                                            <p:strVal val="ppt_h"/>
                                          </p:val>
                                        </p:tav>
                                      </p:tavLst>
                                    </p:anim>
                                    <p:set>
                                      <p:cBhvr additive="base">
                                        <p:cTn id="114" dur="1" fill="hold">
                                          <p:stCondLst>
                                            <p:cond delay="499"/>
                                          </p:stCondLst>
                                        </p:cTn>
                                        <p:tgtEl>
                                          <p:spTgt spid="22"/>
                                        </p:tgtEl>
                                        <p:attrNameLst>
                                          <p:attrName>style.visibility</p:attrName>
                                        </p:attrNameLst>
                                      </p:cBhvr>
                                      <p:to>
                                        <p:strVal val="hidden"/>
                                      </p:to>
                                    </p:set>
                                  </p:childTnLst>
                                </p:cTn>
                              </p:par>
                            </p:childTnLst>
                          </p:cTn>
                        </p:par>
                        <p:par>
                          <p:cTn id="115" fill="hold">
                            <p:stCondLst>
                              <p:cond delay="500"/>
                            </p:stCondLst>
                            <p:childTnLst>
                              <p:par>
                                <p:cTn id="116" presetID="17" presetClass="entr" presetSubtype="2" fill="hold" nodeType="afterEffect">
                                  <p:stCondLst>
                                    <p:cond delay="0"/>
                                  </p:stCondLst>
                                  <p:childTnLst>
                                    <p:set>
                                      <p:cBhvr additive="base">
                                        <p:cTn id="117" dur="500" fill="hold">
                                          <p:stCondLst>
                                            <p:cond delay="0"/>
                                          </p:stCondLst>
                                        </p:cTn>
                                        <p:tgtEl>
                                          <p:spTgt spid="76"/>
                                        </p:tgtEl>
                                        <p:attrNameLst>
                                          <p:attrName>style.visibility</p:attrName>
                                        </p:attrNameLst>
                                      </p:cBhvr>
                                      <p:to>
                                        <p:strVal val="visible"/>
                                      </p:to>
                                    </p:set>
                                    <p:anim calcmode="lin" valueType="num">
                                      <p:cBhvr additive="base">
                                        <p:cTn id="118" dur="500" fill="hold"/>
                                        <p:tgtEl>
                                          <p:spTgt spid="76"/>
                                        </p:tgtEl>
                                        <p:attrNameLst>
                                          <p:attrName>ppt_x</p:attrName>
                                        </p:attrNameLst>
                                      </p:cBhvr>
                                      <p:tavLst>
                                        <p:tav tm="0">
                                          <p:val>
                                            <p:strVal val="#ppt_x+#ppt_w/2"/>
                                          </p:val>
                                        </p:tav>
                                        <p:tav tm="100000">
                                          <p:val>
                                            <p:strVal val="#ppt_x"/>
                                          </p:val>
                                        </p:tav>
                                      </p:tavLst>
                                    </p:anim>
                                    <p:anim calcmode="lin" valueType="num">
                                      <p:cBhvr additive="base">
                                        <p:cTn id="119" dur="500" fill="hold"/>
                                        <p:tgtEl>
                                          <p:spTgt spid="76"/>
                                        </p:tgtEl>
                                        <p:attrNameLst>
                                          <p:attrName>ppt_y</p:attrName>
                                        </p:attrNameLst>
                                      </p:cBhvr>
                                      <p:tavLst>
                                        <p:tav tm="0">
                                          <p:val>
                                            <p:strVal val="#ppt_y"/>
                                          </p:val>
                                        </p:tav>
                                        <p:tav tm="100000">
                                          <p:val>
                                            <p:strVal val="#ppt_y"/>
                                          </p:val>
                                        </p:tav>
                                      </p:tavLst>
                                    </p:anim>
                                    <p:anim calcmode="lin" valueType="num">
                                      <p:cBhvr additive="base">
                                        <p:cTn id="120" dur="500" fill="hold"/>
                                        <p:tgtEl>
                                          <p:spTgt spid="76"/>
                                        </p:tgtEl>
                                        <p:attrNameLst>
                                          <p:attrName>ppt_w</p:attrName>
                                        </p:attrNameLst>
                                      </p:cBhvr>
                                      <p:tavLst>
                                        <p:tav tm="0">
                                          <p:val>
                                            <p:fltVal val="0"/>
                                          </p:val>
                                        </p:tav>
                                        <p:tav tm="100000">
                                          <p:val>
                                            <p:strVal val="#ppt_w"/>
                                          </p:val>
                                        </p:tav>
                                      </p:tavLst>
                                    </p:anim>
                                    <p:anim calcmode="lin" valueType="num">
                                      <p:cBhvr additive="base">
                                        <p:cTn id="121" dur="500" fill="hold"/>
                                        <p:tgtEl>
                                          <p:spTgt spid="76"/>
                                        </p:tgtEl>
                                        <p:attrNameLst>
                                          <p:attrName>ppt_h</p:attrName>
                                        </p:attrNameLst>
                                      </p:cBhvr>
                                      <p:tavLst>
                                        <p:tav tm="0">
                                          <p:val>
                                            <p:strVal val="#ppt_h"/>
                                          </p:val>
                                        </p:tav>
                                        <p:tav tm="100000">
                                          <p:val>
                                            <p:strVal val="#ppt_h"/>
                                          </p:val>
                                        </p:tav>
                                      </p:tavLst>
                                    </p:anim>
                                  </p:childTnLst>
                                </p:cTn>
                              </p:par>
                            </p:childTnLst>
                          </p:cTn>
                        </p:par>
                        <p:par>
                          <p:cTn id="122" fill="hold">
                            <p:stCondLst>
                              <p:cond delay="1000"/>
                            </p:stCondLst>
                            <p:childTnLst>
                              <p:par>
                                <p:cTn id="123" presetID="17" presetClass="exit" presetSubtype="8" fill="hold" nodeType="afterEffect">
                                  <p:stCondLst>
                                    <p:cond delay="0"/>
                                  </p:stCondLst>
                                  <p:childTnLst>
                                    <p:anim calcmode="lin" valueType="num">
                                      <p:cBhvr additive="base">
                                        <p:cTn id="124" dur="500"/>
                                        <p:tgtEl>
                                          <p:spTgt spid="15"/>
                                        </p:tgtEl>
                                        <p:attrNameLst>
                                          <p:attrName>ppt_x</p:attrName>
                                        </p:attrNameLst>
                                      </p:cBhvr>
                                      <p:tavLst>
                                        <p:tav tm="0">
                                          <p:val>
                                            <p:strVal val="ppt_x"/>
                                          </p:val>
                                        </p:tav>
                                        <p:tav tm="100000">
                                          <p:val>
                                            <p:strVal val="ppt_x-ppt_w/2"/>
                                          </p:val>
                                        </p:tav>
                                      </p:tavLst>
                                    </p:anim>
                                    <p:anim calcmode="lin" valueType="num">
                                      <p:cBhvr additive="base">
                                        <p:cTn id="125" dur="500"/>
                                        <p:tgtEl>
                                          <p:spTgt spid="15"/>
                                        </p:tgtEl>
                                        <p:attrNameLst>
                                          <p:attrName>ppt_y</p:attrName>
                                        </p:attrNameLst>
                                      </p:cBhvr>
                                      <p:tavLst>
                                        <p:tav tm="0">
                                          <p:val>
                                            <p:strVal val="ppt_y"/>
                                          </p:val>
                                        </p:tav>
                                        <p:tav tm="100000">
                                          <p:val>
                                            <p:strVal val="ppt_y"/>
                                          </p:val>
                                        </p:tav>
                                      </p:tavLst>
                                    </p:anim>
                                    <p:anim calcmode="lin" valueType="num">
                                      <p:cBhvr additive="base">
                                        <p:cTn id="126" dur="500"/>
                                        <p:tgtEl>
                                          <p:spTgt spid="15"/>
                                        </p:tgtEl>
                                        <p:attrNameLst>
                                          <p:attrName>ppt_w</p:attrName>
                                        </p:attrNameLst>
                                      </p:cBhvr>
                                      <p:tavLst>
                                        <p:tav tm="0">
                                          <p:val>
                                            <p:strVal val="ppt_w"/>
                                          </p:val>
                                        </p:tav>
                                        <p:tav tm="100000">
                                          <p:val>
                                            <p:fltVal val="0"/>
                                          </p:val>
                                        </p:tav>
                                      </p:tavLst>
                                    </p:anim>
                                    <p:anim calcmode="lin" valueType="num">
                                      <p:cBhvr additive="base">
                                        <p:cTn id="127" dur="500"/>
                                        <p:tgtEl>
                                          <p:spTgt spid="15"/>
                                        </p:tgtEl>
                                        <p:attrNameLst>
                                          <p:attrName>ppt_h</p:attrName>
                                        </p:attrNameLst>
                                      </p:cBhvr>
                                      <p:tavLst>
                                        <p:tav tm="0">
                                          <p:val>
                                            <p:strVal val="ppt_h"/>
                                          </p:val>
                                        </p:tav>
                                        <p:tav tm="100000">
                                          <p:val>
                                            <p:strVal val="ppt_h"/>
                                          </p:val>
                                        </p:tav>
                                      </p:tavLst>
                                    </p:anim>
                                    <p:set>
                                      <p:cBhvr additive="base">
                                        <p:cTn id="128"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END" hidden="1"/>
          <p:cNvGrpSpPr/>
          <p:nvPr/>
        </p:nvGrpSpPr>
        <p:grpSpPr>
          <a:xfrm>
            <a:off x="6093143" y="770255"/>
            <a:ext cx="4739005" cy="5817235"/>
            <a:chOff x="9628" y="1159"/>
            <a:chExt cx="7463" cy="9161"/>
          </a:xfrm>
          <a:solidFill>
            <a:srgbClr val="E2AEAB"/>
          </a:solidFill>
        </p:grpSpPr>
        <p:sp>
          <p:nvSpPr>
            <p:cNvPr id="25" name="圆角矩形 24"/>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26" name="文本框 25"/>
            <p:cNvSpPr txBox="1"/>
            <p:nvPr/>
          </p:nvSpPr>
          <p:spPr>
            <a:xfrm>
              <a:off x="9628" y="4441"/>
              <a:ext cx="7429" cy="2470"/>
            </a:xfrm>
            <a:prstGeom prst="rect">
              <a:avLst/>
            </a:prstGeom>
            <a:grpFill/>
            <a:ln>
              <a:solidFill>
                <a:srgbClr val="E2AEAB"/>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END</a:t>
              </a:r>
              <a:endParaRPr kumimoji="0" lang="en-US" sz="96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0" name="南方" hidden="1"/>
          <p:cNvGrpSpPr/>
          <p:nvPr/>
        </p:nvGrpSpPr>
        <p:grpSpPr>
          <a:xfrm>
            <a:off x="6114733" y="735965"/>
            <a:ext cx="4739005" cy="5817235"/>
            <a:chOff x="9628" y="1159"/>
            <a:chExt cx="7463" cy="9161"/>
          </a:xfrm>
          <a:solidFill>
            <a:srgbClr val="E2AEAB"/>
          </a:solidFill>
        </p:grpSpPr>
        <p:sp>
          <p:nvSpPr>
            <p:cNvPr id="71" name="圆角矩形 70"/>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72" name="文本框 71"/>
            <p:cNvSpPr txBox="1"/>
            <p:nvPr/>
          </p:nvSpPr>
          <p:spPr>
            <a:xfrm>
              <a:off x="9628" y="3387"/>
              <a:ext cx="7429" cy="4603"/>
            </a:xfrm>
            <a:prstGeom prst="rect">
              <a:avLst/>
            </a:prstGeom>
            <a:grpFill/>
            <a:ln>
              <a:solidFill>
                <a:srgbClr val="E2AEAB"/>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nán fānɡ</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南</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方</a:t>
              </a:r>
              <a:endPar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n. south, southern part</a:t>
              </a:r>
            </a:p>
          </p:txBody>
        </p:sp>
      </p:grpSp>
      <p:grpSp>
        <p:nvGrpSpPr>
          <p:cNvPr id="64" name="复习" hidden="1"/>
          <p:cNvGrpSpPr/>
          <p:nvPr/>
        </p:nvGrpSpPr>
        <p:grpSpPr>
          <a:xfrm>
            <a:off x="6114733" y="735965"/>
            <a:ext cx="4739005" cy="5817235"/>
            <a:chOff x="9628" y="1159"/>
            <a:chExt cx="7463" cy="9161"/>
          </a:xfrm>
          <a:solidFill>
            <a:schemeClr val="accent1"/>
          </a:solidFill>
        </p:grpSpPr>
        <p:sp>
          <p:nvSpPr>
            <p:cNvPr id="65" name="圆角矩形 64"/>
            <p:cNvSpPr/>
            <p:nvPr/>
          </p:nvSpPr>
          <p:spPr>
            <a:xfrm>
              <a:off x="9663" y="1159"/>
              <a:ext cx="7428" cy="9161"/>
            </a:xfrm>
            <a:prstGeom prst="round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6" name="文本框 65"/>
            <p:cNvSpPr txBox="1"/>
            <p:nvPr/>
          </p:nvSpPr>
          <p:spPr>
            <a:xfrm>
              <a:off x="9628" y="3587"/>
              <a:ext cx="7429" cy="4118"/>
            </a:xfrm>
            <a:prstGeom prst="rect">
              <a:avLst/>
            </a:prstGeom>
            <a:grpFill/>
            <a:ln>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fù xí</a:t>
              </a: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Arial" panose="020B0704020202020204"/>
                </a:rPr>
                <a:t> </a:t>
              </a:r>
              <a:endPar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复</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习</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v.  to review</a:t>
              </a:r>
            </a:p>
          </p:txBody>
        </p:sp>
      </p:grpSp>
      <p:grpSp>
        <p:nvGrpSpPr>
          <p:cNvPr id="58" name="着急" hidden="1"/>
          <p:cNvGrpSpPr/>
          <p:nvPr/>
        </p:nvGrpSpPr>
        <p:grpSpPr>
          <a:xfrm>
            <a:off x="6114733" y="735965"/>
            <a:ext cx="4739005" cy="5817235"/>
            <a:chOff x="9628" y="1159"/>
            <a:chExt cx="7463" cy="9161"/>
          </a:xfrm>
          <a:solidFill>
            <a:schemeClr val="accent3"/>
          </a:solidFill>
        </p:grpSpPr>
        <p:sp>
          <p:nvSpPr>
            <p:cNvPr id="59" name="圆角矩形 58"/>
            <p:cNvSpPr/>
            <p:nvPr/>
          </p:nvSpPr>
          <p:spPr>
            <a:xfrm>
              <a:off x="9663" y="1159"/>
              <a:ext cx="7428" cy="9161"/>
            </a:xfrm>
            <a:prstGeom prst="roundRect">
              <a:avLst/>
            </a:prstGeom>
            <a:grp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0" name="文本框 59"/>
            <p:cNvSpPr txBox="1"/>
            <p:nvPr/>
          </p:nvSpPr>
          <p:spPr>
            <a:xfrm>
              <a:off x="9628" y="3587"/>
              <a:ext cx="7429" cy="4118"/>
            </a:xfrm>
            <a:prstGeom prst="rect">
              <a:avLst/>
            </a:prstGeom>
            <a:grpFill/>
            <a:ln>
              <a:solidFill>
                <a:schemeClr val="accent3"/>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6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华文细黑" panose="02010600040101010101" pitchFamily="2" charset="-122"/>
                </a:rPr>
                <a:t>zháo jí</a:t>
              </a:r>
              <a:r>
                <a:rPr kumimoji="0" sz="6000" b="0" i="0" u="none" strike="noStrike" kern="1200" cap="none" spc="0" normalizeH="0" baseline="0" noProof="0" dirty="0">
                  <a:ln>
                    <a:noFill/>
                  </a:ln>
                  <a:solidFill>
                    <a:srgbClr val="000000"/>
                  </a:solidFill>
                  <a:effectLst/>
                  <a:uLnTx/>
                  <a:uFillTx/>
                  <a:latin typeface="Arial" panose="020B0704020202020204"/>
                  <a:ea typeface="Arial" panose="020B0704020202020204"/>
                  <a:cs typeface="Arial" panose="020B0704020202020204"/>
                  <a:sym typeface="Arial" panose="020B0704020202020204"/>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着</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急</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adj. worried, anxious</a:t>
              </a:r>
            </a:p>
          </p:txBody>
        </p:sp>
      </p:grpSp>
      <p:grpSp>
        <p:nvGrpSpPr>
          <p:cNvPr id="34" name="页"/>
          <p:cNvGrpSpPr/>
          <p:nvPr/>
        </p:nvGrpSpPr>
        <p:grpSpPr>
          <a:xfrm>
            <a:off x="6114733" y="735965"/>
            <a:ext cx="4739005" cy="5817235"/>
            <a:chOff x="9628" y="1159"/>
            <a:chExt cx="7463" cy="9161"/>
          </a:xfrm>
          <a:solidFill>
            <a:schemeClr val="accent5"/>
          </a:solidFill>
        </p:grpSpPr>
        <p:sp>
          <p:nvSpPr>
            <p:cNvPr id="35" name="圆角矩形 34"/>
            <p:cNvSpPr/>
            <p:nvPr/>
          </p:nvSpPr>
          <p:spPr>
            <a:xfrm>
              <a:off x="9663" y="1159"/>
              <a:ext cx="7428" cy="9161"/>
            </a:xfrm>
            <a:prstGeom prst="roundRect">
              <a:avLst/>
            </a:prstGeom>
            <a:gr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6" name="文本框 35"/>
            <p:cNvSpPr txBox="1"/>
            <p:nvPr/>
          </p:nvSpPr>
          <p:spPr>
            <a:xfrm>
              <a:off x="9628" y="3807"/>
              <a:ext cx="7429" cy="3974"/>
            </a:xfrm>
            <a:prstGeom prst="rect">
              <a:avLst/>
            </a:prstGeom>
            <a:grpFill/>
            <a:ln>
              <a:solidFill>
                <a:schemeClr val="accent5"/>
              </a:solidFill>
            </a:ln>
          </p:spPr>
          <p:txBody>
            <a:bodyPr wrap="square" rtlCol="0">
              <a:spAutoFit/>
            </a:bodyPr>
            <a:lstStyle/>
            <a:p>
              <a:pPr lvl="0" algn="ctr"/>
              <a:r>
                <a:rPr lang="en-US" sz="54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gàn</a:t>
              </a:r>
              <a:r>
                <a:rPr lang="en-US" sz="5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 </a:t>
              </a:r>
              <a:r>
                <a:rPr lang="en-US" sz="54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huór</a:t>
              </a:r>
              <a:endParaRPr lang="en-US" sz="5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干活儿</a:t>
              </a: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v. to work</a:t>
              </a:r>
            </a:p>
          </p:txBody>
        </p:sp>
      </p:grpSp>
      <p:grpSp>
        <p:nvGrpSpPr>
          <p:cNvPr id="16" name="杂志"/>
          <p:cNvGrpSpPr/>
          <p:nvPr/>
        </p:nvGrpSpPr>
        <p:grpSpPr>
          <a:xfrm>
            <a:off x="6125845" y="735965"/>
            <a:ext cx="4739005" cy="5817235"/>
            <a:chOff x="9628" y="1159"/>
            <a:chExt cx="7463" cy="9161"/>
          </a:xfrm>
          <a:solidFill>
            <a:srgbClr val="E2AEAB"/>
          </a:solidFill>
        </p:grpSpPr>
        <p:sp>
          <p:nvSpPr>
            <p:cNvPr id="18" name="圆角矩形 17"/>
            <p:cNvSpPr/>
            <p:nvPr/>
          </p:nvSpPr>
          <p:spPr>
            <a:xfrm>
              <a:off x="9663" y="1159"/>
              <a:ext cx="7428" cy="9161"/>
            </a:xfrm>
            <a:prstGeom prst="round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20" name="文本框 19"/>
            <p:cNvSpPr txBox="1"/>
            <p:nvPr/>
          </p:nvSpPr>
          <p:spPr>
            <a:xfrm>
              <a:off x="9628" y="3587"/>
              <a:ext cx="7429" cy="4120"/>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lvl="0" algn="ctr"/>
              <a:r>
                <a:rPr lang="en-US" altLang="zh-CN" sz="6000" b="1" dirty="0" err="1">
                  <a:solidFill>
                    <a:srgbClr val="FFFFFF"/>
                  </a:solidFill>
                  <a:latin typeface="华文细黑" panose="02010600040101010101" pitchFamily="2" charset="-122"/>
                  <a:ea typeface="华文细黑" panose="02010600040101010101" pitchFamily="2" charset="-122"/>
                  <a:sym typeface="+mn-ea"/>
                </a:rPr>
                <a:t>shǎndiàn</a:t>
              </a:r>
              <a:endParaRPr lang="en-US" altLang="zh-CN" sz="6000" b="1" dirty="0">
                <a:solidFill>
                  <a:srgbClr val="FFFFFF"/>
                </a:solidFill>
                <a:latin typeface="华文细黑" panose="02010600040101010101" pitchFamily="2" charset="-122"/>
                <a:ea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闪电</a:t>
              </a:r>
              <a:endPar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sz="2400" b="1" dirty="0">
                  <a:solidFill>
                    <a:srgbClr val="FFFFFF"/>
                  </a:solidFill>
                  <a:sym typeface="+mn-ea"/>
                </a:rPr>
                <a:t>n. lightning</a:t>
              </a:r>
            </a:p>
          </p:txBody>
        </p:sp>
      </p:grpSp>
      <p:grpSp>
        <p:nvGrpSpPr>
          <p:cNvPr id="2" name="客厅"/>
          <p:cNvGrpSpPr/>
          <p:nvPr/>
        </p:nvGrpSpPr>
        <p:grpSpPr>
          <a:xfrm>
            <a:off x="6125845" y="751562"/>
            <a:ext cx="4739005" cy="5817235"/>
            <a:chOff x="9628" y="1159"/>
            <a:chExt cx="7463" cy="9161"/>
          </a:xfrm>
          <a:solidFill>
            <a:srgbClr val="E2AEAB"/>
          </a:solidFill>
        </p:grpSpPr>
        <p:sp>
          <p:nvSpPr>
            <p:cNvPr id="3" name="圆角矩形 2"/>
            <p:cNvSpPr/>
            <p:nvPr/>
          </p:nvSpPr>
          <p:spPr>
            <a:xfrm>
              <a:off x="9663" y="1159"/>
              <a:ext cx="7428" cy="9161"/>
            </a:xfrm>
            <a:prstGeom prst="roundRect">
              <a:avLst/>
            </a:prstGeom>
            <a:grpFill/>
            <a:ln>
              <a:solidFill>
                <a:srgbClr val="E2AE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 name="文本框 3"/>
            <p:cNvSpPr txBox="1"/>
            <p:nvPr/>
          </p:nvSpPr>
          <p:spPr>
            <a:xfrm>
              <a:off x="9628" y="3685"/>
              <a:ext cx="7429" cy="3974"/>
            </a:xfrm>
            <a:prstGeom prst="rect">
              <a:avLst/>
            </a:prstGeom>
            <a:grpFill/>
            <a:ln>
              <a:solidFill>
                <a:srgbClr val="E2AEAB"/>
              </a:solidFill>
            </a:ln>
          </p:spPr>
          <p:txBody>
            <a:bodyPr wrap="square" rtlCol="0">
              <a:spAutoFit/>
            </a:bodyPr>
            <a:lstStyle/>
            <a:p>
              <a:pPr lvl="0" algn="ctr"/>
              <a:r>
                <a:rPr lang="en-US" sz="54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hǎilǐ</a:t>
              </a:r>
              <a:endParaRPr lang="en-US" sz="5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海里</a:t>
              </a:r>
              <a:endPar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endParaRPr>
            </a:p>
            <a:p>
              <a:pPr lvl="0" algn="ctr"/>
              <a:r>
                <a:rPr lang="en-US" altLang="zh-CN" sz="2400" b="1" kern="100" dirty="0">
                  <a:solidFill>
                    <a:srgbClr val="FFFFFF"/>
                  </a:solidFill>
                  <a:latin typeface="思源黑体 CN Regular" panose="020B0500000000000000" pitchFamily="34" charset="-122"/>
                  <a:ea typeface="思源黑体 CN Regular" panose="020B0500000000000000" pitchFamily="34" charset="-122"/>
                  <a:cs typeface="华文细黑" panose="02010600040101010101" pitchFamily="2" charset="-122"/>
                  <a:sym typeface="+mn-ea"/>
                </a:rPr>
                <a:t>m. sea mile</a:t>
              </a:r>
            </a:p>
          </p:txBody>
        </p:sp>
      </p:grpSp>
      <p:sp>
        <p:nvSpPr>
          <p:cNvPr id="24" name="文本框 7"/>
          <p:cNvSpPr txBox="1"/>
          <p:nvPr/>
        </p:nvSpPr>
        <p:spPr>
          <a:xfrm>
            <a:off x="166805" y="214290"/>
            <a:ext cx="89535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生词</a:t>
            </a:r>
          </a:p>
        </p:txBody>
      </p:sp>
      <p:sp>
        <p:nvSpPr>
          <p:cNvPr id="7" name="文本框 7"/>
          <p:cNvSpPr txBox="1"/>
          <p:nvPr/>
        </p:nvSpPr>
        <p:spPr>
          <a:xfrm>
            <a:off x="238243" y="702214"/>
            <a:ext cx="1282065"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rPr>
              <a:t>New Word</a:t>
            </a:r>
          </a:p>
        </p:txBody>
      </p:sp>
      <p:grpSp>
        <p:nvGrpSpPr>
          <p:cNvPr id="23" name="无论"/>
          <p:cNvGrpSpPr/>
          <p:nvPr/>
        </p:nvGrpSpPr>
        <p:grpSpPr>
          <a:xfrm>
            <a:off x="1338263" y="735965"/>
            <a:ext cx="4717415" cy="5817235"/>
            <a:chOff x="2106" y="1159"/>
            <a:chExt cx="7429" cy="9161"/>
          </a:xfrm>
        </p:grpSpPr>
        <p:sp>
          <p:nvSpPr>
            <p:cNvPr id="5" name="圆角矩形 4"/>
            <p:cNvSpPr/>
            <p:nvPr/>
          </p:nvSpPr>
          <p:spPr>
            <a:xfrm>
              <a:off x="2106" y="1159"/>
              <a:ext cx="7428" cy="9161"/>
            </a:xfrm>
            <a:prstGeom prst="roundRect">
              <a:avLst/>
            </a:prstGeom>
            <a:solidFill>
              <a:srgbClr val="558ED5"/>
            </a:solid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7" name="文本框 16"/>
            <p:cNvSpPr txBox="1"/>
            <p:nvPr/>
          </p:nvSpPr>
          <p:spPr>
            <a:xfrm>
              <a:off x="2106" y="3587"/>
              <a:ext cx="7429" cy="4265"/>
            </a:xfrm>
            <a:prstGeom prst="rect">
              <a:avLst/>
            </a:prstGeom>
            <a:noFill/>
          </p:spPr>
          <p:txBody>
            <a:bodyPr wrap="square" rtlCol="0">
              <a:spAutoFit/>
            </a:bodyPr>
            <a:lstStyle/>
            <a:p>
              <a:pPr lvl="0" algn="ctr"/>
              <a:r>
                <a:rPr lang="en-US" altLang="zh-CN" sz="66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táijiē</a:t>
              </a:r>
              <a:endParaRPr lang="en-US" altLang="zh-CN" sz="66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台阶</a:t>
              </a: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n. flight of steps</a:t>
              </a:r>
            </a:p>
          </p:txBody>
        </p:sp>
      </p:grpSp>
      <p:grpSp>
        <p:nvGrpSpPr>
          <p:cNvPr id="6" name="著名"/>
          <p:cNvGrpSpPr/>
          <p:nvPr/>
        </p:nvGrpSpPr>
        <p:grpSpPr>
          <a:xfrm>
            <a:off x="1316038" y="714588"/>
            <a:ext cx="4717415" cy="5817235"/>
            <a:chOff x="2106" y="1159"/>
            <a:chExt cx="7429" cy="9161"/>
          </a:xfrm>
          <a:solidFill>
            <a:srgbClr val="558ED5"/>
          </a:solidFill>
        </p:grpSpPr>
        <p:sp>
          <p:nvSpPr>
            <p:cNvPr id="9" name="圆角矩形 8"/>
            <p:cNvSpPr/>
            <p:nvPr/>
          </p:nvSpPr>
          <p:spPr>
            <a:xfrm>
              <a:off x="2106" y="1159"/>
              <a:ext cx="7428" cy="9161"/>
            </a:xfrm>
            <a:prstGeom prst="roundRect">
              <a:avLst/>
            </a:prstGeom>
            <a:grp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11" name="文本框 10"/>
            <p:cNvSpPr txBox="1"/>
            <p:nvPr/>
          </p:nvSpPr>
          <p:spPr>
            <a:xfrm>
              <a:off x="2106" y="3587"/>
              <a:ext cx="7429" cy="4265"/>
            </a:xfrm>
            <a:prstGeom prst="rect">
              <a:avLst/>
            </a:prstGeom>
            <a:grpFill/>
            <a:ln>
              <a:solidFill>
                <a:srgbClr val="558ED5"/>
              </a:solidFill>
            </a:ln>
          </p:spPr>
          <p:txBody>
            <a:bodyPr wrap="square" rtlCol="0">
              <a:spAutoFit/>
            </a:bodyPr>
            <a:lstStyle/>
            <a:p>
              <a:pPr lvl="0" algn="ctr"/>
              <a:r>
                <a:rPr lang="en-US" sz="6600" b="1" kern="100" dirty="0" err="1">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shídài</a:t>
              </a:r>
              <a:endParaRPr lang="en-US" sz="66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时代</a:t>
              </a:r>
            </a:p>
            <a:p>
              <a:pPr lvl="0" algn="ctr"/>
              <a:r>
                <a:rPr lang="en-US" altLang="zh-CN" sz="2400" b="1" kern="100" dirty="0">
                  <a:solidFill>
                    <a:srgbClr val="FFFFFF"/>
                  </a:solidFill>
                  <a:latin typeface="华文细黑" panose="02010600040101010101" pitchFamily="2" charset="-122"/>
                  <a:ea typeface="华文细黑" panose="02010600040101010101" pitchFamily="2" charset="-122"/>
                  <a:cs typeface="华文细黑" panose="02010600040101010101" pitchFamily="2" charset="-122"/>
                  <a:sym typeface="+mn-ea"/>
                </a:rPr>
                <a:t>n. era, age, epoch</a:t>
              </a:r>
            </a:p>
          </p:txBody>
        </p:sp>
      </p:grpSp>
      <p:grpSp>
        <p:nvGrpSpPr>
          <p:cNvPr id="21" name="增加"/>
          <p:cNvGrpSpPr/>
          <p:nvPr/>
        </p:nvGrpSpPr>
        <p:grpSpPr>
          <a:xfrm>
            <a:off x="1294448" y="697443"/>
            <a:ext cx="4717415" cy="5817235"/>
            <a:chOff x="2106" y="1159"/>
            <a:chExt cx="7429" cy="9161"/>
          </a:xfrm>
          <a:solidFill>
            <a:srgbClr val="558ED5"/>
          </a:solidFill>
        </p:grpSpPr>
        <p:sp>
          <p:nvSpPr>
            <p:cNvPr id="32" name="圆角矩形 31"/>
            <p:cNvSpPr/>
            <p:nvPr/>
          </p:nvSpPr>
          <p:spPr>
            <a:xfrm>
              <a:off x="2106" y="1159"/>
              <a:ext cx="7428" cy="9161"/>
            </a:xfrm>
            <a:prstGeom prst="round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3" name="文本框 32"/>
            <p:cNvSpPr txBox="1"/>
            <p:nvPr/>
          </p:nvSpPr>
          <p:spPr>
            <a:xfrm>
              <a:off x="2106" y="3587"/>
              <a:ext cx="7429" cy="4120"/>
            </a:xfrm>
            <a:prstGeom prst="rect">
              <a:avLst/>
            </a:prstGeom>
            <a:ln>
              <a:solidFill>
                <a:srgbClr val="58B6E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lvl="0" algn="ctr"/>
              <a:r>
                <a:rPr lang="en-US" altLang="zh-CN" sz="6000" b="1" dirty="0" err="1">
                  <a:solidFill>
                    <a:srgbClr val="FFFFFF"/>
                  </a:solidFill>
                  <a:latin typeface="华文细黑" panose="02010600040101010101" pitchFamily="2" charset="-122"/>
                  <a:ea typeface="华文细黑" panose="02010600040101010101" pitchFamily="2" charset="-122"/>
                  <a:sym typeface="+mn-ea"/>
                </a:rPr>
                <a:t>léi</a:t>
              </a:r>
              <a:endParaRPr lang="en-US" altLang="zh-CN" sz="6000" b="1" dirty="0">
                <a:solidFill>
                  <a:srgbClr val="FFFFFF"/>
                </a:solidFill>
                <a:latin typeface="华文细黑" panose="02010600040101010101" pitchFamily="2" charset="-122"/>
                <a:ea typeface="华文细黑" panose="02010600040101010101" pitchFamily="2"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雷</a:t>
              </a:r>
            </a:p>
            <a:p>
              <a:pPr lvl="0" algn="ctr"/>
              <a:r>
                <a:rPr lang="en-US" sz="2400" b="1" dirty="0">
                  <a:solidFill>
                    <a:srgbClr val="FFFFFF"/>
                  </a:solidFill>
                  <a:sym typeface="+mn-ea"/>
                </a:rPr>
                <a:t>n. thunder</a:t>
              </a:r>
            </a:p>
          </p:txBody>
        </p:sp>
      </p:grpSp>
      <p:grpSp>
        <p:nvGrpSpPr>
          <p:cNvPr id="37" name="地图" hidden="1"/>
          <p:cNvGrpSpPr/>
          <p:nvPr/>
        </p:nvGrpSpPr>
        <p:grpSpPr>
          <a:xfrm>
            <a:off x="1337628" y="728206"/>
            <a:ext cx="4717415" cy="5817235"/>
            <a:chOff x="2106" y="1159"/>
            <a:chExt cx="7429" cy="9161"/>
          </a:xfrm>
          <a:solidFill>
            <a:schemeClr val="tx2">
              <a:lumMod val="60000"/>
              <a:lumOff val="40000"/>
            </a:schemeClr>
          </a:solidFill>
        </p:grpSpPr>
        <p:sp>
          <p:nvSpPr>
            <p:cNvPr id="38" name="圆角矩形 37"/>
            <p:cNvSpPr/>
            <p:nvPr/>
          </p:nvSpPr>
          <p:spPr>
            <a:xfrm>
              <a:off x="2106" y="1159"/>
              <a:ext cx="7428" cy="9161"/>
            </a:xfrm>
            <a:prstGeom prst="round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39" name="文本框 38"/>
            <p:cNvSpPr txBox="1"/>
            <p:nvPr/>
          </p:nvSpPr>
          <p:spPr>
            <a:xfrm>
              <a:off x="2106" y="3587"/>
              <a:ext cx="7429" cy="4603"/>
            </a:xfrm>
            <a:prstGeom prst="rect">
              <a:avLst/>
            </a:prstGeom>
            <a:grpFill/>
            <a:ln>
              <a:solidFill>
                <a:schemeClr val="tx2">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dì</a:t>
              </a:r>
              <a:r>
                <a:rPr kumimoji="0" lang="en-US"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 </a:t>
              </a:r>
              <a:r>
                <a:rPr kumimoji="0" sz="5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tú</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地</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图</a:t>
              </a:r>
            </a:p>
            <a:p>
              <a:pPr marL="0" marR="0" lvl="0" indent="0" algn="ctr" defTabSz="914400" rtl="0" eaLnBrk="1" fontAlgn="auto" latinLnBrk="0" hangingPunct="1">
                <a:lnSpc>
                  <a:spcPct val="100000"/>
                </a:lnSpc>
                <a:spcBef>
                  <a:spcPts val="0"/>
                </a:spcBef>
                <a:spcAft>
                  <a:spcPts val="0"/>
                </a:spcAft>
                <a:buClrTx/>
                <a:buSzTx/>
                <a:buFontTx/>
                <a:buNone/>
                <a:defRPr/>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map</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61" name="带" hidden="1"/>
          <p:cNvGrpSpPr/>
          <p:nvPr/>
        </p:nvGrpSpPr>
        <p:grpSpPr>
          <a:xfrm>
            <a:off x="1337628" y="728206"/>
            <a:ext cx="4717415" cy="5817235"/>
            <a:chOff x="2106" y="1159"/>
            <a:chExt cx="7429" cy="9161"/>
          </a:xfrm>
          <a:solidFill>
            <a:schemeClr val="accent5"/>
          </a:solidFill>
        </p:grpSpPr>
        <p:sp>
          <p:nvSpPr>
            <p:cNvPr id="62" name="圆角矩形 61"/>
            <p:cNvSpPr/>
            <p:nvPr/>
          </p:nvSpPr>
          <p:spPr>
            <a:xfrm>
              <a:off x="2106" y="1159"/>
              <a:ext cx="7428" cy="9161"/>
            </a:xfrm>
            <a:prstGeom prst="round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3" name="文本框 62"/>
            <p:cNvSpPr txBox="1"/>
            <p:nvPr/>
          </p:nvSpPr>
          <p:spPr>
            <a:xfrm>
              <a:off x="2106" y="3587"/>
              <a:ext cx="7429" cy="4603"/>
            </a:xfrm>
            <a:prstGeom prst="rect">
              <a:avLst/>
            </a:prstGeom>
            <a:grpFill/>
            <a:ln>
              <a:solidFill>
                <a:schemeClr val="accent5"/>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0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dài</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带</a:t>
              </a:r>
            </a:p>
            <a:p>
              <a:pPr marL="0" marR="0" lvl="0" indent="0" algn="ctr" defTabSz="914400" rtl="0" eaLnBrk="1" fontAlgn="auto" latinLnBrk="0" hangingPunct="1">
                <a:lnSpc>
                  <a:spcPct val="100000"/>
                </a:lnSpc>
                <a:spcBef>
                  <a:spcPts val="0"/>
                </a:spcBef>
                <a:spcAft>
                  <a:spcPts val="0"/>
                </a:spcAft>
                <a:buClrTx/>
                <a:buSzTx/>
                <a:buFontTx/>
                <a:buNone/>
                <a:defRPr sz="1800"/>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v. to take along, to bring</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67" name="面包" hidden="1"/>
          <p:cNvGrpSpPr/>
          <p:nvPr/>
        </p:nvGrpSpPr>
        <p:grpSpPr>
          <a:xfrm>
            <a:off x="1337628" y="728206"/>
            <a:ext cx="4717415" cy="5817235"/>
            <a:chOff x="2106" y="1159"/>
            <a:chExt cx="7429" cy="9161"/>
          </a:xfrm>
          <a:solidFill>
            <a:srgbClr val="C00000"/>
          </a:solidFill>
        </p:grpSpPr>
        <p:sp>
          <p:nvSpPr>
            <p:cNvPr id="68" name="圆角矩形 6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69" name="文本框 68"/>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miàn</a:t>
              </a:r>
              <a:r>
                <a:rPr kumimoji="0" lang="en-US"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 </a:t>
              </a:r>
              <a:r>
                <a:rPr kumimoji="0" sz="66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bāo</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面</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包</a:t>
              </a:r>
            </a:p>
            <a:p>
              <a:pPr marL="0" marR="0" lvl="0" indent="0" algn="ctr" defTabSz="914400" rtl="0" eaLnBrk="1" fontAlgn="auto" latinLnBrk="0" hangingPunct="1">
                <a:lnSpc>
                  <a:spcPct val="100000"/>
                </a:lnSpc>
                <a:spcBef>
                  <a:spcPts val="0"/>
                </a:spcBef>
                <a:spcAft>
                  <a:spcPts val="0"/>
                </a:spcAft>
                <a:buClrTx/>
                <a:buSzTx/>
                <a:buFontTx/>
                <a:buNone/>
                <a:defRPr/>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bread</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27" name="北方" hidden="1"/>
          <p:cNvGrpSpPr/>
          <p:nvPr/>
        </p:nvGrpSpPr>
        <p:grpSpPr>
          <a:xfrm>
            <a:off x="1337628" y="711061"/>
            <a:ext cx="4717415" cy="5817235"/>
            <a:chOff x="2106" y="1159"/>
            <a:chExt cx="7429" cy="9161"/>
          </a:xfrm>
          <a:solidFill>
            <a:srgbClr val="C00000"/>
          </a:solidFill>
        </p:grpSpPr>
        <p:sp>
          <p:nvSpPr>
            <p:cNvPr id="28" name="圆角矩形 27"/>
            <p:cNvSpPr/>
            <p:nvPr/>
          </p:nvSpPr>
          <p:spPr>
            <a:xfrm>
              <a:off x="2106" y="1159"/>
              <a:ext cx="7428" cy="9161"/>
            </a:xfrm>
            <a:prstGeom prst="round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0" name="文本框 39"/>
            <p:cNvSpPr txBox="1"/>
            <p:nvPr/>
          </p:nvSpPr>
          <p:spPr>
            <a:xfrm>
              <a:off x="2106" y="3587"/>
              <a:ext cx="7429" cy="4603"/>
            </a:xfrm>
            <a:prstGeom prst="rect">
              <a:avLst/>
            </a:prstGeom>
            <a:grp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běi</a:t>
              </a:r>
              <a:r>
                <a:rPr kumimoji="0" lang="en-US"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 </a:t>
              </a:r>
              <a:r>
                <a:rPr kumimoji="0" sz="6600" b="0" i="0" u="none" strike="noStrike" kern="1200" cap="none" spc="0" normalizeH="0" baseline="0" noProof="0" dirty="0" err="1">
                  <a:ln>
                    <a:noFill/>
                  </a:ln>
                  <a:solidFill>
                    <a:srgbClr val="FFFFFF"/>
                  </a:solidFill>
                  <a:effectLst/>
                  <a:uLnTx/>
                  <a:uFillTx/>
                  <a:latin typeface="GB Pinyinok-D" panose="02010601030101010101" pitchFamily="2" charset="-122"/>
                  <a:ea typeface="GB Pinyinok-D" panose="02010601030101010101" pitchFamily="2" charset="-122"/>
                  <a:cs typeface="+mn-cs"/>
                  <a:sym typeface="+mn-ea"/>
                </a:rPr>
                <a:t>fānɡ</a:t>
              </a:r>
              <a:r>
                <a:rPr kumimoji="0" 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北</a:t>
              </a:r>
              <a:r>
                <a:rPr kumimoji="0" lang="en-US" altLang="zh-CN"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 </a:t>
              </a:r>
              <a:r>
                <a:rPr kumimoji="0" lang="zh-CN" altLang="en-US" sz="8000" b="1" i="0" u="none" strike="noStrike" kern="10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华文细黑" panose="02010600040101010101" pitchFamily="2" charset="-122"/>
                  <a:sym typeface="+mn-ea"/>
                </a:rPr>
                <a:t>方</a:t>
              </a:r>
            </a:p>
            <a:p>
              <a:pPr marL="0" marR="0" lvl="0" indent="0" algn="ctr" defTabSz="914400" rtl="0" eaLnBrk="1" fontAlgn="auto" latinLnBrk="0" hangingPunct="1">
                <a:lnSpc>
                  <a:spcPct val="100000"/>
                </a:lnSpc>
                <a:spcBef>
                  <a:spcPts val="0"/>
                </a:spcBef>
                <a:spcAft>
                  <a:spcPts val="0"/>
                </a:spcAft>
                <a:buClrTx/>
                <a:buSzTx/>
                <a:buFontTx/>
                <a:buNone/>
                <a:defRPr sz="1800"/>
              </a:pPr>
              <a:r>
                <a:rPr kumimoji="0" sz="24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sym typeface="+mn-ea"/>
                </a:rPr>
                <a:t>n. north, northern part</a:t>
              </a:r>
              <a:endParaRPr kumimoji="0" lang="en-US" altLang="zh-CN" sz="2400" b="1" i="0" u="none" strike="noStrike" kern="1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华文细黑" panose="02010600040101010101" pitchFamily="2" charset="-122"/>
                <a:sym typeface="+mn-ea"/>
              </a:endParaRPr>
            </a:p>
          </p:txBody>
        </p:sp>
      </p:grpSp>
      <p:grpSp>
        <p:nvGrpSpPr>
          <p:cNvPr id="76" name="组合 75"/>
          <p:cNvGrpSpPr/>
          <p:nvPr/>
        </p:nvGrpSpPr>
        <p:grpSpPr>
          <a:xfrm>
            <a:off x="1294448" y="722982"/>
            <a:ext cx="4716780" cy="5816600"/>
            <a:chOff x="2107" y="1159"/>
            <a:chExt cx="7428" cy="9160"/>
          </a:xfrm>
        </p:grpSpPr>
        <p:sp>
          <p:nvSpPr>
            <p:cNvPr id="74" name="圆角矩形 73"/>
            <p:cNvSpPr/>
            <p:nvPr/>
          </p:nvSpPr>
          <p:spPr>
            <a:xfrm>
              <a:off x="2107" y="1159"/>
              <a:ext cx="7428" cy="9161"/>
            </a:xfrm>
            <a:prstGeom prst="roundRect">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pic>
          <p:nvPicPr>
            <p:cNvPr id="19" name="图片 18" descr="1"/>
            <p:cNvPicPr>
              <a:picLocks noChangeAspect="1"/>
            </p:cNvPicPr>
            <p:nvPr/>
          </p:nvPicPr>
          <p:blipFill>
            <a:blip r:embed="rId3"/>
            <a:stretch>
              <a:fillRect/>
            </a:stretch>
          </p:blipFill>
          <p:spPr>
            <a:xfrm>
              <a:off x="3372" y="3070"/>
              <a:ext cx="4898" cy="4898"/>
            </a:xfrm>
            <a:prstGeom prst="rect">
              <a:avLst/>
            </a:prstGeom>
          </p:spPr>
        </p:pic>
      </p:grpSp>
      <p:grpSp>
        <p:nvGrpSpPr>
          <p:cNvPr id="15" name="组合 14"/>
          <p:cNvGrpSpPr/>
          <p:nvPr/>
        </p:nvGrpSpPr>
        <p:grpSpPr>
          <a:xfrm>
            <a:off x="5628323" y="1699260"/>
            <a:ext cx="935990" cy="4041140"/>
            <a:chOff x="8862" y="2676"/>
            <a:chExt cx="1474" cy="6364"/>
          </a:xfrm>
        </p:grpSpPr>
        <p:sp>
          <p:nvSpPr>
            <p:cNvPr id="10" name="空心弧 9"/>
            <p:cNvSpPr/>
            <p:nvPr/>
          </p:nvSpPr>
          <p:spPr>
            <a:xfrm>
              <a:off x="8862" y="267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2" name="空心弧 11"/>
            <p:cNvSpPr/>
            <p:nvPr/>
          </p:nvSpPr>
          <p:spPr>
            <a:xfrm>
              <a:off x="8862" y="4571"/>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3" name="空心弧 12"/>
            <p:cNvSpPr/>
            <p:nvPr/>
          </p:nvSpPr>
          <p:spPr>
            <a:xfrm>
              <a:off x="8862" y="6466"/>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sp>
          <p:nvSpPr>
            <p:cNvPr id="14" name="空心弧 13"/>
            <p:cNvSpPr/>
            <p:nvPr/>
          </p:nvSpPr>
          <p:spPr>
            <a:xfrm>
              <a:off x="8862" y="8248"/>
              <a:ext cx="1474" cy="793"/>
            </a:xfrm>
            <a:prstGeom prst="blockArc">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704020202020204"/>
                <a:ea typeface="微软雅黑" panose="020B0503020204020204"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nodeType="clickEffect">
                                  <p:stCondLst>
                                    <p:cond delay="0"/>
                                  </p:stCondLst>
                                  <p:childTnLst>
                                    <p:set>
                                      <p:cBhvr additive="base">
                                        <p:cTn id="6" dur="500"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anim calcmode="lin" valueType="num">
                                      <p:cBhvr additive="base">
                                        <p:cTn id="9" dur="500" fill="hold"/>
                                        <p:tgtEl>
                                          <p:spTgt spid="23"/>
                                        </p:tgtEl>
                                        <p:attrNameLst>
                                          <p:attrName>ppt_w</p:attrName>
                                        </p:attrNameLst>
                                      </p:cBhvr>
                                      <p:tavLst>
                                        <p:tav tm="0">
                                          <p:val>
                                            <p:fltVal val="0"/>
                                          </p:val>
                                        </p:tav>
                                        <p:tav tm="100000">
                                          <p:val>
                                            <p:strVal val="#ppt_w"/>
                                          </p:val>
                                        </p:tav>
                                      </p:tavLst>
                                    </p:anim>
                                    <p:anim calcmode="lin" valueType="num">
                                      <p:cBhvr additive="base">
                                        <p:cTn id="10"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xit" presetSubtype="8" fill="hold" nodeType="clickEffect">
                                  <p:stCondLst>
                                    <p:cond delay="0"/>
                                  </p:stCondLst>
                                  <p:childTnLst>
                                    <p:anim calcmode="lin" valueType="num">
                                      <p:cBhvr additive="base">
                                        <p:cTn id="14" dur="500"/>
                                        <p:tgtEl>
                                          <p:spTgt spid="2"/>
                                        </p:tgtEl>
                                        <p:attrNameLst>
                                          <p:attrName>ppt_x</p:attrName>
                                        </p:attrNameLst>
                                      </p:cBhvr>
                                      <p:tavLst>
                                        <p:tav tm="0">
                                          <p:val>
                                            <p:strVal val="ppt_x"/>
                                          </p:val>
                                        </p:tav>
                                        <p:tav tm="100000">
                                          <p:val>
                                            <p:strVal val="ppt_x-ppt_w/2"/>
                                          </p:val>
                                        </p:tav>
                                      </p:tavLst>
                                    </p:anim>
                                    <p:anim calcmode="lin" valueType="num">
                                      <p:cBhvr additive="base">
                                        <p:cTn id="15" dur="500"/>
                                        <p:tgtEl>
                                          <p:spTgt spid="2"/>
                                        </p:tgtEl>
                                        <p:attrNameLst>
                                          <p:attrName>ppt_y</p:attrName>
                                        </p:attrNameLst>
                                      </p:cBhvr>
                                      <p:tavLst>
                                        <p:tav tm="0">
                                          <p:val>
                                            <p:strVal val="ppt_y"/>
                                          </p:val>
                                        </p:tav>
                                        <p:tav tm="100000">
                                          <p:val>
                                            <p:strVal val="ppt_y"/>
                                          </p:val>
                                        </p:tav>
                                      </p:tavLst>
                                    </p:anim>
                                    <p:anim calcmode="lin" valueType="num">
                                      <p:cBhvr additive="base">
                                        <p:cTn id="16" dur="500"/>
                                        <p:tgtEl>
                                          <p:spTgt spid="2"/>
                                        </p:tgtEl>
                                        <p:attrNameLst>
                                          <p:attrName>ppt_w</p:attrName>
                                        </p:attrNameLst>
                                      </p:cBhvr>
                                      <p:tavLst>
                                        <p:tav tm="0">
                                          <p:val>
                                            <p:strVal val="ppt_w"/>
                                          </p:val>
                                        </p:tav>
                                        <p:tav tm="100000">
                                          <p:val>
                                            <p:fltVal val="0"/>
                                          </p:val>
                                        </p:tav>
                                      </p:tavLst>
                                    </p:anim>
                                    <p:anim calcmode="lin" valueType="num">
                                      <p:cBhvr additive="base">
                                        <p:cTn id="17" dur="500"/>
                                        <p:tgtEl>
                                          <p:spTgt spid="2"/>
                                        </p:tgtEl>
                                        <p:attrNameLst>
                                          <p:attrName>ppt_h</p:attrName>
                                        </p:attrNameLst>
                                      </p:cBhvr>
                                      <p:tavLst>
                                        <p:tav tm="0">
                                          <p:val>
                                            <p:strVal val="ppt_h"/>
                                          </p:val>
                                        </p:tav>
                                        <p:tav tm="100000">
                                          <p:val>
                                            <p:strVal val="ppt_h"/>
                                          </p:val>
                                        </p:tav>
                                      </p:tavLst>
                                    </p:anim>
                                    <p:set>
                                      <p:cBhvr additive="base">
                                        <p:cTn id="18" dur="1" fill="hold">
                                          <p:stCondLst>
                                            <p:cond delay="499"/>
                                          </p:stCondLst>
                                        </p:cTn>
                                        <p:tgtEl>
                                          <p:spTgt spid="2"/>
                                        </p:tgtEl>
                                        <p:attrNameLst>
                                          <p:attrName>style.visibility</p:attrName>
                                        </p:attrNameLst>
                                      </p:cBhvr>
                                      <p:to>
                                        <p:strVal val="hidden"/>
                                      </p:to>
                                    </p:set>
                                  </p:childTnLst>
                                </p:cTn>
                              </p:par>
                            </p:childTnLst>
                          </p:cTn>
                        </p:par>
                        <p:par>
                          <p:cTn id="19" fill="hold">
                            <p:stCondLst>
                              <p:cond delay="500"/>
                            </p:stCondLst>
                            <p:childTnLst>
                              <p:par>
                                <p:cTn id="20" presetID="17" presetClass="entr" presetSubtype="2" fill="hold" nodeType="afterEffect">
                                  <p:stCondLst>
                                    <p:cond delay="0"/>
                                  </p:stCondLst>
                                  <p:childTnLst>
                                    <p:set>
                                      <p:cBhvr additive="base">
                                        <p:cTn id="21" dur="500"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anim calcmode="lin" valueType="num">
                                      <p:cBhvr additive="base">
                                        <p:cTn id="24" dur="500" fill="hold"/>
                                        <p:tgtEl>
                                          <p:spTgt spid="6"/>
                                        </p:tgtEl>
                                        <p:attrNameLst>
                                          <p:attrName>ppt_w</p:attrName>
                                        </p:attrNameLst>
                                      </p:cBhvr>
                                      <p:tavLst>
                                        <p:tav tm="0">
                                          <p:val>
                                            <p:fltVal val="0"/>
                                          </p:val>
                                        </p:tav>
                                        <p:tav tm="100000">
                                          <p:val>
                                            <p:strVal val="#ppt_w"/>
                                          </p:val>
                                        </p:tav>
                                      </p:tavLst>
                                    </p:anim>
                                    <p:anim calcmode="lin" valueType="num">
                                      <p:cBhvr additive="base">
                                        <p:cTn id="25" dur="500" fill="hold"/>
                                        <p:tgtEl>
                                          <p:spTgt spid="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2" name="翻书声.wav"/>
                                        </p:tgtEl>
                                      </p:cMediaNode>
                                    </p:audio>
                                  </p:subTnLst>
                                </p:cTn>
                              </p:par>
                              <p:par>
                                <p:cTn id="26" presetID="17" presetClass="entr" presetSubtype="2" fill="hold" nodeType="withEffect">
                                  <p:stCondLst>
                                    <p:cond delay="0"/>
                                  </p:stCondLst>
                                  <p:childTnLst>
                                    <p:set>
                                      <p:cBhvr additive="base">
                                        <p:cTn id="27" dur="500"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ppt_w/2"/>
                                          </p:val>
                                        </p:tav>
                                        <p:tav tm="100000">
                                          <p:val>
                                            <p:strVal val="#ppt_x"/>
                                          </p:val>
                                        </p:tav>
                                      </p:tavLst>
                                    </p:anim>
                                    <p:anim calcmode="lin" valueType="num">
                                      <p:cBhvr additive="base">
                                        <p:cTn id="29" dur="500" fill="hold"/>
                                        <p:tgtEl>
                                          <p:spTgt spid="15"/>
                                        </p:tgtEl>
                                        <p:attrNameLst>
                                          <p:attrName>ppt_y</p:attrName>
                                        </p:attrNameLst>
                                      </p:cBhvr>
                                      <p:tavLst>
                                        <p:tav tm="0">
                                          <p:val>
                                            <p:strVal val="#ppt_y"/>
                                          </p:val>
                                        </p:tav>
                                        <p:tav tm="100000">
                                          <p:val>
                                            <p:strVal val="#ppt_y"/>
                                          </p:val>
                                        </p:tav>
                                      </p:tavLst>
                                    </p:anim>
                                    <p:anim calcmode="lin" valueType="num">
                                      <p:cBhvr additive="base">
                                        <p:cTn id="30" dur="500" fill="hold"/>
                                        <p:tgtEl>
                                          <p:spTgt spid="15"/>
                                        </p:tgtEl>
                                        <p:attrNameLst>
                                          <p:attrName>ppt_w</p:attrName>
                                        </p:attrNameLst>
                                      </p:cBhvr>
                                      <p:tavLst>
                                        <p:tav tm="0">
                                          <p:val>
                                            <p:fltVal val="0"/>
                                          </p:val>
                                        </p:tav>
                                        <p:tav tm="100000">
                                          <p:val>
                                            <p:strVal val="#ppt_w"/>
                                          </p:val>
                                        </p:tav>
                                      </p:tavLst>
                                    </p:anim>
                                    <p:anim calcmode="lin" valueType="num">
                                      <p:cBhvr additive="base">
                                        <p:cTn id="31"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xit" presetSubtype="8" fill="hold" nodeType="clickEffect">
                                  <p:stCondLst>
                                    <p:cond delay="0"/>
                                  </p:stCondLst>
                                  <p:childTnLst>
                                    <p:anim calcmode="lin" valueType="num">
                                      <p:cBhvr additive="base">
                                        <p:cTn id="35" dur="500"/>
                                        <p:tgtEl>
                                          <p:spTgt spid="16"/>
                                        </p:tgtEl>
                                        <p:attrNameLst>
                                          <p:attrName>ppt_x</p:attrName>
                                        </p:attrNameLst>
                                      </p:cBhvr>
                                      <p:tavLst>
                                        <p:tav tm="0">
                                          <p:val>
                                            <p:strVal val="ppt_x"/>
                                          </p:val>
                                        </p:tav>
                                        <p:tav tm="100000">
                                          <p:val>
                                            <p:strVal val="ppt_x-ppt_w/2"/>
                                          </p:val>
                                        </p:tav>
                                      </p:tavLst>
                                    </p:anim>
                                    <p:anim calcmode="lin" valueType="num">
                                      <p:cBhvr additive="base">
                                        <p:cTn id="36" dur="500"/>
                                        <p:tgtEl>
                                          <p:spTgt spid="16"/>
                                        </p:tgtEl>
                                        <p:attrNameLst>
                                          <p:attrName>ppt_y</p:attrName>
                                        </p:attrNameLst>
                                      </p:cBhvr>
                                      <p:tavLst>
                                        <p:tav tm="0">
                                          <p:val>
                                            <p:strVal val="ppt_y"/>
                                          </p:val>
                                        </p:tav>
                                        <p:tav tm="100000">
                                          <p:val>
                                            <p:strVal val="ppt_y"/>
                                          </p:val>
                                        </p:tav>
                                      </p:tavLst>
                                    </p:anim>
                                    <p:anim calcmode="lin" valueType="num">
                                      <p:cBhvr additive="base">
                                        <p:cTn id="37" dur="500"/>
                                        <p:tgtEl>
                                          <p:spTgt spid="16"/>
                                        </p:tgtEl>
                                        <p:attrNameLst>
                                          <p:attrName>ppt_w</p:attrName>
                                        </p:attrNameLst>
                                      </p:cBhvr>
                                      <p:tavLst>
                                        <p:tav tm="0">
                                          <p:val>
                                            <p:strVal val="ppt_w"/>
                                          </p:val>
                                        </p:tav>
                                        <p:tav tm="100000">
                                          <p:val>
                                            <p:fltVal val="0"/>
                                          </p:val>
                                        </p:tav>
                                      </p:tavLst>
                                    </p:anim>
                                    <p:anim calcmode="lin" valueType="num">
                                      <p:cBhvr additive="base">
                                        <p:cTn id="38" dur="500"/>
                                        <p:tgtEl>
                                          <p:spTgt spid="16"/>
                                        </p:tgtEl>
                                        <p:attrNameLst>
                                          <p:attrName>ppt_h</p:attrName>
                                        </p:attrNameLst>
                                      </p:cBhvr>
                                      <p:tavLst>
                                        <p:tav tm="0">
                                          <p:val>
                                            <p:strVal val="ppt_h"/>
                                          </p:val>
                                        </p:tav>
                                        <p:tav tm="100000">
                                          <p:val>
                                            <p:strVal val="ppt_h"/>
                                          </p:val>
                                        </p:tav>
                                      </p:tavLst>
                                    </p:anim>
                                    <p:set>
                                      <p:cBhvr additive="base">
                                        <p:cTn id="39" dur="1" fill="hold">
                                          <p:stCondLst>
                                            <p:cond delay="499"/>
                                          </p:stCondLst>
                                        </p:cTn>
                                        <p:tgtEl>
                                          <p:spTgt spid="16"/>
                                        </p:tgtEl>
                                        <p:attrNameLst>
                                          <p:attrName>style.visibility</p:attrName>
                                        </p:attrNameLst>
                                      </p:cBhvr>
                                      <p:to>
                                        <p:strVal val="hidden"/>
                                      </p:to>
                                    </p:set>
                                  </p:childTnLst>
                                </p:cTn>
                              </p:par>
                            </p:childTnLst>
                          </p:cTn>
                        </p:par>
                        <p:par>
                          <p:cTn id="40" fill="hold">
                            <p:stCondLst>
                              <p:cond delay="500"/>
                            </p:stCondLst>
                            <p:childTnLst>
                              <p:par>
                                <p:cTn id="41" presetID="17" presetClass="entr" presetSubtype="2" fill="hold" nodeType="afterEffect">
                                  <p:stCondLst>
                                    <p:cond delay="0"/>
                                  </p:stCondLst>
                                  <p:childTnLst>
                                    <p:set>
                                      <p:cBhvr additive="base">
                                        <p:cTn id="42" dur="500"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anim calcmode="lin" valueType="num">
                                      <p:cBhvr additive="base">
                                        <p:cTn id="45" dur="500" fill="hold"/>
                                        <p:tgtEl>
                                          <p:spTgt spid="21"/>
                                        </p:tgtEl>
                                        <p:attrNameLst>
                                          <p:attrName>ppt_w</p:attrName>
                                        </p:attrNameLst>
                                      </p:cBhvr>
                                      <p:tavLst>
                                        <p:tav tm="0">
                                          <p:val>
                                            <p:fltVal val="0"/>
                                          </p:val>
                                        </p:tav>
                                        <p:tav tm="100000">
                                          <p:val>
                                            <p:strVal val="#ppt_w"/>
                                          </p:val>
                                        </p:tav>
                                      </p:tavLst>
                                    </p:anim>
                                    <p:anim calcmode="lin" valueType="num">
                                      <p:cBhvr additive="base">
                                        <p:cTn id="46" dur="5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2" name="翻书声.wav"/>
                                        </p:tgtEl>
                                      </p:cMediaNode>
                                    </p:audio>
                                  </p:subTnLst>
                                </p:cTn>
                              </p:par>
                            </p:childTnLst>
                          </p:cTn>
                        </p:par>
                      </p:childTnLst>
                    </p:cTn>
                  </p:par>
                  <p:par>
                    <p:cTn id="47" fill="hold">
                      <p:stCondLst>
                        <p:cond delay="indefinite"/>
                      </p:stCondLst>
                      <p:childTnLst>
                        <p:par>
                          <p:cTn id="48" fill="hold">
                            <p:stCondLst>
                              <p:cond delay="0"/>
                            </p:stCondLst>
                            <p:childTnLst>
                              <p:par>
                                <p:cTn id="49" presetID="17" presetClass="exit" presetSubtype="8" fill="hold" nodeType="clickEffect">
                                  <p:stCondLst>
                                    <p:cond delay="0"/>
                                  </p:stCondLst>
                                  <p:childTnLst>
                                    <p:anim calcmode="lin" valueType="num">
                                      <p:cBhvr additive="base">
                                        <p:cTn id="50" dur="500"/>
                                        <p:tgtEl>
                                          <p:spTgt spid="34"/>
                                        </p:tgtEl>
                                        <p:attrNameLst>
                                          <p:attrName>ppt_x</p:attrName>
                                        </p:attrNameLst>
                                      </p:cBhvr>
                                      <p:tavLst>
                                        <p:tav tm="0">
                                          <p:val>
                                            <p:strVal val="ppt_x"/>
                                          </p:val>
                                        </p:tav>
                                        <p:tav tm="100000">
                                          <p:val>
                                            <p:strVal val="ppt_x-ppt_w/2"/>
                                          </p:val>
                                        </p:tav>
                                      </p:tavLst>
                                    </p:anim>
                                    <p:anim calcmode="lin" valueType="num">
                                      <p:cBhvr additive="base">
                                        <p:cTn id="51" dur="500"/>
                                        <p:tgtEl>
                                          <p:spTgt spid="34"/>
                                        </p:tgtEl>
                                        <p:attrNameLst>
                                          <p:attrName>ppt_y</p:attrName>
                                        </p:attrNameLst>
                                      </p:cBhvr>
                                      <p:tavLst>
                                        <p:tav tm="0">
                                          <p:val>
                                            <p:strVal val="ppt_y"/>
                                          </p:val>
                                        </p:tav>
                                        <p:tav tm="100000">
                                          <p:val>
                                            <p:strVal val="ppt_y"/>
                                          </p:val>
                                        </p:tav>
                                      </p:tavLst>
                                    </p:anim>
                                    <p:anim calcmode="lin" valueType="num">
                                      <p:cBhvr additive="base">
                                        <p:cTn id="52" dur="500"/>
                                        <p:tgtEl>
                                          <p:spTgt spid="34"/>
                                        </p:tgtEl>
                                        <p:attrNameLst>
                                          <p:attrName>ppt_w</p:attrName>
                                        </p:attrNameLst>
                                      </p:cBhvr>
                                      <p:tavLst>
                                        <p:tav tm="0">
                                          <p:val>
                                            <p:strVal val="ppt_w"/>
                                          </p:val>
                                        </p:tav>
                                        <p:tav tm="100000">
                                          <p:val>
                                            <p:fltVal val="0"/>
                                          </p:val>
                                        </p:tav>
                                      </p:tavLst>
                                    </p:anim>
                                    <p:anim calcmode="lin" valueType="num">
                                      <p:cBhvr additive="base">
                                        <p:cTn id="53" dur="500"/>
                                        <p:tgtEl>
                                          <p:spTgt spid="34"/>
                                        </p:tgtEl>
                                        <p:attrNameLst>
                                          <p:attrName>ppt_h</p:attrName>
                                        </p:attrNameLst>
                                      </p:cBhvr>
                                      <p:tavLst>
                                        <p:tav tm="0">
                                          <p:val>
                                            <p:strVal val="ppt_h"/>
                                          </p:val>
                                        </p:tav>
                                        <p:tav tm="100000">
                                          <p:val>
                                            <p:strVal val="ppt_h"/>
                                          </p:val>
                                        </p:tav>
                                      </p:tavLst>
                                    </p:anim>
                                    <p:set>
                                      <p:cBhvr additive="base">
                                        <p:cTn id="54" dur="1" fill="hold">
                                          <p:stCondLst>
                                            <p:cond delay="499"/>
                                          </p:stCondLst>
                                        </p:cTn>
                                        <p:tgtEl>
                                          <p:spTgt spid="34"/>
                                        </p:tgtEl>
                                        <p:attrNameLst>
                                          <p:attrName>style.visibility</p:attrName>
                                        </p:attrNameLst>
                                      </p:cBhvr>
                                      <p:to>
                                        <p:strVal val="hidden"/>
                                      </p:to>
                                    </p:set>
                                  </p:childTnLst>
                                </p:cTn>
                              </p:par>
                            </p:childTnLst>
                          </p:cTn>
                        </p:par>
                        <p:par>
                          <p:cTn id="55" fill="hold">
                            <p:stCondLst>
                              <p:cond delay="500"/>
                            </p:stCondLst>
                            <p:childTnLst>
                              <p:par>
                                <p:cTn id="56" presetID="17" presetClass="entr" presetSubtype="2" fill="hold" nodeType="afterEffect">
                                  <p:stCondLst>
                                    <p:cond delay="0"/>
                                  </p:stCondLst>
                                  <p:childTnLst>
                                    <p:set>
                                      <p:cBhvr additive="base">
                                        <p:cTn id="57" dur="500" fill="hold">
                                          <p:stCondLst>
                                            <p:cond delay="0"/>
                                          </p:stCondLst>
                                        </p:cTn>
                                        <p:tgtEl>
                                          <p:spTgt spid="37"/>
                                        </p:tgtEl>
                                        <p:attrNameLst>
                                          <p:attrName>style.visibility</p:attrName>
                                        </p:attrNameLst>
                                      </p:cBhvr>
                                      <p:to>
                                        <p:strVal val="visible"/>
                                      </p:to>
                                    </p:set>
                                    <p:anim calcmode="lin" valueType="num">
                                      <p:cBhvr additive="base">
                                        <p:cTn id="58" dur="500" fill="hold"/>
                                        <p:tgtEl>
                                          <p:spTgt spid="37"/>
                                        </p:tgtEl>
                                        <p:attrNameLst>
                                          <p:attrName>ppt_x</p:attrName>
                                        </p:attrNameLst>
                                      </p:cBhvr>
                                      <p:tavLst>
                                        <p:tav tm="0">
                                          <p:val>
                                            <p:strVal val="#ppt_x+#ppt_w/2"/>
                                          </p:val>
                                        </p:tav>
                                        <p:tav tm="100000">
                                          <p:val>
                                            <p:strVal val="#ppt_x"/>
                                          </p:val>
                                        </p:tav>
                                      </p:tavLst>
                                    </p:anim>
                                    <p:anim calcmode="lin" valueType="num">
                                      <p:cBhvr additive="base">
                                        <p:cTn id="59" dur="500" fill="hold"/>
                                        <p:tgtEl>
                                          <p:spTgt spid="37"/>
                                        </p:tgtEl>
                                        <p:attrNameLst>
                                          <p:attrName>ppt_y</p:attrName>
                                        </p:attrNameLst>
                                      </p:cBhvr>
                                      <p:tavLst>
                                        <p:tav tm="0">
                                          <p:val>
                                            <p:strVal val="#ppt_y"/>
                                          </p:val>
                                        </p:tav>
                                        <p:tav tm="100000">
                                          <p:val>
                                            <p:strVal val="#ppt_y"/>
                                          </p:val>
                                        </p:tav>
                                      </p:tavLst>
                                    </p:anim>
                                    <p:anim calcmode="lin" valueType="num">
                                      <p:cBhvr additive="base">
                                        <p:cTn id="60" dur="500" fill="hold"/>
                                        <p:tgtEl>
                                          <p:spTgt spid="37"/>
                                        </p:tgtEl>
                                        <p:attrNameLst>
                                          <p:attrName>ppt_w</p:attrName>
                                        </p:attrNameLst>
                                      </p:cBhvr>
                                      <p:tavLst>
                                        <p:tav tm="0">
                                          <p:val>
                                            <p:fltVal val="0"/>
                                          </p:val>
                                        </p:tav>
                                        <p:tav tm="100000">
                                          <p:val>
                                            <p:strVal val="#ppt_w"/>
                                          </p:val>
                                        </p:tav>
                                      </p:tavLst>
                                    </p:anim>
                                    <p:anim calcmode="lin" valueType="num">
                                      <p:cBhvr additive="base">
                                        <p:cTn id="61" dur="5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2" name="翻书声.wav"/>
                                        </p:tgtEl>
                                      </p:cMediaNode>
                                    </p:audio>
                                  </p:subTnLst>
                                </p:cTn>
                              </p:par>
                            </p:childTnLst>
                          </p:cTn>
                        </p:par>
                      </p:childTnLst>
                    </p:cTn>
                  </p:par>
                  <p:par>
                    <p:cTn id="62" fill="hold">
                      <p:stCondLst>
                        <p:cond delay="indefinite"/>
                      </p:stCondLst>
                      <p:childTnLst>
                        <p:par>
                          <p:cTn id="63" fill="hold">
                            <p:stCondLst>
                              <p:cond delay="0"/>
                            </p:stCondLst>
                            <p:childTnLst>
                              <p:par>
                                <p:cTn id="64" presetID="17" presetClass="exit" presetSubtype="8" fill="hold" nodeType="clickEffect">
                                  <p:stCondLst>
                                    <p:cond delay="0"/>
                                  </p:stCondLst>
                                  <p:childTnLst>
                                    <p:anim calcmode="lin" valueType="num">
                                      <p:cBhvr additive="base">
                                        <p:cTn id="65" dur="500"/>
                                        <p:tgtEl>
                                          <p:spTgt spid="58"/>
                                        </p:tgtEl>
                                        <p:attrNameLst>
                                          <p:attrName>ppt_x</p:attrName>
                                        </p:attrNameLst>
                                      </p:cBhvr>
                                      <p:tavLst>
                                        <p:tav tm="0">
                                          <p:val>
                                            <p:strVal val="ppt_x"/>
                                          </p:val>
                                        </p:tav>
                                        <p:tav tm="100000">
                                          <p:val>
                                            <p:strVal val="ppt_x-ppt_w/2"/>
                                          </p:val>
                                        </p:tav>
                                      </p:tavLst>
                                    </p:anim>
                                    <p:anim calcmode="lin" valueType="num">
                                      <p:cBhvr additive="base">
                                        <p:cTn id="66" dur="500"/>
                                        <p:tgtEl>
                                          <p:spTgt spid="58"/>
                                        </p:tgtEl>
                                        <p:attrNameLst>
                                          <p:attrName>ppt_y</p:attrName>
                                        </p:attrNameLst>
                                      </p:cBhvr>
                                      <p:tavLst>
                                        <p:tav tm="0">
                                          <p:val>
                                            <p:strVal val="ppt_y"/>
                                          </p:val>
                                        </p:tav>
                                        <p:tav tm="100000">
                                          <p:val>
                                            <p:strVal val="ppt_y"/>
                                          </p:val>
                                        </p:tav>
                                      </p:tavLst>
                                    </p:anim>
                                    <p:anim calcmode="lin" valueType="num">
                                      <p:cBhvr additive="base">
                                        <p:cTn id="67" dur="500"/>
                                        <p:tgtEl>
                                          <p:spTgt spid="58"/>
                                        </p:tgtEl>
                                        <p:attrNameLst>
                                          <p:attrName>ppt_w</p:attrName>
                                        </p:attrNameLst>
                                      </p:cBhvr>
                                      <p:tavLst>
                                        <p:tav tm="0">
                                          <p:val>
                                            <p:strVal val="ppt_w"/>
                                          </p:val>
                                        </p:tav>
                                        <p:tav tm="100000">
                                          <p:val>
                                            <p:fltVal val="0"/>
                                          </p:val>
                                        </p:tav>
                                      </p:tavLst>
                                    </p:anim>
                                    <p:anim calcmode="lin" valueType="num">
                                      <p:cBhvr additive="base">
                                        <p:cTn id="68" dur="500"/>
                                        <p:tgtEl>
                                          <p:spTgt spid="58"/>
                                        </p:tgtEl>
                                        <p:attrNameLst>
                                          <p:attrName>ppt_h</p:attrName>
                                        </p:attrNameLst>
                                      </p:cBhvr>
                                      <p:tavLst>
                                        <p:tav tm="0">
                                          <p:val>
                                            <p:strVal val="ppt_h"/>
                                          </p:val>
                                        </p:tav>
                                        <p:tav tm="100000">
                                          <p:val>
                                            <p:strVal val="ppt_h"/>
                                          </p:val>
                                        </p:tav>
                                      </p:tavLst>
                                    </p:anim>
                                    <p:set>
                                      <p:cBhvr additive="base">
                                        <p:cTn id="69" dur="1" fill="hold">
                                          <p:stCondLst>
                                            <p:cond delay="499"/>
                                          </p:stCondLst>
                                        </p:cTn>
                                        <p:tgtEl>
                                          <p:spTgt spid="58"/>
                                        </p:tgtEl>
                                        <p:attrNameLst>
                                          <p:attrName>style.visibility</p:attrName>
                                        </p:attrNameLst>
                                      </p:cBhvr>
                                      <p:to>
                                        <p:strVal val="hidden"/>
                                      </p:to>
                                    </p:set>
                                  </p:childTnLst>
                                </p:cTn>
                              </p:par>
                            </p:childTnLst>
                          </p:cTn>
                        </p:par>
                        <p:par>
                          <p:cTn id="70" fill="hold">
                            <p:stCondLst>
                              <p:cond delay="500"/>
                            </p:stCondLst>
                            <p:childTnLst>
                              <p:par>
                                <p:cTn id="71" presetID="17" presetClass="entr" presetSubtype="2" fill="hold" nodeType="afterEffect">
                                  <p:stCondLst>
                                    <p:cond delay="0"/>
                                  </p:stCondLst>
                                  <p:childTnLst>
                                    <p:set>
                                      <p:cBhvr additive="base">
                                        <p:cTn id="72" dur="500" fill="hold">
                                          <p:stCondLst>
                                            <p:cond delay="0"/>
                                          </p:stCondLst>
                                        </p:cTn>
                                        <p:tgtEl>
                                          <p:spTgt spid="61"/>
                                        </p:tgtEl>
                                        <p:attrNameLst>
                                          <p:attrName>style.visibility</p:attrName>
                                        </p:attrNameLst>
                                      </p:cBhvr>
                                      <p:to>
                                        <p:strVal val="visible"/>
                                      </p:to>
                                    </p:set>
                                    <p:anim calcmode="lin" valueType="num">
                                      <p:cBhvr additive="base">
                                        <p:cTn id="73" dur="500" fill="hold"/>
                                        <p:tgtEl>
                                          <p:spTgt spid="61"/>
                                        </p:tgtEl>
                                        <p:attrNameLst>
                                          <p:attrName>ppt_x</p:attrName>
                                        </p:attrNameLst>
                                      </p:cBhvr>
                                      <p:tavLst>
                                        <p:tav tm="0">
                                          <p:val>
                                            <p:strVal val="#ppt_x+#ppt_w/2"/>
                                          </p:val>
                                        </p:tav>
                                        <p:tav tm="100000">
                                          <p:val>
                                            <p:strVal val="#ppt_x"/>
                                          </p:val>
                                        </p:tav>
                                      </p:tavLst>
                                    </p:anim>
                                    <p:anim calcmode="lin" valueType="num">
                                      <p:cBhvr additive="base">
                                        <p:cTn id="74" dur="500" fill="hold"/>
                                        <p:tgtEl>
                                          <p:spTgt spid="61"/>
                                        </p:tgtEl>
                                        <p:attrNameLst>
                                          <p:attrName>ppt_y</p:attrName>
                                        </p:attrNameLst>
                                      </p:cBhvr>
                                      <p:tavLst>
                                        <p:tav tm="0">
                                          <p:val>
                                            <p:strVal val="#ppt_y"/>
                                          </p:val>
                                        </p:tav>
                                        <p:tav tm="100000">
                                          <p:val>
                                            <p:strVal val="#ppt_y"/>
                                          </p:val>
                                        </p:tav>
                                      </p:tavLst>
                                    </p:anim>
                                    <p:anim calcmode="lin" valueType="num">
                                      <p:cBhvr additive="base">
                                        <p:cTn id="75" dur="500" fill="hold"/>
                                        <p:tgtEl>
                                          <p:spTgt spid="61"/>
                                        </p:tgtEl>
                                        <p:attrNameLst>
                                          <p:attrName>ppt_w</p:attrName>
                                        </p:attrNameLst>
                                      </p:cBhvr>
                                      <p:tavLst>
                                        <p:tav tm="0">
                                          <p:val>
                                            <p:fltVal val="0"/>
                                          </p:val>
                                        </p:tav>
                                        <p:tav tm="100000">
                                          <p:val>
                                            <p:strVal val="#ppt_w"/>
                                          </p:val>
                                        </p:tav>
                                      </p:tavLst>
                                    </p:anim>
                                    <p:anim calcmode="lin" valueType="num">
                                      <p:cBhvr additive="base">
                                        <p:cTn id="76" dur="5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1"/>
                                            </p:cond>
                                          </p:stCondLst>
                                          <p:endCondLst>
                                            <p:cond evt="onStopAudio" delay="0">
                                              <p:tgtEl>
                                                <p:sldTgt/>
                                              </p:tgtEl>
                                            </p:cond>
                                          </p:endCondLst>
                                        </p:cTn>
                                        <p:tgtEl>
                                          <p:sndTgt r:embed="rId2" name="翻书声.wav"/>
                                        </p:tgtEl>
                                      </p:cMediaNode>
                                    </p:audio>
                                  </p:subTnLst>
                                </p:cTn>
                              </p:par>
                            </p:childTnLst>
                          </p:cTn>
                        </p:par>
                      </p:childTnLst>
                    </p:cTn>
                  </p:par>
                  <p:par>
                    <p:cTn id="77" fill="hold">
                      <p:stCondLst>
                        <p:cond delay="indefinite"/>
                      </p:stCondLst>
                      <p:childTnLst>
                        <p:par>
                          <p:cTn id="78" fill="hold">
                            <p:stCondLst>
                              <p:cond delay="0"/>
                            </p:stCondLst>
                            <p:childTnLst>
                              <p:par>
                                <p:cTn id="79" presetID="17" presetClass="exit" presetSubtype="8" fill="hold" nodeType="clickEffect">
                                  <p:stCondLst>
                                    <p:cond delay="0"/>
                                  </p:stCondLst>
                                  <p:childTnLst>
                                    <p:anim calcmode="lin" valueType="num">
                                      <p:cBhvr additive="base">
                                        <p:cTn id="80" dur="500"/>
                                        <p:tgtEl>
                                          <p:spTgt spid="64"/>
                                        </p:tgtEl>
                                        <p:attrNameLst>
                                          <p:attrName>ppt_x</p:attrName>
                                        </p:attrNameLst>
                                      </p:cBhvr>
                                      <p:tavLst>
                                        <p:tav tm="0">
                                          <p:val>
                                            <p:strVal val="ppt_x"/>
                                          </p:val>
                                        </p:tav>
                                        <p:tav tm="100000">
                                          <p:val>
                                            <p:strVal val="ppt_x-ppt_w/2"/>
                                          </p:val>
                                        </p:tav>
                                      </p:tavLst>
                                    </p:anim>
                                    <p:anim calcmode="lin" valueType="num">
                                      <p:cBhvr additive="base">
                                        <p:cTn id="81" dur="500"/>
                                        <p:tgtEl>
                                          <p:spTgt spid="64"/>
                                        </p:tgtEl>
                                        <p:attrNameLst>
                                          <p:attrName>ppt_y</p:attrName>
                                        </p:attrNameLst>
                                      </p:cBhvr>
                                      <p:tavLst>
                                        <p:tav tm="0">
                                          <p:val>
                                            <p:strVal val="ppt_y"/>
                                          </p:val>
                                        </p:tav>
                                        <p:tav tm="100000">
                                          <p:val>
                                            <p:strVal val="ppt_y"/>
                                          </p:val>
                                        </p:tav>
                                      </p:tavLst>
                                    </p:anim>
                                    <p:anim calcmode="lin" valueType="num">
                                      <p:cBhvr additive="base">
                                        <p:cTn id="82" dur="500"/>
                                        <p:tgtEl>
                                          <p:spTgt spid="64"/>
                                        </p:tgtEl>
                                        <p:attrNameLst>
                                          <p:attrName>ppt_w</p:attrName>
                                        </p:attrNameLst>
                                      </p:cBhvr>
                                      <p:tavLst>
                                        <p:tav tm="0">
                                          <p:val>
                                            <p:strVal val="ppt_w"/>
                                          </p:val>
                                        </p:tav>
                                        <p:tav tm="100000">
                                          <p:val>
                                            <p:fltVal val="0"/>
                                          </p:val>
                                        </p:tav>
                                      </p:tavLst>
                                    </p:anim>
                                    <p:anim calcmode="lin" valueType="num">
                                      <p:cBhvr additive="base">
                                        <p:cTn id="83" dur="500"/>
                                        <p:tgtEl>
                                          <p:spTgt spid="64"/>
                                        </p:tgtEl>
                                        <p:attrNameLst>
                                          <p:attrName>ppt_h</p:attrName>
                                        </p:attrNameLst>
                                      </p:cBhvr>
                                      <p:tavLst>
                                        <p:tav tm="0">
                                          <p:val>
                                            <p:strVal val="ppt_h"/>
                                          </p:val>
                                        </p:tav>
                                        <p:tav tm="100000">
                                          <p:val>
                                            <p:strVal val="ppt_h"/>
                                          </p:val>
                                        </p:tav>
                                      </p:tavLst>
                                    </p:anim>
                                    <p:set>
                                      <p:cBhvr additive="base">
                                        <p:cTn id="84" dur="1" fill="hold">
                                          <p:stCondLst>
                                            <p:cond delay="499"/>
                                          </p:stCondLst>
                                        </p:cTn>
                                        <p:tgtEl>
                                          <p:spTgt spid="64"/>
                                        </p:tgtEl>
                                        <p:attrNameLst>
                                          <p:attrName>style.visibility</p:attrName>
                                        </p:attrNameLst>
                                      </p:cBhvr>
                                      <p:to>
                                        <p:strVal val="hidden"/>
                                      </p:to>
                                    </p:set>
                                  </p:childTnLst>
                                </p:cTn>
                              </p:par>
                            </p:childTnLst>
                          </p:cTn>
                        </p:par>
                        <p:par>
                          <p:cTn id="85" fill="hold">
                            <p:stCondLst>
                              <p:cond delay="500"/>
                            </p:stCondLst>
                            <p:childTnLst>
                              <p:par>
                                <p:cTn id="86" presetID="17" presetClass="entr" presetSubtype="2" fill="hold" nodeType="afterEffect">
                                  <p:stCondLst>
                                    <p:cond delay="0"/>
                                  </p:stCondLst>
                                  <p:childTnLst>
                                    <p:set>
                                      <p:cBhvr additive="base">
                                        <p:cTn id="87" dur="500" fill="hold">
                                          <p:stCondLst>
                                            <p:cond delay="0"/>
                                          </p:stCondLst>
                                        </p:cTn>
                                        <p:tgtEl>
                                          <p:spTgt spid="67"/>
                                        </p:tgtEl>
                                        <p:attrNameLst>
                                          <p:attrName>style.visibility</p:attrName>
                                        </p:attrNameLst>
                                      </p:cBhvr>
                                      <p:to>
                                        <p:strVal val="visible"/>
                                      </p:to>
                                    </p:set>
                                    <p:anim calcmode="lin" valueType="num">
                                      <p:cBhvr additive="base">
                                        <p:cTn id="88" dur="500" fill="hold"/>
                                        <p:tgtEl>
                                          <p:spTgt spid="67"/>
                                        </p:tgtEl>
                                        <p:attrNameLst>
                                          <p:attrName>ppt_x</p:attrName>
                                        </p:attrNameLst>
                                      </p:cBhvr>
                                      <p:tavLst>
                                        <p:tav tm="0">
                                          <p:val>
                                            <p:strVal val="#ppt_x+#ppt_w/2"/>
                                          </p:val>
                                        </p:tav>
                                        <p:tav tm="100000">
                                          <p:val>
                                            <p:strVal val="#ppt_x"/>
                                          </p:val>
                                        </p:tav>
                                      </p:tavLst>
                                    </p:anim>
                                    <p:anim calcmode="lin" valueType="num">
                                      <p:cBhvr additive="base">
                                        <p:cTn id="89" dur="500" fill="hold"/>
                                        <p:tgtEl>
                                          <p:spTgt spid="67"/>
                                        </p:tgtEl>
                                        <p:attrNameLst>
                                          <p:attrName>ppt_y</p:attrName>
                                        </p:attrNameLst>
                                      </p:cBhvr>
                                      <p:tavLst>
                                        <p:tav tm="0">
                                          <p:val>
                                            <p:strVal val="#ppt_y"/>
                                          </p:val>
                                        </p:tav>
                                        <p:tav tm="100000">
                                          <p:val>
                                            <p:strVal val="#ppt_y"/>
                                          </p:val>
                                        </p:tav>
                                      </p:tavLst>
                                    </p:anim>
                                    <p:anim calcmode="lin" valueType="num">
                                      <p:cBhvr additive="base">
                                        <p:cTn id="90" dur="500" fill="hold"/>
                                        <p:tgtEl>
                                          <p:spTgt spid="67"/>
                                        </p:tgtEl>
                                        <p:attrNameLst>
                                          <p:attrName>ppt_w</p:attrName>
                                        </p:attrNameLst>
                                      </p:cBhvr>
                                      <p:tavLst>
                                        <p:tav tm="0">
                                          <p:val>
                                            <p:fltVal val="0"/>
                                          </p:val>
                                        </p:tav>
                                        <p:tav tm="100000">
                                          <p:val>
                                            <p:strVal val="#ppt_w"/>
                                          </p:val>
                                        </p:tav>
                                      </p:tavLst>
                                    </p:anim>
                                    <p:anim calcmode="lin" valueType="num">
                                      <p:cBhvr additive="base">
                                        <p:cTn id="91" dur="500" fill="hold"/>
                                        <p:tgtEl>
                                          <p:spTgt spid="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2" name="翻书声.wav"/>
                                        </p:tgtEl>
                                      </p:cMediaNode>
                                    </p:audio>
                                  </p:subTnLst>
                                </p:cTn>
                              </p:par>
                            </p:childTnLst>
                          </p:cTn>
                        </p:par>
                      </p:childTnLst>
                    </p:cTn>
                  </p:par>
                  <p:par>
                    <p:cTn id="92" fill="hold">
                      <p:stCondLst>
                        <p:cond delay="indefinite"/>
                      </p:stCondLst>
                      <p:childTnLst>
                        <p:par>
                          <p:cTn id="93" fill="hold">
                            <p:stCondLst>
                              <p:cond delay="0"/>
                            </p:stCondLst>
                            <p:childTnLst>
                              <p:par>
                                <p:cTn id="94" presetID="17" presetClass="exit" presetSubtype="8" fill="hold" nodeType="clickEffect">
                                  <p:stCondLst>
                                    <p:cond delay="0"/>
                                  </p:stCondLst>
                                  <p:childTnLst>
                                    <p:anim calcmode="lin" valueType="num">
                                      <p:cBhvr additive="base">
                                        <p:cTn id="95" dur="500"/>
                                        <p:tgtEl>
                                          <p:spTgt spid="70"/>
                                        </p:tgtEl>
                                        <p:attrNameLst>
                                          <p:attrName>ppt_x</p:attrName>
                                        </p:attrNameLst>
                                      </p:cBhvr>
                                      <p:tavLst>
                                        <p:tav tm="0">
                                          <p:val>
                                            <p:strVal val="ppt_x"/>
                                          </p:val>
                                        </p:tav>
                                        <p:tav tm="100000">
                                          <p:val>
                                            <p:strVal val="ppt_x-ppt_w/2"/>
                                          </p:val>
                                        </p:tav>
                                      </p:tavLst>
                                    </p:anim>
                                    <p:anim calcmode="lin" valueType="num">
                                      <p:cBhvr additive="base">
                                        <p:cTn id="96" dur="500"/>
                                        <p:tgtEl>
                                          <p:spTgt spid="70"/>
                                        </p:tgtEl>
                                        <p:attrNameLst>
                                          <p:attrName>ppt_y</p:attrName>
                                        </p:attrNameLst>
                                      </p:cBhvr>
                                      <p:tavLst>
                                        <p:tav tm="0">
                                          <p:val>
                                            <p:strVal val="ppt_y"/>
                                          </p:val>
                                        </p:tav>
                                        <p:tav tm="100000">
                                          <p:val>
                                            <p:strVal val="ppt_y"/>
                                          </p:val>
                                        </p:tav>
                                      </p:tavLst>
                                    </p:anim>
                                    <p:anim calcmode="lin" valueType="num">
                                      <p:cBhvr additive="base">
                                        <p:cTn id="97" dur="500"/>
                                        <p:tgtEl>
                                          <p:spTgt spid="70"/>
                                        </p:tgtEl>
                                        <p:attrNameLst>
                                          <p:attrName>ppt_w</p:attrName>
                                        </p:attrNameLst>
                                      </p:cBhvr>
                                      <p:tavLst>
                                        <p:tav tm="0">
                                          <p:val>
                                            <p:strVal val="ppt_w"/>
                                          </p:val>
                                        </p:tav>
                                        <p:tav tm="100000">
                                          <p:val>
                                            <p:fltVal val="0"/>
                                          </p:val>
                                        </p:tav>
                                      </p:tavLst>
                                    </p:anim>
                                    <p:anim calcmode="lin" valueType="num">
                                      <p:cBhvr additive="base">
                                        <p:cTn id="98" dur="500"/>
                                        <p:tgtEl>
                                          <p:spTgt spid="70"/>
                                        </p:tgtEl>
                                        <p:attrNameLst>
                                          <p:attrName>ppt_h</p:attrName>
                                        </p:attrNameLst>
                                      </p:cBhvr>
                                      <p:tavLst>
                                        <p:tav tm="0">
                                          <p:val>
                                            <p:strVal val="ppt_h"/>
                                          </p:val>
                                        </p:tav>
                                        <p:tav tm="100000">
                                          <p:val>
                                            <p:strVal val="ppt_h"/>
                                          </p:val>
                                        </p:tav>
                                      </p:tavLst>
                                    </p:anim>
                                    <p:set>
                                      <p:cBhvr additive="base">
                                        <p:cTn id="99" dur="1" fill="hold">
                                          <p:stCondLst>
                                            <p:cond delay="499"/>
                                          </p:stCondLst>
                                        </p:cTn>
                                        <p:tgtEl>
                                          <p:spTgt spid="70"/>
                                        </p:tgtEl>
                                        <p:attrNameLst>
                                          <p:attrName>style.visibility</p:attrName>
                                        </p:attrNameLst>
                                      </p:cBhvr>
                                      <p:to>
                                        <p:strVal val="hidden"/>
                                      </p:to>
                                    </p:set>
                                  </p:childTnLst>
                                  <p:subTnLst>
                                    <p:audio>
                                      <p:cMediaNode>
                                        <p:cTn display="0" masterRel="sameClick">
                                          <p:stCondLst>
                                            <p:cond evt="begin" delay="0">
                                              <p:tn val="94"/>
                                            </p:cond>
                                          </p:stCondLst>
                                          <p:endCondLst>
                                            <p:cond evt="onStopAudio" delay="0">
                                              <p:tgtEl>
                                                <p:sldTgt/>
                                              </p:tgtEl>
                                            </p:cond>
                                          </p:endCondLst>
                                        </p:cTn>
                                        <p:tgtEl>
                                          <p:sndTgt r:embed="rId2" name="翻书声.wav"/>
                                        </p:tgtEl>
                                      </p:cMediaNode>
                                    </p:audio>
                                  </p:subTnLst>
                                </p:cTn>
                              </p:par>
                            </p:childTnLst>
                          </p:cTn>
                        </p:par>
                        <p:par>
                          <p:cTn id="100" fill="hold">
                            <p:stCondLst>
                              <p:cond delay="500"/>
                            </p:stCondLst>
                            <p:childTnLst>
                              <p:par>
                                <p:cTn id="101" presetID="17" presetClass="entr" presetSubtype="2" fill="hold" nodeType="afterEffect">
                                  <p:stCondLst>
                                    <p:cond delay="0"/>
                                  </p:stCondLst>
                                  <p:childTnLst>
                                    <p:set>
                                      <p:cBhvr additive="base">
                                        <p:cTn id="102" dur="500"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ppt_x</p:attrName>
                                        </p:attrNameLst>
                                      </p:cBhvr>
                                      <p:tavLst>
                                        <p:tav tm="0">
                                          <p:val>
                                            <p:strVal val="#ppt_x+#ppt_w/2"/>
                                          </p:val>
                                        </p:tav>
                                        <p:tav tm="100000">
                                          <p:val>
                                            <p:strVal val="#ppt_x"/>
                                          </p:val>
                                        </p:tav>
                                      </p:tavLst>
                                    </p:anim>
                                    <p:anim calcmode="lin" valueType="num">
                                      <p:cBhvr additive="base">
                                        <p:cTn id="104" dur="500" fill="hold"/>
                                        <p:tgtEl>
                                          <p:spTgt spid="27"/>
                                        </p:tgtEl>
                                        <p:attrNameLst>
                                          <p:attrName>ppt_y</p:attrName>
                                        </p:attrNameLst>
                                      </p:cBhvr>
                                      <p:tavLst>
                                        <p:tav tm="0">
                                          <p:val>
                                            <p:strVal val="#ppt_y"/>
                                          </p:val>
                                        </p:tav>
                                        <p:tav tm="100000">
                                          <p:val>
                                            <p:strVal val="#ppt_y"/>
                                          </p:val>
                                        </p:tav>
                                      </p:tavLst>
                                    </p:anim>
                                    <p:anim calcmode="lin" valueType="num">
                                      <p:cBhvr additive="base">
                                        <p:cTn id="105" dur="500" fill="hold"/>
                                        <p:tgtEl>
                                          <p:spTgt spid="27"/>
                                        </p:tgtEl>
                                        <p:attrNameLst>
                                          <p:attrName>ppt_w</p:attrName>
                                        </p:attrNameLst>
                                      </p:cBhvr>
                                      <p:tavLst>
                                        <p:tav tm="0">
                                          <p:val>
                                            <p:fltVal val="0"/>
                                          </p:val>
                                        </p:tav>
                                        <p:tav tm="100000">
                                          <p:val>
                                            <p:strVal val="#ppt_w"/>
                                          </p:val>
                                        </p:tav>
                                      </p:tavLst>
                                    </p:anim>
                                    <p:anim calcmode="lin" valueType="num">
                                      <p:cBhvr additive="base">
                                        <p:cTn id="106" dur="5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1"/>
                                            </p:cond>
                                          </p:stCondLst>
                                          <p:endCondLst>
                                            <p:cond evt="onStopAudio" delay="0">
                                              <p:tgtEl>
                                                <p:sldTgt/>
                                              </p:tgtEl>
                                            </p:cond>
                                          </p:endCondLst>
                                        </p:cTn>
                                        <p:tgtEl>
                                          <p:sndTgt r:embed="rId2" name="翻书声.wav"/>
                                        </p:tgtEl>
                                      </p:cMediaNode>
                                    </p:audio>
                                  </p:subTnLst>
                                </p:cTn>
                              </p:par>
                            </p:childTnLst>
                          </p:cTn>
                        </p:par>
                      </p:childTnLst>
                    </p:cTn>
                  </p:par>
                  <p:par>
                    <p:cTn id="107" fill="hold">
                      <p:stCondLst>
                        <p:cond delay="indefinite"/>
                      </p:stCondLst>
                      <p:childTnLst>
                        <p:par>
                          <p:cTn id="108" fill="hold">
                            <p:stCondLst>
                              <p:cond delay="0"/>
                            </p:stCondLst>
                            <p:childTnLst>
                              <p:par>
                                <p:cTn id="109" presetID="17" presetClass="exit" presetSubtype="8" fill="hold" nodeType="clickEffect">
                                  <p:stCondLst>
                                    <p:cond delay="0"/>
                                  </p:stCondLst>
                                  <p:childTnLst>
                                    <p:anim calcmode="lin" valueType="num">
                                      <p:cBhvr additive="base">
                                        <p:cTn id="110" dur="500"/>
                                        <p:tgtEl>
                                          <p:spTgt spid="22"/>
                                        </p:tgtEl>
                                        <p:attrNameLst>
                                          <p:attrName>ppt_x</p:attrName>
                                        </p:attrNameLst>
                                      </p:cBhvr>
                                      <p:tavLst>
                                        <p:tav tm="0">
                                          <p:val>
                                            <p:strVal val="ppt_x"/>
                                          </p:val>
                                        </p:tav>
                                        <p:tav tm="100000">
                                          <p:val>
                                            <p:strVal val="ppt_x-ppt_w/2"/>
                                          </p:val>
                                        </p:tav>
                                      </p:tavLst>
                                    </p:anim>
                                    <p:anim calcmode="lin" valueType="num">
                                      <p:cBhvr additive="base">
                                        <p:cTn id="111" dur="500"/>
                                        <p:tgtEl>
                                          <p:spTgt spid="22"/>
                                        </p:tgtEl>
                                        <p:attrNameLst>
                                          <p:attrName>ppt_y</p:attrName>
                                        </p:attrNameLst>
                                      </p:cBhvr>
                                      <p:tavLst>
                                        <p:tav tm="0">
                                          <p:val>
                                            <p:strVal val="ppt_y"/>
                                          </p:val>
                                        </p:tav>
                                        <p:tav tm="100000">
                                          <p:val>
                                            <p:strVal val="ppt_y"/>
                                          </p:val>
                                        </p:tav>
                                      </p:tavLst>
                                    </p:anim>
                                    <p:anim calcmode="lin" valueType="num">
                                      <p:cBhvr additive="base">
                                        <p:cTn id="112" dur="500"/>
                                        <p:tgtEl>
                                          <p:spTgt spid="22"/>
                                        </p:tgtEl>
                                        <p:attrNameLst>
                                          <p:attrName>ppt_w</p:attrName>
                                        </p:attrNameLst>
                                      </p:cBhvr>
                                      <p:tavLst>
                                        <p:tav tm="0">
                                          <p:val>
                                            <p:strVal val="ppt_w"/>
                                          </p:val>
                                        </p:tav>
                                        <p:tav tm="100000">
                                          <p:val>
                                            <p:fltVal val="0"/>
                                          </p:val>
                                        </p:tav>
                                      </p:tavLst>
                                    </p:anim>
                                    <p:anim calcmode="lin" valueType="num">
                                      <p:cBhvr additive="base">
                                        <p:cTn id="113" dur="500"/>
                                        <p:tgtEl>
                                          <p:spTgt spid="22"/>
                                        </p:tgtEl>
                                        <p:attrNameLst>
                                          <p:attrName>ppt_h</p:attrName>
                                        </p:attrNameLst>
                                      </p:cBhvr>
                                      <p:tavLst>
                                        <p:tav tm="0">
                                          <p:val>
                                            <p:strVal val="ppt_h"/>
                                          </p:val>
                                        </p:tav>
                                        <p:tav tm="100000">
                                          <p:val>
                                            <p:strVal val="ppt_h"/>
                                          </p:val>
                                        </p:tav>
                                      </p:tavLst>
                                    </p:anim>
                                    <p:set>
                                      <p:cBhvr additive="base">
                                        <p:cTn id="114" dur="1" fill="hold">
                                          <p:stCondLst>
                                            <p:cond delay="499"/>
                                          </p:stCondLst>
                                        </p:cTn>
                                        <p:tgtEl>
                                          <p:spTgt spid="22"/>
                                        </p:tgtEl>
                                        <p:attrNameLst>
                                          <p:attrName>style.visibility</p:attrName>
                                        </p:attrNameLst>
                                      </p:cBhvr>
                                      <p:to>
                                        <p:strVal val="hidden"/>
                                      </p:to>
                                    </p:set>
                                  </p:childTnLst>
                                </p:cTn>
                              </p:par>
                            </p:childTnLst>
                          </p:cTn>
                        </p:par>
                        <p:par>
                          <p:cTn id="115" fill="hold">
                            <p:stCondLst>
                              <p:cond delay="500"/>
                            </p:stCondLst>
                            <p:childTnLst>
                              <p:par>
                                <p:cTn id="116" presetID="17" presetClass="entr" presetSubtype="2" fill="hold" nodeType="afterEffect">
                                  <p:stCondLst>
                                    <p:cond delay="0"/>
                                  </p:stCondLst>
                                  <p:childTnLst>
                                    <p:set>
                                      <p:cBhvr additive="base">
                                        <p:cTn id="117" dur="500" fill="hold">
                                          <p:stCondLst>
                                            <p:cond delay="0"/>
                                          </p:stCondLst>
                                        </p:cTn>
                                        <p:tgtEl>
                                          <p:spTgt spid="76"/>
                                        </p:tgtEl>
                                        <p:attrNameLst>
                                          <p:attrName>style.visibility</p:attrName>
                                        </p:attrNameLst>
                                      </p:cBhvr>
                                      <p:to>
                                        <p:strVal val="visible"/>
                                      </p:to>
                                    </p:set>
                                    <p:anim calcmode="lin" valueType="num">
                                      <p:cBhvr additive="base">
                                        <p:cTn id="118" dur="500" fill="hold"/>
                                        <p:tgtEl>
                                          <p:spTgt spid="76"/>
                                        </p:tgtEl>
                                        <p:attrNameLst>
                                          <p:attrName>ppt_x</p:attrName>
                                        </p:attrNameLst>
                                      </p:cBhvr>
                                      <p:tavLst>
                                        <p:tav tm="0">
                                          <p:val>
                                            <p:strVal val="#ppt_x+#ppt_w/2"/>
                                          </p:val>
                                        </p:tav>
                                        <p:tav tm="100000">
                                          <p:val>
                                            <p:strVal val="#ppt_x"/>
                                          </p:val>
                                        </p:tav>
                                      </p:tavLst>
                                    </p:anim>
                                    <p:anim calcmode="lin" valueType="num">
                                      <p:cBhvr additive="base">
                                        <p:cTn id="119" dur="500" fill="hold"/>
                                        <p:tgtEl>
                                          <p:spTgt spid="76"/>
                                        </p:tgtEl>
                                        <p:attrNameLst>
                                          <p:attrName>ppt_y</p:attrName>
                                        </p:attrNameLst>
                                      </p:cBhvr>
                                      <p:tavLst>
                                        <p:tav tm="0">
                                          <p:val>
                                            <p:strVal val="#ppt_y"/>
                                          </p:val>
                                        </p:tav>
                                        <p:tav tm="100000">
                                          <p:val>
                                            <p:strVal val="#ppt_y"/>
                                          </p:val>
                                        </p:tav>
                                      </p:tavLst>
                                    </p:anim>
                                    <p:anim calcmode="lin" valueType="num">
                                      <p:cBhvr additive="base">
                                        <p:cTn id="120" dur="500" fill="hold"/>
                                        <p:tgtEl>
                                          <p:spTgt spid="76"/>
                                        </p:tgtEl>
                                        <p:attrNameLst>
                                          <p:attrName>ppt_w</p:attrName>
                                        </p:attrNameLst>
                                      </p:cBhvr>
                                      <p:tavLst>
                                        <p:tav tm="0">
                                          <p:val>
                                            <p:fltVal val="0"/>
                                          </p:val>
                                        </p:tav>
                                        <p:tav tm="100000">
                                          <p:val>
                                            <p:strVal val="#ppt_w"/>
                                          </p:val>
                                        </p:tav>
                                      </p:tavLst>
                                    </p:anim>
                                    <p:anim calcmode="lin" valueType="num">
                                      <p:cBhvr additive="base">
                                        <p:cTn id="121" dur="500" fill="hold"/>
                                        <p:tgtEl>
                                          <p:spTgt spid="76"/>
                                        </p:tgtEl>
                                        <p:attrNameLst>
                                          <p:attrName>ppt_h</p:attrName>
                                        </p:attrNameLst>
                                      </p:cBhvr>
                                      <p:tavLst>
                                        <p:tav tm="0">
                                          <p:val>
                                            <p:strVal val="#ppt_h"/>
                                          </p:val>
                                        </p:tav>
                                        <p:tav tm="100000">
                                          <p:val>
                                            <p:strVal val="#ppt_h"/>
                                          </p:val>
                                        </p:tav>
                                      </p:tavLst>
                                    </p:anim>
                                  </p:childTnLst>
                                </p:cTn>
                              </p:par>
                            </p:childTnLst>
                          </p:cTn>
                        </p:par>
                        <p:par>
                          <p:cTn id="122" fill="hold">
                            <p:stCondLst>
                              <p:cond delay="1000"/>
                            </p:stCondLst>
                            <p:childTnLst>
                              <p:par>
                                <p:cTn id="123" presetID="17" presetClass="exit" presetSubtype="8" fill="hold" nodeType="afterEffect">
                                  <p:stCondLst>
                                    <p:cond delay="0"/>
                                  </p:stCondLst>
                                  <p:childTnLst>
                                    <p:anim calcmode="lin" valueType="num">
                                      <p:cBhvr additive="base">
                                        <p:cTn id="124" dur="500"/>
                                        <p:tgtEl>
                                          <p:spTgt spid="15"/>
                                        </p:tgtEl>
                                        <p:attrNameLst>
                                          <p:attrName>ppt_x</p:attrName>
                                        </p:attrNameLst>
                                      </p:cBhvr>
                                      <p:tavLst>
                                        <p:tav tm="0">
                                          <p:val>
                                            <p:strVal val="ppt_x"/>
                                          </p:val>
                                        </p:tav>
                                        <p:tav tm="100000">
                                          <p:val>
                                            <p:strVal val="ppt_x-ppt_w/2"/>
                                          </p:val>
                                        </p:tav>
                                      </p:tavLst>
                                    </p:anim>
                                    <p:anim calcmode="lin" valueType="num">
                                      <p:cBhvr additive="base">
                                        <p:cTn id="125" dur="500"/>
                                        <p:tgtEl>
                                          <p:spTgt spid="15"/>
                                        </p:tgtEl>
                                        <p:attrNameLst>
                                          <p:attrName>ppt_y</p:attrName>
                                        </p:attrNameLst>
                                      </p:cBhvr>
                                      <p:tavLst>
                                        <p:tav tm="0">
                                          <p:val>
                                            <p:strVal val="ppt_y"/>
                                          </p:val>
                                        </p:tav>
                                        <p:tav tm="100000">
                                          <p:val>
                                            <p:strVal val="ppt_y"/>
                                          </p:val>
                                        </p:tav>
                                      </p:tavLst>
                                    </p:anim>
                                    <p:anim calcmode="lin" valueType="num">
                                      <p:cBhvr additive="base">
                                        <p:cTn id="126" dur="500"/>
                                        <p:tgtEl>
                                          <p:spTgt spid="15"/>
                                        </p:tgtEl>
                                        <p:attrNameLst>
                                          <p:attrName>ppt_w</p:attrName>
                                        </p:attrNameLst>
                                      </p:cBhvr>
                                      <p:tavLst>
                                        <p:tav tm="0">
                                          <p:val>
                                            <p:strVal val="ppt_w"/>
                                          </p:val>
                                        </p:tav>
                                        <p:tav tm="100000">
                                          <p:val>
                                            <p:fltVal val="0"/>
                                          </p:val>
                                        </p:tav>
                                      </p:tavLst>
                                    </p:anim>
                                    <p:anim calcmode="lin" valueType="num">
                                      <p:cBhvr additive="base">
                                        <p:cTn id="127" dur="500"/>
                                        <p:tgtEl>
                                          <p:spTgt spid="15"/>
                                        </p:tgtEl>
                                        <p:attrNameLst>
                                          <p:attrName>ppt_h</p:attrName>
                                        </p:attrNameLst>
                                      </p:cBhvr>
                                      <p:tavLst>
                                        <p:tav tm="0">
                                          <p:val>
                                            <p:strVal val="ppt_h"/>
                                          </p:val>
                                        </p:tav>
                                        <p:tav tm="100000">
                                          <p:val>
                                            <p:strVal val="ppt_h"/>
                                          </p:val>
                                        </p:tav>
                                      </p:tavLst>
                                    </p:anim>
                                    <p:set>
                                      <p:cBhvr additive="base">
                                        <p:cTn id="128"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练一练</a:t>
            </a:r>
          </a:p>
        </p:txBody>
      </p:sp>
      <p:sp>
        <p:nvSpPr>
          <p:cNvPr id="5" name="文本框 7"/>
          <p:cNvSpPr txBox="1"/>
          <p:nvPr/>
        </p:nvSpPr>
        <p:spPr>
          <a:xfrm>
            <a:off x="238243" y="702214"/>
            <a:ext cx="1040130"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rPr>
              <a:t>Practise</a:t>
            </a:r>
          </a:p>
        </p:txBody>
      </p:sp>
      <p:grpSp>
        <p:nvGrpSpPr>
          <p:cNvPr id="9" name="组合 8"/>
          <p:cNvGrpSpPr/>
          <p:nvPr/>
        </p:nvGrpSpPr>
        <p:grpSpPr>
          <a:xfrm>
            <a:off x="2099945" y="372745"/>
            <a:ext cx="8713198" cy="708025"/>
            <a:chOff x="4428" y="448"/>
            <a:chExt cx="3124" cy="1115"/>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4" name="文本框 43"/>
            <p:cNvSpPr txBox="1"/>
            <p:nvPr/>
          </p:nvSpPr>
          <p:spPr>
            <a:xfrm>
              <a:off x="4429" y="448"/>
              <a:ext cx="3123" cy="111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FFFFFF"/>
                  </a:solidFill>
                  <a:effectLst/>
                  <a:uLnTx/>
                  <a:uFillTx/>
                  <a:latin typeface="华文楷体" panose="02010600040101010101" charset="-122"/>
                  <a:ea typeface="华文楷体" panose="02010600040101010101" charset="-122"/>
                  <a:cs typeface="+mn-cs"/>
                  <a:sym typeface="宋体" panose="02010600030101010101" pitchFamily="2" charset="-122"/>
                </a:rPr>
                <a:t>漏   随时  辞职  待遇  稳定  发愁</a:t>
              </a:r>
            </a:p>
          </p:txBody>
        </p:sp>
      </p:grpSp>
      <p:grpSp>
        <p:nvGrpSpPr>
          <p:cNvPr id="4" name="组合 3"/>
          <p:cNvGrpSpPr/>
          <p:nvPr/>
        </p:nvGrpSpPr>
        <p:grpSpPr>
          <a:xfrm>
            <a:off x="-349885" y="1278255"/>
            <a:ext cx="12430760" cy="1628140"/>
            <a:chOff x="-443" y="1654"/>
            <a:chExt cx="19576" cy="2564"/>
          </a:xfrm>
        </p:grpSpPr>
        <p:sp>
          <p:nvSpPr>
            <p:cNvPr id="2" name="矩形 1"/>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ctr">
                <a:defRPr/>
              </a:pP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由于在个人</a:t>
              </a:r>
              <a:r>
                <a:rPr lang="en-US" altLang="zh-CN"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上没谈好，他最后拒绝了这家公司的邀请。</a:t>
              </a: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7" name="组合 6"/>
          <p:cNvGrpSpPr/>
          <p:nvPr/>
        </p:nvGrpSpPr>
        <p:grpSpPr>
          <a:xfrm>
            <a:off x="-349885" y="2957195"/>
            <a:ext cx="12430760" cy="1628140"/>
            <a:chOff x="-443" y="1654"/>
            <a:chExt cx="19576" cy="2564"/>
          </a:xfrm>
        </p:grpSpPr>
        <p:sp>
          <p:nvSpPr>
            <p:cNvPr id="8" name="矩形 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ctr" defTabSz="1300480" fontAlgn="base" hangingPunct="0">
                <a:spcBef>
                  <a:spcPct val="0"/>
                </a:spcBef>
                <a:spcAft>
                  <a:spcPct val="0"/>
                </a:spcAft>
                <a:defRPr/>
              </a:pP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现在，让许多工厂老板</a:t>
              </a:r>
              <a:r>
                <a:rPr lang="en-US" altLang="zh-CN"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的是有经验的技术工人很难找。</a:t>
              </a: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17" name="组合 16"/>
          <p:cNvGrpSpPr/>
          <p:nvPr/>
        </p:nvGrpSpPr>
        <p:grpSpPr>
          <a:xfrm>
            <a:off x="-406400" y="4636135"/>
            <a:ext cx="12430760" cy="1628140"/>
            <a:chOff x="-443" y="1654"/>
            <a:chExt cx="19576" cy="2564"/>
          </a:xfrm>
        </p:grpSpPr>
        <p:sp>
          <p:nvSpPr>
            <p:cNvPr id="18" name="矩形 17"/>
            <p:cNvSpPr/>
            <p:nvPr/>
          </p:nvSpPr>
          <p:spPr>
            <a:xfrm>
              <a:off x="1460" y="2610"/>
              <a:ext cx="17673"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ctr">
                <a:defRPr/>
              </a:pPr>
              <a:r>
                <a:rPr lang="zh-CN" altLang="en-US" sz="36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丽丽到家才发现刚买的酸奶中有一袋是</a:t>
              </a:r>
              <a:r>
                <a:rPr lang="en-US" altLang="zh-CN" sz="36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a:t>
              </a:r>
              <a:r>
                <a:rPr lang="zh-CN" altLang="en-US" sz="36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的</a:t>
              </a:r>
              <a:r>
                <a:rPr kumimoji="0" lang="zh-CN" altLang="en-US" sz="36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sym typeface="华文细黑" panose="02010600040101010101" pitchFamily="2" charset="-122"/>
                </a:rPr>
                <a:t>。</a:t>
              </a:r>
              <a:endParaRPr kumimoji="0" lang="zh-CN" altLang="en-US" sz="36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sym typeface="+mn-ea"/>
              </a:endParaRPr>
            </a:p>
          </p:txBody>
        </p:sp>
        <p:pic>
          <p:nvPicPr>
            <p:cNvPr id="23" name="图片 22"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24" name="文本框 23"/>
          <p:cNvSpPr txBox="1"/>
          <p:nvPr/>
        </p:nvSpPr>
        <p:spPr>
          <a:xfrm>
            <a:off x="4684395" y="3721196"/>
            <a:ext cx="1995170" cy="646331"/>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600" b="1" noProof="0"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发愁</a:t>
            </a:r>
            <a:endParaRPr kumimoji="0" lang="zh-CN" altLang="en-US" sz="3600" b="1" i="0" u="none" strike="noStrike" kern="1200" cap="none" spc="0" normalizeH="0" baseline="0"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
        <p:nvSpPr>
          <p:cNvPr id="25" name="文本框 24"/>
          <p:cNvSpPr txBox="1"/>
          <p:nvPr/>
        </p:nvSpPr>
        <p:spPr>
          <a:xfrm>
            <a:off x="8798449" y="5430569"/>
            <a:ext cx="1995170" cy="646331"/>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漏</a:t>
            </a:r>
          </a:p>
        </p:txBody>
      </p:sp>
      <p:sp>
        <p:nvSpPr>
          <p:cNvPr id="34" name="文本框 33"/>
          <p:cNvSpPr txBox="1"/>
          <p:nvPr/>
        </p:nvSpPr>
        <p:spPr>
          <a:xfrm>
            <a:off x="2657113" y="2072689"/>
            <a:ext cx="1995170" cy="646331"/>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6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待遇</a:t>
            </a:r>
            <a:endParaRPr kumimoji="0" lang="zh-CN" altLang="en-US" sz="3600" b="1" i="0" u="none" strike="noStrike" kern="1200" cap="none" spc="0" normalizeH="0" baseline="0"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subTnLst>
                                    <p:audio>
                                      <p:cMediaNode>
                                        <p:cTn display="0" masterRel="sameClick">
                                          <p:stCondLst>
                                            <p:cond evt="begin" delay="0">
                                              <p:tn val="15"/>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3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7"/>
          <p:cNvSpPr txBox="1"/>
          <p:nvPr/>
        </p:nvSpPr>
        <p:spPr>
          <a:xfrm>
            <a:off x="166805" y="214290"/>
            <a:ext cx="1251585"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cs typeface="+mn-cs"/>
              </a:rPr>
              <a:t>练一练</a:t>
            </a:r>
          </a:p>
        </p:txBody>
      </p:sp>
      <p:sp>
        <p:nvSpPr>
          <p:cNvPr id="5" name="文本框 7"/>
          <p:cNvSpPr txBox="1"/>
          <p:nvPr/>
        </p:nvSpPr>
        <p:spPr>
          <a:xfrm>
            <a:off x="238243" y="702214"/>
            <a:ext cx="1040130" cy="3683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cs typeface="+mn-cs"/>
              </a:rPr>
              <a:t>Practise</a:t>
            </a:r>
          </a:p>
        </p:txBody>
      </p:sp>
      <p:grpSp>
        <p:nvGrpSpPr>
          <p:cNvPr id="9" name="组合 8"/>
          <p:cNvGrpSpPr/>
          <p:nvPr/>
        </p:nvGrpSpPr>
        <p:grpSpPr>
          <a:xfrm>
            <a:off x="2099945" y="372745"/>
            <a:ext cx="8713198" cy="708025"/>
            <a:chOff x="4428" y="448"/>
            <a:chExt cx="3124" cy="1115"/>
          </a:xfrm>
        </p:grpSpPr>
        <p:sp>
          <p:nvSpPr>
            <p:cNvPr id="43" name="圆角矩形 42"/>
            <p:cNvSpPr/>
            <p:nvPr/>
          </p:nvSpPr>
          <p:spPr>
            <a:xfrm>
              <a:off x="4428" y="462"/>
              <a:ext cx="3117" cy="1067"/>
            </a:xfrm>
            <a:prstGeom prst="roundRect">
              <a:avLst/>
            </a:prstGeom>
            <a:solidFill>
              <a:srgbClr val="9F313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704020202020204"/>
                <a:ea typeface="微软雅黑" panose="020B0503020204020204" charset="-122"/>
                <a:cs typeface="+mn-cs"/>
              </a:endParaRPr>
            </a:p>
          </p:txBody>
        </p:sp>
        <p:sp>
          <p:nvSpPr>
            <p:cNvPr id="44" name="文本框 43"/>
            <p:cNvSpPr txBox="1"/>
            <p:nvPr/>
          </p:nvSpPr>
          <p:spPr>
            <a:xfrm>
              <a:off x="4429" y="448"/>
              <a:ext cx="3123" cy="111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FFFFFF"/>
                  </a:solidFill>
                  <a:effectLst/>
                  <a:uLnTx/>
                  <a:uFillTx/>
                  <a:latin typeface="华文楷体" panose="02010600040101010101" charset="-122"/>
                  <a:ea typeface="华文楷体" panose="02010600040101010101" charset="-122"/>
                  <a:cs typeface="+mn-cs"/>
                  <a:sym typeface="宋体" panose="02010600030101010101" pitchFamily="2" charset="-122"/>
                </a:rPr>
                <a:t>漏   随时  辞职  待遇  稳定  发愁</a:t>
              </a:r>
            </a:p>
          </p:txBody>
        </p:sp>
      </p:grpSp>
      <p:grpSp>
        <p:nvGrpSpPr>
          <p:cNvPr id="4" name="组合 3"/>
          <p:cNvGrpSpPr/>
          <p:nvPr/>
        </p:nvGrpSpPr>
        <p:grpSpPr>
          <a:xfrm>
            <a:off x="-349885" y="1278255"/>
            <a:ext cx="11812270" cy="1628140"/>
            <a:chOff x="-443" y="1654"/>
            <a:chExt cx="18602" cy="2564"/>
          </a:xfrm>
        </p:grpSpPr>
        <p:sp>
          <p:nvSpPr>
            <p:cNvPr id="2" name="矩形 1"/>
            <p:cNvSpPr/>
            <p:nvPr/>
          </p:nvSpPr>
          <p:spPr>
            <a:xfrm>
              <a:off x="1460" y="2610"/>
              <a:ext cx="16699"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defRPr/>
              </a:pP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好的，您决定了以后，</a:t>
              </a:r>
              <a:r>
                <a:rPr lang="en-US" altLang="zh-CN"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______</a:t>
              </a: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都可以给我们打电话。</a:t>
              </a:r>
            </a:p>
          </p:txBody>
        </p:sp>
        <p:pic>
          <p:nvPicPr>
            <p:cNvPr id="6" name="图片 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7" name="组合 6"/>
          <p:cNvGrpSpPr/>
          <p:nvPr/>
        </p:nvGrpSpPr>
        <p:grpSpPr>
          <a:xfrm>
            <a:off x="-349885" y="2957195"/>
            <a:ext cx="11812270" cy="1628140"/>
            <a:chOff x="-443" y="1654"/>
            <a:chExt cx="18602" cy="2564"/>
          </a:xfrm>
        </p:grpSpPr>
        <p:sp>
          <p:nvSpPr>
            <p:cNvPr id="8" name="矩形 7"/>
            <p:cNvSpPr/>
            <p:nvPr/>
          </p:nvSpPr>
          <p:spPr>
            <a:xfrm>
              <a:off x="1460" y="2610"/>
              <a:ext cx="16699" cy="1608"/>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defTabSz="1300480" fontAlgn="base" hangingPunct="0">
                <a:spcBef>
                  <a:spcPct val="0"/>
                </a:spcBef>
                <a:spcAft>
                  <a:spcPct val="0"/>
                </a:spcAft>
                <a:defRPr/>
              </a:pP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公司已经接受了他的</a:t>
              </a:r>
              <a:r>
                <a:rPr lang="en-US" altLang="zh-CN"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_______</a:t>
              </a: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请求。</a:t>
              </a:r>
            </a:p>
          </p:txBody>
        </p:sp>
        <p:pic>
          <p:nvPicPr>
            <p:cNvPr id="16" name="图片 15"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grpSp>
        <p:nvGrpSpPr>
          <p:cNvPr id="17" name="组合 16"/>
          <p:cNvGrpSpPr/>
          <p:nvPr/>
        </p:nvGrpSpPr>
        <p:grpSpPr>
          <a:xfrm>
            <a:off x="-406400" y="4636135"/>
            <a:ext cx="11868785" cy="1813560"/>
            <a:chOff x="-443" y="1654"/>
            <a:chExt cx="18691" cy="2856"/>
          </a:xfrm>
        </p:grpSpPr>
        <p:sp>
          <p:nvSpPr>
            <p:cNvPr id="18" name="矩形 17"/>
            <p:cNvSpPr/>
            <p:nvPr/>
          </p:nvSpPr>
          <p:spPr>
            <a:xfrm>
              <a:off x="1460" y="2299"/>
              <a:ext cx="16788" cy="2211"/>
            </a:xfrm>
            <a:prstGeom prst="rect">
              <a:avLst/>
            </a:prstGeom>
            <a:solidFill>
              <a:schemeClr val="bg1"/>
            </a:solidFill>
            <a:ln w="57150">
              <a:solidFill>
                <a:srgbClr val="9F31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defRPr/>
              </a:pP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张老师认为王力的成绩一直都很</a:t>
              </a:r>
              <a:r>
                <a:rPr lang="en-US" altLang="zh-CN"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_______</a:t>
              </a: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，这次考试应该</a:t>
              </a:r>
              <a:endParaRPr lang="en-US" altLang="zh-CN"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endParaRPr>
            </a:p>
            <a:p>
              <a:pPr lvl="0">
                <a:defRPr/>
              </a:pPr>
              <a:r>
                <a:rPr lang="zh-CN" altLang="en-US" sz="3200" b="1" dirty="0">
                  <a:solidFill>
                    <a:srgbClr val="000000"/>
                  </a:solidFill>
                  <a:latin typeface="华文楷体" panose="02010600040101010101" charset="-122"/>
                  <a:ea typeface="华文楷体" panose="02010600040101010101" charset="-122"/>
                  <a:cs typeface="华文楷体" panose="02010600040101010101" charset="-122"/>
                  <a:sym typeface="华文细黑" panose="02010600040101010101" pitchFamily="2" charset="-122"/>
                </a:rPr>
                <a:t>  不会有什么问题。</a:t>
              </a:r>
              <a:endParaRPr kumimoji="0" lang="zh-CN" altLang="en-US" sz="32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sym typeface="+mn-ea"/>
              </a:endParaRPr>
            </a:p>
          </p:txBody>
        </p:sp>
        <p:pic>
          <p:nvPicPr>
            <p:cNvPr id="23" name="图片 22" descr="C:\Users\Administrator\Desktop\小红书\对外汉语战略搞钱计划\教学素材\图片素材\我压缩.png我压缩"/>
            <p:cNvPicPr>
              <a:picLocks noChangeAspect="1"/>
            </p:cNvPicPr>
            <p:nvPr/>
          </p:nvPicPr>
          <p:blipFill>
            <a:blip r:embed="rId3"/>
            <a:srcRect/>
            <a:stretch>
              <a:fillRect/>
            </a:stretch>
          </p:blipFill>
          <p:spPr>
            <a:xfrm>
              <a:off x="-443" y="1654"/>
              <a:ext cx="2564" cy="2564"/>
            </a:xfrm>
            <a:prstGeom prst="rect">
              <a:avLst/>
            </a:prstGeom>
          </p:spPr>
        </p:pic>
      </p:grpSp>
      <p:sp>
        <p:nvSpPr>
          <p:cNvPr id="24" name="文本框 23"/>
          <p:cNvSpPr txBox="1"/>
          <p:nvPr/>
        </p:nvSpPr>
        <p:spPr>
          <a:xfrm>
            <a:off x="4375150" y="3721196"/>
            <a:ext cx="1995170" cy="646331"/>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辞职</a:t>
            </a:r>
          </a:p>
        </p:txBody>
      </p:sp>
      <p:sp>
        <p:nvSpPr>
          <p:cNvPr id="25" name="文本框 24"/>
          <p:cNvSpPr txBox="1"/>
          <p:nvPr/>
        </p:nvSpPr>
        <p:spPr>
          <a:xfrm>
            <a:off x="6446782" y="5127039"/>
            <a:ext cx="1995170" cy="646331"/>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稳定</a:t>
            </a:r>
          </a:p>
        </p:txBody>
      </p:sp>
      <p:sp>
        <p:nvSpPr>
          <p:cNvPr id="34" name="文本框 33"/>
          <p:cNvSpPr txBox="1"/>
          <p:nvPr/>
        </p:nvSpPr>
        <p:spPr>
          <a:xfrm>
            <a:off x="4684395" y="2051248"/>
            <a:ext cx="1995170" cy="646331"/>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600" b="1" dirty="0">
                <a:solidFill>
                  <a:srgbClr val="C00000"/>
                </a:solidFill>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rPr>
              <a:t>随时</a:t>
            </a:r>
            <a:endParaRPr kumimoji="0" lang="zh-CN" altLang="en-US" sz="3600" b="1" i="0" u="none" strike="noStrike" kern="1200" cap="none" spc="0" normalizeH="0" baseline="0" noProof="0" dirty="0">
              <a:ln>
                <a:noFill/>
              </a:ln>
              <a:solidFill>
                <a:srgbClr val="C00000"/>
              </a:solidFill>
              <a:effectLst/>
              <a:uLnTx/>
              <a:uFillTx/>
              <a:latin typeface="华文楷体" panose="02010600040101010101" charset="-122"/>
              <a:ea typeface="华文楷体" panose="02010600040101010101" charset="-122"/>
              <a:cs typeface="思源黑体 CN Regular" panose="020B0500000000000000" pitchFamily="34"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subTnLst>
                                    <p:audio>
                                      <p:cMediaNode>
                                        <p:cTn display="0" masterRel="sameClick">
                                          <p:stCondLst>
                                            <p:cond evt="begin" delay="0">
                                              <p:tn val="15"/>
                                            </p:cond>
                                          </p:stCondLst>
                                          <p:endCondLst>
                                            <p:cond evt="onStopAudio" delay="0">
                                              <p:tgtEl>
                                                <p:sldTgt/>
                                              </p:tgtEl>
                                            </p:cond>
                                          </p:endCondLst>
                                        </p:cTn>
                                        <p:tgtEl>
                                          <p:sndTgt r:embed="rId2" name="click.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3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4"/>
          <a:stretch>
            <a:fillRect/>
          </a:stretch>
        </p:blipFill>
        <p:spPr>
          <a:xfrm>
            <a:off x="0" y="0"/>
            <a:ext cx="12192000" cy="6855684"/>
          </a:xfrm>
          <a:prstGeom prst="rect">
            <a:avLst/>
          </a:prstGeom>
        </p:spPr>
      </p:pic>
      <p:sp>
        <p:nvSpPr>
          <p:cNvPr id="9" name="黑色遮罩"/>
          <p:cNvSpPr/>
          <p:nvPr/>
        </p:nvSpPr>
        <p:spPr>
          <a:xfrm>
            <a:off x="0" y="-79466"/>
            <a:ext cx="12192000" cy="693515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7" name="卡通人像" descr="D:\大敏\C盘东西\小红书\对外汉语战略搞钱计划\教学素材\图片素材\我压缩.png我压缩"/>
          <p:cNvPicPr>
            <a:picLocks noChangeAspect="1"/>
          </p:cNvPicPr>
          <p:nvPr/>
        </p:nvPicPr>
        <p:blipFill>
          <a:blip r:embed="rId5"/>
          <a:srcRect/>
          <a:stretch>
            <a:fillRect/>
          </a:stretch>
        </p:blipFill>
        <p:spPr>
          <a:xfrm>
            <a:off x="5116830" y="601869"/>
            <a:ext cx="1958340" cy="1958451"/>
          </a:xfrm>
          <a:custGeom>
            <a:avLst/>
            <a:gdLst>
              <a:gd name="connsiteX0" fmla="*/ 2019868 w 4039736"/>
              <a:gd name="connsiteY0" fmla="*/ 0 h 4039736"/>
              <a:gd name="connsiteX1" fmla="*/ 4039736 w 4039736"/>
              <a:gd name="connsiteY1" fmla="*/ 2019868 h 4039736"/>
              <a:gd name="connsiteX2" fmla="*/ 2019868 w 4039736"/>
              <a:gd name="connsiteY2" fmla="*/ 4039736 h 4039736"/>
              <a:gd name="connsiteX3" fmla="*/ 0 w 4039736"/>
              <a:gd name="connsiteY3" fmla="*/ 2019868 h 4039736"/>
              <a:gd name="connsiteX4" fmla="*/ 2019868 w 4039736"/>
              <a:gd name="connsiteY4" fmla="*/ 0 h 4039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9736" h="4039736">
                <a:moveTo>
                  <a:pt x="2019868" y="0"/>
                </a:moveTo>
                <a:cubicBezTo>
                  <a:pt x="3135410" y="0"/>
                  <a:pt x="4039736" y="904326"/>
                  <a:pt x="4039736" y="2019868"/>
                </a:cubicBezTo>
                <a:cubicBezTo>
                  <a:pt x="4039736" y="3135410"/>
                  <a:pt x="3135410" y="4039736"/>
                  <a:pt x="2019868" y="4039736"/>
                </a:cubicBezTo>
                <a:cubicBezTo>
                  <a:pt x="904326" y="4039736"/>
                  <a:pt x="0" y="3135410"/>
                  <a:pt x="0" y="2019868"/>
                </a:cubicBezTo>
                <a:cubicBezTo>
                  <a:pt x="0" y="904326"/>
                  <a:pt x="904326" y="0"/>
                  <a:pt x="2019868" y="0"/>
                </a:cubicBezTo>
                <a:close/>
              </a:path>
            </a:pathLst>
          </a:custGeom>
          <a:ln cap="rnd">
            <a:solidFill>
              <a:srgbClr val="E2AEAB"/>
            </a:solidFill>
          </a:ln>
          <a:effectLst>
            <a:glow rad="152400">
              <a:srgbClr val="FEADBB">
                <a:alpha val="40000"/>
              </a:srgbClr>
            </a:glow>
          </a:effectLst>
        </p:spPr>
      </p:pic>
      <p:sp>
        <p:nvSpPr>
          <p:cNvPr id="14" name="文本框 13"/>
          <p:cNvSpPr txBox="1"/>
          <p:nvPr/>
        </p:nvSpPr>
        <p:spPr>
          <a:xfrm>
            <a:off x="558128" y="2991485"/>
            <a:ext cx="11400790" cy="2785378"/>
          </a:xfrm>
          <a:prstGeom prst="rect">
            <a:avLst/>
          </a:prstGeom>
          <a:noFill/>
        </p:spPr>
        <p:txBody>
          <a:bodyPr wrap="square" rtlCol="0" anchor="t">
            <a:spAutoFit/>
          </a:bodyPr>
          <a:lstStyle/>
          <a:p>
            <a:pPr marL="457200" indent="-457200">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翟峰一家原来的生活怎么样？</a:t>
            </a:r>
            <a:endParaRPr lang="en-US" altLang="zh-CN"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a:p>
            <a:pPr marL="457200" indent="-457200">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你觉得翟峰迷上了帆船的原因是什么？</a:t>
            </a:r>
            <a:endParaRPr lang="en-US" altLang="zh-CN"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a:p>
            <a:pPr marL="457200" indent="-457200">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为了驾驶帆船出海，翟峰做出了哪些决定和准备？</a:t>
            </a:r>
            <a:endParaRPr lang="en-US" altLang="zh-CN"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a:p>
            <a:pPr marL="457200" indent="-457200">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航海时，什么事让翟峰一家人感到轻松、幸福？他们害怕的又是什么？</a:t>
            </a:r>
            <a:endParaRPr lang="en-US" altLang="zh-CN"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a:p>
            <a:pPr marL="457200" indent="-457200">
              <a:lnSpc>
                <a:spcPts val="4160"/>
              </a:lnSpc>
              <a:buFont typeface="Arial" panose="020B0704020202020204" pitchFamily="34" charset="0"/>
              <a:buChar char="•"/>
            </a:pPr>
            <a:r>
              <a:rPr lang="zh-CN" altLang="en-US" sz="2800" dirty="0">
                <a:solidFill>
                  <a:schemeClr val="bg1"/>
                </a:solidFill>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翟峰一家人下一站打算去哪儿？</a:t>
            </a:r>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pic>
        <p:nvPicPr>
          <p:cNvPr id="3" name="03-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423035" y="2255520"/>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0" fill="hold"/>
                                        <p:tgtEl>
                                          <p:spTgt spid="17"/>
                                        </p:tgtEl>
                                        <p:attrNameLst>
                                          <p:attrName>r</p:attrName>
                                        </p:attrNameLst>
                                      </p:cBhvr>
                                    </p:animRot>
                                  </p:childTnLst>
                                </p:cTn>
                              </p:par>
                              <p:par>
                                <p:cTn id="7" presetID="1" presetClass="entr" presetSubtype="0" fill="hold" nodeType="withEffect">
                                  <p:stCondLst>
                                    <p:cond delay="0"/>
                                  </p:stCondLst>
                                  <p:childTnLst>
                                    <p:set>
                                      <p:cBhvr>
                                        <p:cTn id="8" dur="1" fill="hold">
                                          <p:stCondLst>
                                            <p:cond delay="0"/>
                                          </p:stCondLst>
                                        </p:cTn>
                                        <p:tgtEl>
                                          <p:spTgt spid="1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7" restart="whenNotActive" fill="hold" evtFilter="cancelBubble" nodeType="interactiveSeq">
                <p:stCondLst>
                  <p:cond evt="onClick" delay="0">
                    <p:tgtEl>
                      <p:spTgt spid="3"/>
                    </p:tgtEl>
                  </p:cond>
                </p:stCondLst>
                <p:endSync evt="end" delay="0">
                  <p:rtn val="all"/>
                </p:endSync>
                <p:childTnLst>
                  <p:par>
                    <p:cTn id="18" fill="hold">
                      <p:stCondLst>
                        <p:cond delay="0"/>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203493" fill="hold"/>
                                        <p:tgtEl>
                                          <p:spTgt spid="3"/>
                                        </p:tgtEl>
                                      </p:cBhvr>
                                    </p:cmd>
                                  </p:childTnLst>
                                </p:cTn>
                              </p:par>
                            </p:childTnLst>
                          </p:cTn>
                        </p:par>
                      </p:childTnLst>
                    </p:cTn>
                  </p:par>
                </p:childTnLst>
              </p:cTn>
              <p:nextCondLst>
                <p:cond evt="onClick" delay="0">
                  <p:tgtEl>
                    <p:spTgt spid="3"/>
                  </p:tgtEl>
                </p:cond>
              </p:nextCondLst>
            </p:seq>
            <p:audio>
              <p:cMediaNode vol="80000">
                <p:cTn id="22" fill="hold" display="0">
                  <p:stCondLst>
                    <p:cond delay="indefinite"/>
                  </p:stCondLst>
                  <p:endCondLst>
                    <p:cond evt="onStopAudio" delay="0">
                      <p:tgtEl>
                        <p:sldTgt/>
                      </p:tgtEl>
                    </p:cond>
                  </p:endCondLst>
                </p:cTn>
                <p:tgtEl>
                  <p:spTgt spid="3"/>
                </p:tgtEl>
              </p:cMediaNode>
            </p:audio>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黑色遮罩"/>
          <p:cNvSpPr/>
          <p:nvPr/>
        </p:nvSpPr>
        <p:spPr>
          <a:xfrm>
            <a:off x="0" y="9389"/>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165100" y="1208405"/>
            <a:ext cx="11882755" cy="4324261"/>
          </a:xfrm>
          <a:prstGeom prst="rect">
            <a:avLst/>
          </a:prstGeom>
          <a:noFill/>
        </p:spPr>
        <p:txBody>
          <a:bodyPr wrap="square" rtlCol="0" anchor="t">
            <a:spAutoFit/>
          </a:bodyPr>
          <a:lstStyle/>
          <a:p>
            <a:pPr>
              <a:lnSpc>
                <a:spcPct val="150000"/>
              </a:lnSpc>
            </a:pPr>
            <a:r>
              <a:rPr lang="zh-CN" altLang="en-US" sz="20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人生</a:t>
            </a:r>
            <a:r>
              <a:rPr lang="zh-CN" altLang="en-US" sz="20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有选择，一切可改变</a:t>
            </a:r>
            <a:endParaRPr lang="en-US" altLang="zh-CN" sz="20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a:p>
            <a:pPr>
              <a:lnSpc>
                <a:spcPct val="150000"/>
              </a:lnSpc>
            </a:pPr>
            <a:r>
              <a:rPr lang="zh-CN" altLang="en-US" sz="14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endParaRPr lang="en-US" altLang="zh-CN" sz="14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a:p>
            <a:pPr>
              <a:lnSpc>
                <a:spcPct val="150000"/>
              </a:lnSpc>
            </a:pP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翟峰和妻子都是铁路工人，工作</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稳定</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，待遇不错。他们有房有车，从不为生活发愁。可翟峰却不想一辈子过这样平静的生活。通过电视，翟峰</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迷</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上了帆船，他觉得帆船能带他</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撞</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开“世界之门”</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：只要有一艘船，就能航行在无边无际的海上，到任何自己想去的地方。</a:t>
            </a:r>
          </a:p>
          <a:p>
            <a:pPr algn="l" fontAlgn="auto">
              <a:lnSpc>
                <a:spcPct val="200000"/>
              </a:lnSpc>
            </a:pPr>
            <a:endPar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3"/>
            <a:stretch>
              <a:fillRect/>
            </a:stretch>
          </p:blipFill>
          <p:spPr>
            <a:xfrm>
              <a:off x="599" y="3210"/>
              <a:ext cx="1338" cy="1338"/>
            </a:xfrm>
            <a:prstGeom prst="rect">
              <a:avLst/>
            </a:prstGeom>
          </p:spPr>
        </p:pic>
      </p:grpSp>
      <p:sp>
        <p:nvSpPr>
          <p:cNvPr id="28" name="文本框 7"/>
          <p:cNvSpPr txBox="1"/>
          <p:nvPr/>
        </p:nvSpPr>
        <p:spPr>
          <a:xfrm>
            <a:off x="1246505" y="5279390"/>
            <a:ext cx="10118181" cy="1384995"/>
          </a:xfrm>
          <a:prstGeom prst="rect">
            <a:avLst/>
          </a:prstGeom>
          <a:noFill/>
          <a:effectLst>
            <a:outerShdw blurRad="127000" dir="5400000" sx="102000" sy="102000" algn="ctr" rotWithShape="0">
              <a:srgbClr val="4E98C7">
                <a:alpha val="68000"/>
              </a:srgbClr>
            </a:outerShdw>
          </a:effectLst>
        </p:spPr>
        <p:txBody>
          <a:bodyPr wrap="square">
            <a:spAutoFit/>
          </a:bodyPr>
          <a:lstStyle/>
          <a:p>
            <a:pPr>
              <a:lnSpc>
                <a:spcPct val="150000"/>
              </a:lnSpc>
            </a:pPr>
            <a:r>
              <a:rPr lang="en-US" altLang="zh-CN"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1.</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你觉得“撞开世界之门”是什么意思？</a:t>
            </a:r>
          </a:p>
          <a:p>
            <a:pPr>
              <a:lnSpc>
                <a:spcPct val="150000"/>
              </a:lnSpc>
            </a:pPr>
            <a:r>
              <a:rPr lang="en-US" altLang="es-ES_tradnl"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2.</a:t>
            </a:r>
            <a:r>
              <a:rPr lang="zh-CN" altLang="en-US"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请用重点词语复述故事</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：人生、稳定、迷、撞</a:t>
            </a:r>
          </a:p>
        </p:txBody>
      </p:sp>
      <p:sp>
        <p:nvSpPr>
          <p:cNvPr id="2" name="矩形 1"/>
          <p:cNvSpPr/>
          <p:nvPr/>
        </p:nvSpPr>
        <p:spPr>
          <a:xfrm>
            <a:off x="3568383" y="243205"/>
            <a:ext cx="5474335" cy="583565"/>
          </a:xfrm>
          <a:prstGeom prst="rect">
            <a:avLst/>
          </a:prstGeom>
          <a:noFill/>
          <a:ln>
            <a:noFill/>
          </a:ln>
        </p:spPr>
        <p:txBody>
          <a:bodyPr wrap="none" rtlCol="0" anchor="t">
            <a:spAutoFit/>
            <a:scene3d>
              <a:camera prst="orthographicFront"/>
              <a:lightRig rig="threePt" dir="t"/>
            </a:scene3d>
          </a:bodyPr>
          <a:lstStyle/>
          <a:p>
            <a:pPr algn="ctr"/>
            <a:r>
              <a:rPr lang="zh-CN" altLang="en-US" sz="3200" b="1" dirty="0">
                <a:ln w="22225">
                  <a:solidFill>
                    <a:schemeClr val="accent2"/>
                  </a:solidFill>
                  <a:prstDash val="solid"/>
                </a:ln>
                <a:solidFill>
                  <a:schemeClr val="accent2">
                    <a:lumMod val="40000"/>
                    <a:lumOff val="60000"/>
                    <a:lumMod val="40000"/>
                    <a:lumOff val="60000"/>
                  </a:schemeClr>
                </a:solidFill>
                <a:effectLs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翟峰一家原来的生活怎么样？</a:t>
            </a:r>
          </a:p>
        </p:txBody>
      </p:sp>
      <p:sp>
        <p:nvSpPr>
          <p:cNvPr id="3" name="文本框 2"/>
          <p:cNvSpPr txBox="1"/>
          <p:nvPr/>
        </p:nvSpPr>
        <p:spPr>
          <a:xfrm>
            <a:off x="3288665" y="967740"/>
            <a:ext cx="7710170" cy="583565"/>
          </a:xfrm>
          <a:prstGeom prst="rect">
            <a:avLst/>
          </a:prstGeom>
          <a:noFill/>
        </p:spPr>
        <p:txBody>
          <a:bodyPr wrap="square" rtlCol="0" anchor="t">
            <a:spAutoFit/>
            <a:scene3d>
              <a:camera prst="orthographicFront"/>
              <a:lightRig rig="threePt" dir="t"/>
            </a:scene3d>
          </a:bodyPr>
          <a:lstStyle/>
          <a:p>
            <a:r>
              <a:rPr lang="zh-CN" altLang="en-US" sz="3200" dirty="0">
                <a:ln w="22225">
                  <a:solidFill>
                    <a:schemeClr val="accent2"/>
                  </a:solidFill>
                  <a:prstDash val="solid"/>
                </a:ln>
                <a:solidFill>
                  <a:schemeClr val="accent2">
                    <a:lumMod val="40000"/>
                    <a:lumOff val="60000"/>
                    <a:lumMod val="40000"/>
                    <a:lumOff val="60000"/>
                  </a:schemeClr>
                </a:solidFill>
                <a:effectLs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你觉得翟峰迷上了帆船的原因是什么？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0179687 0 L 0.867969 0.000833333 " pathEditMode="relative" rAng="0" ptsTypes="">
                                      <p:cBhvr>
                                        <p:cTn id="19" dur="500" fill="hold"/>
                                        <p:tgtEl>
                                          <p:spTgt spid="23"/>
                                        </p:tgtEl>
                                        <p:attrNameLst>
                                          <p:attrName>ppt_x</p:attrName>
                                          <p:attrName>ppt_y</p:attrName>
                                        </p:attrNameLst>
                                      </p:cBhvr>
                                      <p:rCtr x="44000" y="-100"/>
                                    </p:animMotion>
                                  </p:childTnLst>
                                </p:cTn>
                              </p:par>
                              <p:par>
                                <p:cTn id="20" presetID="22" presetClass="entr" presetSubtype="8"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subTnLst>
                                    <p:audio>
                                      <p:cMediaNode>
                                        <p:cTn display="1" masterRel="sameClick">
                                          <p:stCondLst>
                                            <p:cond evt="begin" delay="0">
                                              <p:tn val="20"/>
                                            </p:cond>
                                          </p:stCondLst>
                                          <p:endCondLst>
                                            <p:cond evt="onStopAudio" delay="0">
                                              <p:tgtEl>
                                                <p:sldTgt/>
                                              </p:tgtEl>
                                            </p:cond>
                                          </p:endCondLst>
                                        </p:cTn>
                                        <p:tgtEl>
                                          <p:sndTgt r:embed="rId2" name="click.wav"/>
                                        </p:tgtEl>
                                      </p:cMediaNode>
                                    </p:audio>
                                  </p:subTnLst>
                                </p:cTn>
                              </p:par>
                              <p:par>
                                <p:cTn id="23" presetID="22" presetClass="entr" presetSubtype="8" fill="hold" nodeType="withEffect">
                                  <p:stCondLst>
                                    <p:cond delay="200"/>
                                  </p:stCondLst>
                                  <p:childTnLst>
                                    <p:set>
                                      <p:cBhvr>
                                        <p:cTn id="24" dur="1" fill="hold">
                                          <p:stCondLst>
                                            <p:cond delay="0"/>
                                          </p:stCondLst>
                                        </p:cTn>
                                        <p:tgtEl>
                                          <p:spTgt spid="28">
                                            <p:txEl>
                                              <p:pRg st="0" end="0"/>
                                            </p:txEl>
                                          </p:spTgt>
                                        </p:tgtEl>
                                        <p:attrNameLst>
                                          <p:attrName>style.visibility</p:attrName>
                                        </p:attrNameLst>
                                      </p:cBhvr>
                                      <p:to>
                                        <p:strVal val="visible"/>
                                      </p:to>
                                    </p:set>
                                    <p:animEffect transition="in" filter="wipe(left)">
                                      <p:cBhvr>
                                        <p:cTn id="25" dur="500"/>
                                        <p:tgtEl>
                                          <p:spTgt spid="28">
                                            <p:txEl>
                                              <p:pRg st="0" end="0"/>
                                            </p:txEl>
                                          </p:spTgt>
                                        </p:tgtEl>
                                      </p:cBhvr>
                                    </p:animEffect>
                                  </p:childTnLst>
                                </p:cTn>
                              </p:par>
                              <p:par>
                                <p:cTn id="26" presetID="22" presetClass="entr" presetSubtype="8" fill="hold" nodeType="withEffect">
                                  <p:stCondLst>
                                    <p:cond delay="200"/>
                                  </p:stCondLst>
                                  <p:childTnLst>
                                    <p:set>
                                      <p:cBhvr>
                                        <p:cTn id="27" dur="1" fill="hold">
                                          <p:stCondLst>
                                            <p:cond delay="0"/>
                                          </p:stCondLst>
                                        </p:cTn>
                                        <p:tgtEl>
                                          <p:spTgt spid="28">
                                            <p:txEl>
                                              <p:pRg st="1" end="1"/>
                                            </p:txEl>
                                          </p:spTgt>
                                        </p:tgtEl>
                                        <p:attrNameLst>
                                          <p:attrName>style.visibility</p:attrName>
                                        </p:attrNameLst>
                                      </p:cBhvr>
                                      <p:to>
                                        <p:strVal val="visible"/>
                                      </p:to>
                                    </p:set>
                                    <p:animEffect transition="in" filter="wipe(left)">
                                      <p:cBhvr>
                                        <p:cTn id="28"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黑色遮罩"/>
          <p:cNvSpPr/>
          <p:nvPr/>
        </p:nvSpPr>
        <p:spPr>
          <a:xfrm>
            <a:off x="12382"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165100" y="1208405"/>
            <a:ext cx="11897995" cy="2031325"/>
          </a:xfrm>
          <a:prstGeom prst="rect">
            <a:avLst/>
          </a:prstGeom>
          <a:noFill/>
        </p:spPr>
        <p:txBody>
          <a:bodyPr wrap="square" rtlCol="0" anchor="t">
            <a:spAutoFit/>
          </a:bodyPr>
          <a:lstStyle/>
          <a:p>
            <a:pPr>
              <a:lnSpc>
                <a:spcPct val="150000"/>
              </a:lnSpc>
            </a:pP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  由于翟峰和妻子没有积蓄，于是卖房卖车，买下了一艘二手船，翟峰叫它“彩虹号”。出发前，翟峰自学了航海知识。然而，包括翟峰的父母，所有人都觉得，翟峰“</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疯</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了”。</a:t>
            </a:r>
            <a:endPar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3"/>
            <a:stretch>
              <a:fillRect/>
            </a:stretch>
          </p:blipFill>
          <p:spPr>
            <a:xfrm>
              <a:off x="599" y="3210"/>
              <a:ext cx="1338" cy="1338"/>
            </a:xfrm>
            <a:prstGeom prst="rect">
              <a:avLst/>
            </a:prstGeom>
          </p:spPr>
        </p:pic>
      </p:grpSp>
      <p:sp>
        <p:nvSpPr>
          <p:cNvPr id="28" name="文本框 7"/>
          <p:cNvSpPr txBox="1"/>
          <p:nvPr/>
        </p:nvSpPr>
        <p:spPr>
          <a:xfrm>
            <a:off x="1425257" y="5653008"/>
            <a:ext cx="9341485" cy="738664"/>
          </a:xfrm>
          <a:prstGeom prst="rect">
            <a:avLst/>
          </a:prstGeom>
          <a:noFill/>
          <a:effectLst>
            <a:outerShdw blurRad="127000" dir="5400000" sx="102000" sy="102000" algn="ctr" rotWithShape="0">
              <a:srgbClr val="4E98C7">
                <a:alpha val="68000"/>
              </a:srgbClr>
            </a:outerShdw>
          </a:effectLst>
        </p:spPr>
        <p:txBody>
          <a:bodyPr wrap="square">
            <a:spAutoFit/>
          </a:bodyPr>
          <a:lstStyle/>
          <a:p>
            <a:pPr algn="l" fontAlgn="auto">
              <a:lnSpc>
                <a:spcPct val="150000"/>
              </a:lnSpc>
            </a:pPr>
            <a:r>
              <a:rPr lang="zh-CN" altLang="en-US" sz="2800" b="1" dirty="0">
                <a:effectLst/>
                <a:latin typeface="微软雅黑" panose="020B0503020204020204" charset="-122"/>
                <a:ea typeface="微软雅黑" panose="020B0503020204020204" charset="-122"/>
                <a:cs typeface="微软雅黑" panose="020B0503020204020204" charset="-122"/>
                <a:sym typeface="华文细黑" panose="02010600040101010101" pitchFamily="2" charset="-122"/>
              </a:rPr>
              <a:t>请用重点词语复述故事</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：疯</a:t>
            </a:r>
          </a:p>
        </p:txBody>
      </p:sp>
      <p:sp>
        <p:nvSpPr>
          <p:cNvPr id="3" name="文本框 2"/>
          <p:cNvSpPr txBox="1"/>
          <p:nvPr/>
        </p:nvSpPr>
        <p:spPr>
          <a:xfrm>
            <a:off x="2258060" y="326390"/>
            <a:ext cx="8893810" cy="624840"/>
          </a:xfrm>
          <a:prstGeom prst="rect">
            <a:avLst/>
          </a:prstGeom>
          <a:noFill/>
        </p:spPr>
        <p:txBody>
          <a:bodyPr wrap="square" rtlCol="0" anchor="t">
            <a:spAutoFit/>
            <a:scene3d>
              <a:camera prst="orthographicFront"/>
              <a:lightRig rig="threePt" dir="t"/>
            </a:scene3d>
          </a:bodyPr>
          <a:lstStyle/>
          <a:p>
            <a:pPr marL="457200" indent="-457200">
              <a:lnSpc>
                <a:spcPts val="4160"/>
              </a:lnSpc>
              <a:buFont typeface="Arial" panose="020B0704020202020204" pitchFamily="34" charset="0"/>
              <a:buChar char="•"/>
            </a:pPr>
            <a:r>
              <a:rPr lang="zh-CN" altLang="en-US" sz="2800" dirty="0">
                <a:ln w="22225">
                  <a:solidFill>
                    <a:schemeClr val="accent2"/>
                  </a:solidFill>
                  <a:prstDash val="solid"/>
                </a:ln>
                <a:solidFill>
                  <a:schemeClr val="accent2">
                    <a:lumMod val="40000"/>
                    <a:lumOff val="60000"/>
                    <a:lumMod val="40000"/>
                    <a:lumOff val="60000"/>
                  </a:schemeClr>
                </a:solidFill>
                <a:effectLs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为了驾驶帆船出海，翟峰做出了哪些决定和准备？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nodeType="clickEffect">
                                  <p:stCondLst>
                                    <p:cond delay="0"/>
                                  </p:stCondLst>
                                  <p:childTnLst>
                                    <p:animMotion origin="layout" path="M -0.0179687 0 L 0.867969 0.000833333 " pathEditMode="relative" rAng="0" ptsTypes="">
                                      <p:cBhvr>
                                        <p:cTn id="11" dur="500" fill="hold"/>
                                        <p:tgtEl>
                                          <p:spTgt spid="23"/>
                                        </p:tgtEl>
                                        <p:attrNameLst>
                                          <p:attrName>ppt_x</p:attrName>
                                          <p:attrName>ppt_y</p:attrName>
                                        </p:attrNameLst>
                                      </p:cBhvr>
                                      <p:rCtr x="44000" y="-100"/>
                                    </p:animMotion>
                                  </p:childTnLst>
                                </p:cTn>
                              </p:par>
                              <p:par>
                                <p:cTn id="12" presetID="22" presetClass="entr" presetSubtype="8"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subTnLst>
                                    <p:audio>
                                      <p:cMediaNode>
                                        <p:cTn display="1" masterRel="sameClick">
                                          <p:stCondLst>
                                            <p:cond evt="begin" delay="0">
                                              <p:tn val="12"/>
                                            </p:cond>
                                          </p:stCondLst>
                                          <p:endCondLst>
                                            <p:cond evt="onStopAudio" delay="0">
                                              <p:tgtEl>
                                                <p:sldTgt/>
                                              </p:tgtEl>
                                            </p:cond>
                                          </p:endCondLst>
                                        </p:cTn>
                                        <p:tgtEl>
                                          <p:sndTgt r:embed="rId2" name="click.wav"/>
                                        </p:tgtEl>
                                      </p:cMediaNode>
                                    </p:audio>
                                  </p:subTnLst>
                                </p:cTn>
                              </p:par>
                              <p:par>
                                <p:cTn id="15" presetID="22" presetClass="entr" presetSubtype="8" fill="hold" nodeType="withEffect">
                                  <p:stCondLst>
                                    <p:cond delay="200"/>
                                  </p:stCondLst>
                                  <p:childTnLst>
                                    <p:set>
                                      <p:cBhvr>
                                        <p:cTn id="16" dur="1" fill="hold">
                                          <p:stCondLst>
                                            <p:cond delay="0"/>
                                          </p:stCondLst>
                                        </p:cTn>
                                        <p:tgtEl>
                                          <p:spTgt spid="28">
                                            <p:txEl>
                                              <p:pRg st="0" end="0"/>
                                            </p:txEl>
                                          </p:spTgt>
                                        </p:tgtEl>
                                        <p:attrNameLst>
                                          <p:attrName>style.visibility</p:attrName>
                                        </p:attrNameLst>
                                      </p:cBhvr>
                                      <p:to>
                                        <p:strVal val="visible"/>
                                      </p:to>
                                    </p:set>
                                    <p:animEffect transition="in" filter="wipe(left)">
                                      <p:cBhvr>
                                        <p:cTn id="17"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黑色遮罩"/>
          <p:cNvSpPr/>
          <p:nvPr/>
        </p:nvSpPr>
        <p:spPr>
          <a:xfrm>
            <a:off x="12382"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64135" y="1208405"/>
            <a:ext cx="12056110" cy="3539430"/>
          </a:xfrm>
          <a:prstGeom prst="rect">
            <a:avLst/>
          </a:prstGeom>
          <a:noFill/>
        </p:spPr>
        <p:txBody>
          <a:bodyPr wrap="square" rtlCol="0" anchor="t">
            <a:spAutoFit/>
          </a:bodyPr>
          <a:lstStyle/>
          <a:p>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 </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2012</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年</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11</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月</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24</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日，</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辞了职</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的翟峰和妻子带着休学的女儿，第一次驾驶帆船出海了。白天，翟峰和妻子</a:t>
            </a:r>
            <a:r>
              <a:rPr lang="zh-CN" altLang="en-US" sz="2800" dirty="0">
                <a:solidFill>
                  <a:schemeClr val="accent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轮流</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驾船。女儿在船上看书、学习、画画儿。下午海面</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平静</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时，翟峰会和妻子下海游泳或者钓鱼。该吃饭时，妻子会给全家人做一顿美味的</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海鲜</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a:t>
            </a:r>
            <a:endPar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endParaRPr>
          </a:p>
          <a:p>
            <a:endPar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endParaRPr>
          </a:p>
          <a:p>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        傍晚是一家人最</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舒适</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的时候。干完活儿，一家人坐在一起，用电脑看看电影，或者聊聊天儿。这样的生活，是翟峰</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盼望</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已久的。以前陆地上的夜晚，他们在</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各自</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华文细黑" panose="02010600040101010101" pitchFamily="2" charset="-122"/>
              </a:rPr>
              <a:t>的房间，一家人没有更多的交流。</a:t>
            </a:r>
            <a:endPar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3"/>
            <a:stretch>
              <a:fillRect/>
            </a:stretch>
          </p:blipFill>
          <p:spPr>
            <a:xfrm>
              <a:off x="599" y="3210"/>
              <a:ext cx="1338" cy="1338"/>
            </a:xfrm>
            <a:prstGeom prst="rect">
              <a:avLst/>
            </a:prstGeom>
          </p:spPr>
        </p:pic>
      </p:grpSp>
      <p:sp>
        <p:nvSpPr>
          <p:cNvPr id="28" name="文本框 7"/>
          <p:cNvSpPr txBox="1"/>
          <p:nvPr/>
        </p:nvSpPr>
        <p:spPr>
          <a:xfrm>
            <a:off x="1423035" y="5292875"/>
            <a:ext cx="10591709" cy="1384995"/>
          </a:xfrm>
          <a:prstGeom prst="rect">
            <a:avLst/>
          </a:prstGeom>
          <a:noFill/>
          <a:effectLst>
            <a:outerShdw blurRad="127000" dir="5400000" sx="102000" sy="102000" algn="ctr" rotWithShape="0">
              <a:srgbClr val="4E98C7">
                <a:alpha val="68000"/>
              </a:srgbClr>
            </a:outerShdw>
          </a:effectLst>
        </p:spPr>
        <p:txBody>
          <a:bodyPr wrap="square" anchor="ctr">
            <a:spAutoFit/>
          </a:bodyPr>
          <a:lstStyle/>
          <a:p>
            <a:pPr>
              <a:lnSpc>
                <a:spcPct val="150000"/>
              </a:lnSpc>
            </a:pP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                                     辞职、轮流、平静、海鲜、</a:t>
            </a:r>
            <a:endParaRPr lang="en-US"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endParaRPr>
          </a:p>
          <a:p>
            <a:pPr>
              <a:lnSpc>
                <a:spcPct val="150000"/>
              </a:lnSpc>
            </a:pPr>
            <a:r>
              <a:rPr lang="en-US"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                                     </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舒适、盼望、各自</a:t>
            </a:r>
          </a:p>
        </p:txBody>
      </p:sp>
      <p:sp>
        <p:nvSpPr>
          <p:cNvPr id="2" name="矩形 1"/>
          <p:cNvSpPr/>
          <p:nvPr/>
        </p:nvSpPr>
        <p:spPr>
          <a:xfrm>
            <a:off x="1429264" y="5694630"/>
            <a:ext cx="4134465" cy="523220"/>
          </a:xfrm>
          <a:prstGeom prst="rect">
            <a:avLst/>
          </a:prstGeom>
        </p:spPr>
        <p:txBody>
          <a:bodyPr wrap="none">
            <a:spAutoFit/>
          </a:bodyPr>
          <a:lstStyle/>
          <a:p>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sym typeface="华文细黑" panose="02010600040101010101" pitchFamily="2" charset="-122"/>
              </a:rPr>
              <a:t>请用重点词语复述故事：</a:t>
            </a:r>
            <a:endParaRPr lang="zh-CN" altLang="en-US" dirty="0"/>
          </a:p>
        </p:txBody>
      </p:sp>
      <p:sp>
        <p:nvSpPr>
          <p:cNvPr id="4" name="文本框 3"/>
          <p:cNvSpPr txBox="1"/>
          <p:nvPr/>
        </p:nvSpPr>
        <p:spPr>
          <a:xfrm>
            <a:off x="2186305" y="192405"/>
            <a:ext cx="7948930" cy="953135"/>
          </a:xfrm>
          <a:prstGeom prst="rect">
            <a:avLst/>
          </a:prstGeom>
          <a:noFill/>
        </p:spPr>
        <p:txBody>
          <a:bodyPr wrap="square" rtlCol="0">
            <a:spAutoFit/>
            <a:scene3d>
              <a:camera prst="orthographicFront"/>
              <a:lightRig rig="threePt" dir="t"/>
            </a:scene3d>
          </a:bodyPr>
          <a:lstStyle/>
          <a:p>
            <a:r>
              <a:rPr lang="zh-CN" altLang="en-US" sz="2800" dirty="0">
                <a:ln w="22225">
                  <a:solidFill>
                    <a:schemeClr val="accent2"/>
                  </a:solidFill>
                  <a:prstDash val="solid"/>
                </a:ln>
                <a:solidFill>
                  <a:schemeClr val="accent2">
                    <a:lumMod val="40000"/>
                    <a:lumOff val="60000"/>
                    <a:lumMod val="40000"/>
                    <a:lumOff val="60000"/>
                  </a:schemeClr>
                </a:solidFill>
                <a:effectLs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航海时，什么事让翟峰一家人感到轻松、幸福？他们害怕的又是什么？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Effect transition="in" filter="wipe(left)">
                                      <p:cBhvr>
                                        <p:cTn id="11" dur="500"/>
                                        <p:tgtEl>
                                          <p:spTgt spid="5">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63" presetClass="path" presetSubtype="0" accel="50000" decel="50000" fill="hold" nodeType="clickEffect">
                                  <p:stCondLst>
                                    <p:cond delay="0"/>
                                  </p:stCondLst>
                                  <p:childTnLst>
                                    <p:animMotion origin="layout" path="M -0.0179687 0 L 0.867969 0.000833333 " pathEditMode="relative" rAng="0" ptsTypes="">
                                      <p:cBhvr>
                                        <p:cTn id="15" dur="500" fill="hold"/>
                                        <p:tgtEl>
                                          <p:spTgt spid="23"/>
                                        </p:tgtEl>
                                        <p:attrNameLst>
                                          <p:attrName>ppt_x</p:attrName>
                                          <p:attrName>ppt_y</p:attrName>
                                        </p:attrNameLst>
                                      </p:cBhvr>
                                      <p:rCtr x="44000" y="-100"/>
                                    </p:animMotion>
                                  </p:childTnLst>
                                </p:cTn>
                              </p:par>
                              <p:par>
                                <p:cTn id="16" presetID="2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subTnLst>
                                    <p:audio>
                                      <p:cMediaNode>
                                        <p:cTn display="1" masterRel="sameClick">
                                          <p:stCondLst>
                                            <p:cond evt="begin" delay="0">
                                              <p:tn val="16"/>
                                            </p:cond>
                                          </p:stCondLst>
                                          <p:endCondLst>
                                            <p:cond evt="onStopAudio" delay="0">
                                              <p:tgtEl>
                                                <p:sldTgt/>
                                              </p:tgtEl>
                                            </p:cond>
                                          </p:endCondLst>
                                        </p:cTn>
                                        <p:tgtEl>
                                          <p:sndTgt r:embed="rId2" name="click.wav"/>
                                        </p:tgtEl>
                                      </p:cMediaNode>
                                    </p:audio>
                                  </p:subTnLst>
                                </p:cTn>
                              </p:par>
                              <p:par>
                                <p:cTn id="19" presetID="22" presetClass="entr" presetSubtype="8" fill="hold" nodeType="withEffect">
                                  <p:stCondLst>
                                    <p:cond delay="200"/>
                                  </p:stCondLst>
                                  <p:childTnLst>
                                    <p:set>
                                      <p:cBhvr>
                                        <p:cTn id="20" dur="1" fill="hold">
                                          <p:stCondLst>
                                            <p:cond delay="0"/>
                                          </p:stCondLst>
                                        </p:cTn>
                                        <p:tgtEl>
                                          <p:spTgt spid="28">
                                            <p:txEl>
                                              <p:pRg st="0" end="0"/>
                                            </p:txEl>
                                          </p:spTgt>
                                        </p:tgtEl>
                                        <p:attrNameLst>
                                          <p:attrName>style.visibility</p:attrName>
                                        </p:attrNameLst>
                                      </p:cBhvr>
                                      <p:to>
                                        <p:strVal val="visible"/>
                                      </p:to>
                                    </p:set>
                                    <p:animEffect transition="in" filter="wipe(left)">
                                      <p:cBhvr>
                                        <p:cTn id="21" dur="500"/>
                                        <p:tgtEl>
                                          <p:spTgt spid="28">
                                            <p:txEl>
                                              <p:pRg st="0" end="0"/>
                                            </p:txEl>
                                          </p:spTgt>
                                        </p:tgtEl>
                                      </p:cBhvr>
                                    </p:animEffect>
                                  </p:childTnLst>
                                </p:cTn>
                              </p:par>
                              <p:par>
                                <p:cTn id="22" presetID="22" presetClass="entr" presetSubtype="8" fill="hold" nodeType="withEffect">
                                  <p:stCondLst>
                                    <p:cond delay="200"/>
                                  </p:stCondLst>
                                  <p:childTnLst>
                                    <p:set>
                                      <p:cBhvr>
                                        <p:cTn id="23" dur="1" fill="hold">
                                          <p:stCondLst>
                                            <p:cond delay="0"/>
                                          </p:stCondLst>
                                        </p:cTn>
                                        <p:tgtEl>
                                          <p:spTgt spid="28">
                                            <p:txEl>
                                              <p:pRg st="1" end="1"/>
                                            </p:txEl>
                                          </p:spTgt>
                                        </p:tgtEl>
                                        <p:attrNameLst>
                                          <p:attrName>style.visibility</p:attrName>
                                        </p:attrNameLst>
                                      </p:cBhvr>
                                      <p:to>
                                        <p:strVal val="visible"/>
                                      </p:to>
                                    </p:set>
                                    <p:animEffect transition="in" filter="wipe(left)">
                                      <p:cBhvr>
                                        <p:cTn id="24"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黑色遮罩"/>
          <p:cNvSpPr/>
          <p:nvPr/>
        </p:nvSpPr>
        <p:spPr>
          <a:xfrm>
            <a:off x="-3810" y="-37043"/>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64135" y="1208405"/>
            <a:ext cx="12056110" cy="2677656"/>
          </a:xfrm>
          <a:prstGeom prst="rect">
            <a:avLst/>
          </a:prstGeom>
          <a:noFill/>
        </p:spPr>
        <p:txBody>
          <a:bodyPr wrap="square" rtlCol="0" anchor="t">
            <a:spAutoFit/>
          </a:bodyPr>
          <a:lstStyle/>
          <a:p>
            <a:pPr>
              <a:lnSpc>
                <a:spcPct val="150000"/>
              </a:lnSpc>
            </a:pP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中国有句</a:t>
            </a:r>
            <a:r>
              <a:rPr lang="zh-CN" altLang="en-US" sz="2800" dirty="0">
                <a:solidFill>
                  <a:srgbClr val="0070C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老话</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a:t>
            </a:r>
            <a:r>
              <a:rPr lang="zh-CN" altLang="en-US" sz="2800" dirty="0">
                <a:solidFill>
                  <a:srgbClr val="FF0000"/>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可上山，勿下海</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美好的时刻过去后是一个个紧张的夜晚。一路上，翟峰一家经历了船身着火、漏水等大大小小十多次险情。他们最怕雷电交加的时刻，因为小船随时有可能被下一道闪电击到，一家三口只能紧紧拥抱在一起，希望闪电快快过去。</a:t>
            </a:r>
            <a:endPar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3"/>
            <a:stretch>
              <a:fillRect/>
            </a:stretch>
          </p:blipFill>
          <p:spPr>
            <a:xfrm>
              <a:off x="599" y="3210"/>
              <a:ext cx="1338" cy="1338"/>
            </a:xfrm>
            <a:prstGeom prst="rect">
              <a:avLst/>
            </a:prstGeom>
          </p:spPr>
        </p:pic>
      </p:grpSp>
      <p:sp>
        <p:nvSpPr>
          <p:cNvPr id="28" name="文本框 7"/>
          <p:cNvSpPr txBox="1"/>
          <p:nvPr/>
        </p:nvSpPr>
        <p:spPr>
          <a:xfrm>
            <a:off x="1246505" y="5345066"/>
            <a:ext cx="10970260" cy="1384995"/>
          </a:xfrm>
          <a:prstGeom prst="rect">
            <a:avLst/>
          </a:prstGeom>
          <a:noFill/>
          <a:effectLst>
            <a:outerShdw blurRad="127000" dir="5400000" sx="102000" sy="102000" algn="ctr" rotWithShape="0">
              <a:srgbClr val="4E98C7">
                <a:alpha val="68000"/>
              </a:srgbClr>
            </a:outerShdw>
          </a:effectLst>
        </p:spPr>
        <p:txBody>
          <a:bodyPr wrap="square">
            <a:spAutoFit/>
          </a:bodyPr>
          <a:lstStyle/>
          <a:p>
            <a:pPr>
              <a:lnSpc>
                <a:spcPct val="150000"/>
              </a:lnSpc>
            </a:pPr>
            <a:r>
              <a:rPr lang="en-US"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1.</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你觉得“可上山、勿下海”是什么意思？</a:t>
            </a:r>
          </a:p>
          <a:p>
            <a:pPr>
              <a:lnSpc>
                <a:spcPct val="150000"/>
              </a:lnSpc>
            </a:pPr>
            <a:r>
              <a:rPr lang="en-US"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2.</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请用重点词语复述故事：老话、紧张、险情、闪电、拥抱、希望</a:t>
            </a:r>
          </a:p>
        </p:txBody>
      </p:sp>
      <p:sp>
        <p:nvSpPr>
          <p:cNvPr id="4" name="文本框 3"/>
          <p:cNvSpPr txBox="1"/>
          <p:nvPr/>
        </p:nvSpPr>
        <p:spPr>
          <a:xfrm>
            <a:off x="2186305" y="192405"/>
            <a:ext cx="7948930" cy="953135"/>
          </a:xfrm>
          <a:prstGeom prst="rect">
            <a:avLst/>
          </a:prstGeom>
          <a:noFill/>
        </p:spPr>
        <p:txBody>
          <a:bodyPr wrap="square" rtlCol="0">
            <a:spAutoFit/>
            <a:scene3d>
              <a:camera prst="orthographicFront"/>
              <a:lightRig rig="threePt" dir="t"/>
            </a:scene3d>
          </a:bodyPr>
          <a:lstStyle/>
          <a:p>
            <a:r>
              <a:rPr lang="zh-CN" altLang="en-US" sz="2800" dirty="0">
                <a:ln w="22225">
                  <a:solidFill>
                    <a:schemeClr val="accent2"/>
                  </a:solidFill>
                  <a:prstDash val="solid"/>
                </a:ln>
                <a:solidFill>
                  <a:schemeClr val="accent2">
                    <a:lumMod val="40000"/>
                    <a:lumOff val="60000"/>
                    <a:lumMod val="40000"/>
                    <a:lumOff val="60000"/>
                  </a:schemeClr>
                </a:solidFill>
                <a:effectLs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航海时，什么事让翟峰一家人感到轻松、幸福？他们害怕的又是什么？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nodeType="clickEffect">
                                  <p:stCondLst>
                                    <p:cond delay="0"/>
                                  </p:stCondLst>
                                  <p:childTnLst>
                                    <p:animMotion origin="layout" path="M -0.0179687 0 L 0.867969 0.000833333 " pathEditMode="relative" rAng="0" ptsTypes="">
                                      <p:cBhvr>
                                        <p:cTn id="11" dur="500" fill="hold"/>
                                        <p:tgtEl>
                                          <p:spTgt spid="23"/>
                                        </p:tgtEl>
                                        <p:attrNameLst>
                                          <p:attrName>ppt_x</p:attrName>
                                          <p:attrName>ppt_y</p:attrName>
                                        </p:attrNameLst>
                                      </p:cBhvr>
                                      <p:rCtr x="44000" y="-100"/>
                                    </p:animMotion>
                                  </p:childTnLst>
                                </p:cTn>
                              </p:par>
                              <p:par>
                                <p:cTn id="12" presetID="22" presetClass="entr" presetSubtype="8"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subTnLst>
                                    <p:audio>
                                      <p:cMediaNode>
                                        <p:cTn display="1" masterRel="sameClick">
                                          <p:stCondLst>
                                            <p:cond evt="begin" delay="0">
                                              <p:tn val="12"/>
                                            </p:cond>
                                          </p:stCondLst>
                                          <p:endCondLst>
                                            <p:cond evt="onStopAudio" delay="0">
                                              <p:tgtEl>
                                                <p:sldTgt/>
                                              </p:tgtEl>
                                            </p:cond>
                                          </p:endCondLst>
                                        </p:cTn>
                                        <p:tgtEl>
                                          <p:sndTgt r:embed="rId2" name="click.wav"/>
                                        </p:tgtEl>
                                      </p:cMediaNode>
                                    </p:audio>
                                  </p:subTnLst>
                                </p:cTn>
                              </p:par>
                              <p:par>
                                <p:cTn id="15" presetID="22" presetClass="entr" presetSubtype="8" fill="hold" nodeType="withEffect">
                                  <p:stCondLst>
                                    <p:cond delay="200"/>
                                  </p:stCondLst>
                                  <p:childTnLst>
                                    <p:set>
                                      <p:cBhvr>
                                        <p:cTn id="16" dur="1" fill="hold">
                                          <p:stCondLst>
                                            <p:cond delay="0"/>
                                          </p:stCondLst>
                                        </p:cTn>
                                        <p:tgtEl>
                                          <p:spTgt spid="28">
                                            <p:txEl>
                                              <p:pRg st="0" end="0"/>
                                            </p:txEl>
                                          </p:spTgt>
                                        </p:tgtEl>
                                        <p:attrNameLst>
                                          <p:attrName>style.visibility</p:attrName>
                                        </p:attrNameLst>
                                      </p:cBhvr>
                                      <p:to>
                                        <p:strVal val="visible"/>
                                      </p:to>
                                    </p:set>
                                    <p:animEffect transition="in" filter="wipe(left)">
                                      <p:cBhvr>
                                        <p:cTn id="17" dur="500"/>
                                        <p:tgtEl>
                                          <p:spTgt spid="28">
                                            <p:txEl>
                                              <p:pRg st="0" end="0"/>
                                            </p:txEl>
                                          </p:spTgt>
                                        </p:tgtEl>
                                      </p:cBhvr>
                                    </p:animEffect>
                                  </p:childTnLst>
                                </p:cTn>
                              </p:par>
                              <p:par>
                                <p:cTn id="18" presetID="22" presetClass="entr" presetSubtype="8" fill="hold" nodeType="withEffect">
                                  <p:stCondLst>
                                    <p:cond delay="200"/>
                                  </p:stCondLst>
                                  <p:childTnLst>
                                    <p:set>
                                      <p:cBhvr>
                                        <p:cTn id="19" dur="1" fill="hold">
                                          <p:stCondLst>
                                            <p:cond delay="0"/>
                                          </p:stCondLst>
                                        </p:cTn>
                                        <p:tgtEl>
                                          <p:spTgt spid="28">
                                            <p:txEl>
                                              <p:pRg st="1" end="1"/>
                                            </p:txEl>
                                          </p:spTgt>
                                        </p:tgtEl>
                                        <p:attrNameLst>
                                          <p:attrName>style.visibility</p:attrName>
                                        </p:attrNameLst>
                                      </p:cBhvr>
                                      <p:to>
                                        <p:strVal val="visible"/>
                                      </p:to>
                                    </p:set>
                                    <p:animEffect transition="in" filter="wipe(left)">
                                      <p:cBhvr>
                                        <p:cTn id="20"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黑色遮罩"/>
          <p:cNvSpPr/>
          <p:nvPr/>
        </p:nvSpPr>
        <p:spPr>
          <a:xfrm>
            <a:off x="-381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7"/>
          <p:cNvSpPr txBox="1"/>
          <p:nvPr/>
        </p:nvSpPr>
        <p:spPr>
          <a:xfrm>
            <a:off x="165735" y="213995"/>
            <a:ext cx="125730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课文</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 1</a:t>
            </a:r>
            <a:endPar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endParaRPr>
          </a:p>
        </p:txBody>
      </p:sp>
      <p:sp>
        <p:nvSpPr>
          <p:cNvPr id="35" name="文本框 7"/>
          <p:cNvSpPr txBox="1"/>
          <p:nvPr/>
        </p:nvSpPr>
        <p:spPr>
          <a:xfrm>
            <a:off x="237490" y="702310"/>
            <a:ext cx="1107440" cy="36830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704020202020204" pitchFamily="34" charset="0"/>
              <a:buNone/>
              <a:defRPr/>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Text 1  </a:t>
            </a:r>
          </a:p>
        </p:txBody>
      </p:sp>
      <p:sp>
        <p:nvSpPr>
          <p:cNvPr id="5" name="文本框 4"/>
          <p:cNvSpPr txBox="1"/>
          <p:nvPr/>
        </p:nvSpPr>
        <p:spPr>
          <a:xfrm>
            <a:off x="64135" y="1208405"/>
            <a:ext cx="12056110" cy="3524876"/>
          </a:xfrm>
          <a:prstGeom prst="rect">
            <a:avLst/>
          </a:prstGeom>
          <a:noFill/>
        </p:spPr>
        <p:txBody>
          <a:bodyPr wrap="square" rtlCol="0" anchor="t">
            <a:spAutoFit/>
          </a:bodyPr>
          <a:lstStyle/>
          <a:p>
            <a:pPr>
              <a:lnSpc>
                <a:spcPct val="150000"/>
              </a:lnSpc>
            </a:pP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在经历了八个月、航行了</a:t>
            </a:r>
            <a:r>
              <a:rPr lang="en-US" altLang="zh-CN" sz="280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4000</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多海里之后，翟峰一家终于回到了家。</a:t>
            </a:r>
          </a:p>
          <a:p>
            <a:pPr>
              <a:lnSpc>
                <a:spcPct val="150000"/>
              </a:lnSpc>
            </a:pPr>
            <a:endParaRPr lang="zh-CN" altLang="en-US" sz="12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a:p>
            <a:pPr>
              <a:lnSpc>
                <a:spcPct val="150000"/>
              </a:lnSpc>
            </a:pP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      翟峰相信，一切只是开始，航海就是他人生道路上一段长长的台阶，通向他想要的未来。“我和太太想要看看这个时代、这个世界到底是什么样子。人生有选择，一切可改变”。下一站，他们想去澳洲和新西兰。等待今年</a:t>
            </a:r>
            <a:r>
              <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11</a:t>
            </a:r>
            <a:r>
              <a:rPr lang="zh-CN" altLang="en-US"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rPr>
              <a:t>月的北风，北风南下之时，他们将再次出发。</a:t>
            </a:r>
            <a:endParaRPr lang="en-US" altLang="zh-CN" sz="2800" dirty="0">
              <a:solidFill>
                <a:schemeClr val="bg1"/>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sym typeface="+mn-ea"/>
            </a:endParaRPr>
          </a:p>
        </p:txBody>
      </p:sp>
      <p:sp>
        <p:nvSpPr>
          <p:cNvPr id="20" name="圆角矩形 19"/>
          <p:cNvSpPr/>
          <p:nvPr/>
        </p:nvSpPr>
        <p:spPr>
          <a:xfrm>
            <a:off x="224155" y="5393690"/>
            <a:ext cx="11769090" cy="1242060"/>
          </a:xfrm>
          <a:prstGeom prst="roundRect">
            <a:avLst>
              <a:gd name="adj" fmla="val 47532"/>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sp>
        <p:nvSpPr>
          <p:cNvPr id="21" name="圆角矩形 20"/>
          <p:cNvSpPr/>
          <p:nvPr/>
        </p:nvSpPr>
        <p:spPr>
          <a:xfrm>
            <a:off x="224155" y="5415915"/>
            <a:ext cx="11768455" cy="1212850"/>
          </a:xfrm>
          <a:prstGeom prst="roundRect">
            <a:avLst>
              <a:gd name="adj" fmla="val 47532"/>
            </a:avLst>
          </a:prstGeom>
          <a:solidFill>
            <a:srgbClr val="DABE79">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grpSp>
        <p:nvGrpSpPr>
          <p:cNvPr id="23" name="组合 22"/>
          <p:cNvGrpSpPr/>
          <p:nvPr/>
        </p:nvGrpSpPr>
        <p:grpSpPr>
          <a:xfrm>
            <a:off x="224155" y="5414645"/>
            <a:ext cx="1191895" cy="1214120"/>
            <a:chOff x="584" y="3210"/>
            <a:chExt cx="1353" cy="1378"/>
          </a:xfrm>
        </p:grpSpPr>
        <p:sp>
          <p:nvSpPr>
            <p:cNvPr id="24" name="椭圆 23"/>
            <p:cNvSpPr/>
            <p:nvPr/>
          </p:nvSpPr>
          <p:spPr>
            <a:xfrm>
              <a:off x="584" y="3246"/>
              <a:ext cx="1342" cy="1342"/>
            </a:xfrm>
            <a:prstGeom prst="ellipse">
              <a:avLst/>
            </a:prstGeom>
            <a:solidFill>
              <a:srgbClr val="DABE79"/>
            </a:solidFill>
            <a:ln>
              <a:solidFill>
                <a:schemeClr val="bg1"/>
              </a:solidFill>
            </a:ln>
            <a:effectLst>
              <a:outerShdw blurRad="76200" sx="102000" sy="102000" algn="l" rotWithShape="0">
                <a:prstClr val="black">
                  <a:alpha val="8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细黑" panose="02010600040101010101" pitchFamily="2" charset="-122"/>
                <a:ea typeface="华文细黑" panose="02010600040101010101" pitchFamily="2" charset="-122"/>
              </a:endParaRPr>
            </a:p>
          </p:txBody>
        </p:sp>
        <p:pic>
          <p:nvPicPr>
            <p:cNvPr id="25" name="图片 24" descr="我卡通1压缩"/>
            <p:cNvPicPr>
              <a:picLocks noChangeAspect="1"/>
            </p:cNvPicPr>
            <p:nvPr/>
          </p:nvPicPr>
          <p:blipFill>
            <a:blip r:embed="rId3"/>
            <a:stretch>
              <a:fillRect/>
            </a:stretch>
          </p:blipFill>
          <p:spPr>
            <a:xfrm>
              <a:off x="599" y="3210"/>
              <a:ext cx="1338" cy="1338"/>
            </a:xfrm>
            <a:prstGeom prst="rect">
              <a:avLst/>
            </a:prstGeom>
          </p:spPr>
        </p:pic>
      </p:grpSp>
      <p:sp>
        <p:nvSpPr>
          <p:cNvPr id="28" name="文本框 7"/>
          <p:cNvSpPr txBox="1"/>
          <p:nvPr/>
        </p:nvSpPr>
        <p:spPr>
          <a:xfrm>
            <a:off x="1423036" y="5279390"/>
            <a:ext cx="5990136" cy="1384995"/>
          </a:xfrm>
          <a:prstGeom prst="rect">
            <a:avLst/>
          </a:prstGeom>
          <a:noFill/>
          <a:effectLst>
            <a:outerShdw blurRad="127000" dir="5400000" sx="102000" sy="102000" algn="ctr" rotWithShape="0">
              <a:srgbClr val="4E98C7">
                <a:alpha val="68000"/>
              </a:srgbClr>
            </a:outerShdw>
          </a:effectLst>
        </p:spPr>
        <p:txBody>
          <a:bodyPr wrap="square">
            <a:spAutoFit/>
          </a:bodyPr>
          <a:lstStyle/>
          <a:p>
            <a:pPr>
              <a:lnSpc>
                <a:spcPct val="150000"/>
              </a:lnSpc>
            </a:pPr>
            <a:r>
              <a:rPr lang="en-US"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1.</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你觉得翟峰和他太太的生活怎么样？</a:t>
            </a:r>
          </a:p>
          <a:p>
            <a:pPr>
              <a:lnSpc>
                <a:spcPct val="150000"/>
              </a:lnSpc>
            </a:pPr>
            <a:r>
              <a:rPr lang="en-US" altLang="zh-CN"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2.</a:t>
            </a:r>
            <a:r>
              <a:rPr lang="zh-CN" altLang="en-US" sz="2800" b="1" dirty="0">
                <a:latin typeface="微软雅黑" panose="020B0503020204020204" charset="-122"/>
                <a:ea typeface="微软雅黑" panose="020B0503020204020204" charset="-122"/>
                <a:cs typeface="微软雅黑" panose="020B0503020204020204" charset="-122"/>
                <a:sym typeface="华文细黑" panose="02010600040101010101" pitchFamily="2" charset="-122"/>
              </a:rPr>
              <a:t>如果你是翟峰，会不会这样做呢？</a:t>
            </a:r>
          </a:p>
        </p:txBody>
      </p:sp>
      <p:sp>
        <p:nvSpPr>
          <p:cNvPr id="2" name="文本框 1"/>
          <p:cNvSpPr txBox="1"/>
          <p:nvPr/>
        </p:nvSpPr>
        <p:spPr>
          <a:xfrm>
            <a:off x="2619375" y="312420"/>
            <a:ext cx="5905500" cy="1076325"/>
          </a:xfrm>
          <a:prstGeom prst="rect">
            <a:avLst/>
          </a:prstGeom>
          <a:noFill/>
        </p:spPr>
        <p:txBody>
          <a:bodyPr wrap="square" rtlCol="0">
            <a:spAutoFit/>
            <a:scene3d>
              <a:camera prst="orthographicFront"/>
              <a:lightRig rig="threePt" dir="t"/>
            </a:scene3d>
          </a:bodyPr>
          <a:lstStyle/>
          <a:p>
            <a:r>
              <a:rPr lang="zh-CN" altLang="en-US" sz="3200" dirty="0">
                <a:ln w="22225">
                  <a:solidFill>
                    <a:schemeClr val="accent2"/>
                  </a:solidFill>
                  <a:prstDash val="solid"/>
                </a:ln>
                <a:solidFill>
                  <a:schemeClr val="accent2">
                    <a:lumMod val="40000"/>
                    <a:lumOff val="60000"/>
                    <a:lumMod val="40000"/>
                    <a:lumOff val="60000"/>
                  </a:schemeClr>
                </a:solidFill>
                <a:effectLs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rPr>
              <a:t>翟峰一家人下一站打算去哪儿？</a:t>
            </a:r>
          </a:p>
          <a:p>
            <a:endParaRPr lang="zh-CN" altLang="en-US" sz="3200" dirty="0">
              <a:ln w="22225">
                <a:solidFill>
                  <a:schemeClr val="accent2"/>
                </a:solidFill>
                <a:prstDash val="solid"/>
              </a:ln>
              <a:solidFill>
                <a:schemeClr val="accent2">
                  <a:lumMod val="40000"/>
                  <a:lumOff val="60000"/>
                  <a:lumMod val="40000"/>
                  <a:lumOff val="60000"/>
                </a:schemeClr>
              </a:solidFill>
              <a:effectLst/>
              <a:latin typeface="华文细黑" panose="02010600040101010101" pitchFamily="2" charset="-122"/>
              <a:ea typeface="华文细黑" panose="02010600040101010101" pitchFamily="2" charset="-122"/>
              <a:cs typeface="思源黑体 CN Regular" panose="020B0500000000000000" pitchFamily="34" charset="-122"/>
              <a:sym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Effect transition="in" filter="wipe(left)">
                                      <p:cBhvr>
                                        <p:cTn id="11" dur="500"/>
                                        <p:tgtEl>
                                          <p:spTgt spid="5">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63" presetClass="path" presetSubtype="0" accel="50000" decel="50000" fill="hold" nodeType="clickEffect">
                                  <p:stCondLst>
                                    <p:cond delay="0"/>
                                  </p:stCondLst>
                                  <p:childTnLst>
                                    <p:animMotion origin="layout" path="M -0.0179687 0 L 0.867969 0.000833333 " pathEditMode="relative" rAng="0" ptsTypes="">
                                      <p:cBhvr>
                                        <p:cTn id="15" dur="500" fill="hold"/>
                                        <p:tgtEl>
                                          <p:spTgt spid="23"/>
                                        </p:tgtEl>
                                        <p:attrNameLst>
                                          <p:attrName>ppt_x</p:attrName>
                                          <p:attrName>ppt_y</p:attrName>
                                        </p:attrNameLst>
                                      </p:cBhvr>
                                      <p:rCtr x="44000" y="-100"/>
                                    </p:animMotion>
                                  </p:childTnLst>
                                </p:cTn>
                              </p:par>
                              <p:par>
                                <p:cTn id="16" presetID="2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subTnLst>
                                    <p:audio>
                                      <p:cMediaNode>
                                        <p:cTn display="1" masterRel="sameClick">
                                          <p:stCondLst>
                                            <p:cond evt="begin" delay="0">
                                              <p:tn val="16"/>
                                            </p:cond>
                                          </p:stCondLst>
                                          <p:endCondLst>
                                            <p:cond evt="onStopAudio" delay="0">
                                              <p:tgtEl>
                                                <p:sldTgt/>
                                              </p:tgtEl>
                                            </p:cond>
                                          </p:endCondLst>
                                        </p:cTn>
                                        <p:tgtEl>
                                          <p:sndTgt r:embed="rId2" name="click.wav"/>
                                        </p:tgtEl>
                                      </p:cMediaNode>
                                    </p:audio>
                                  </p:subTnLst>
                                </p:cTn>
                              </p:par>
                              <p:par>
                                <p:cTn id="19" presetID="22" presetClass="entr" presetSubtype="8" fill="hold" nodeType="withEffect">
                                  <p:stCondLst>
                                    <p:cond delay="200"/>
                                  </p:stCondLst>
                                  <p:childTnLst>
                                    <p:set>
                                      <p:cBhvr>
                                        <p:cTn id="20" dur="1" fill="hold">
                                          <p:stCondLst>
                                            <p:cond delay="0"/>
                                          </p:stCondLst>
                                        </p:cTn>
                                        <p:tgtEl>
                                          <p:spTgt spid="28">
                                            <p:txEl>
                                              <p:pRg st="0" end="0"/>
                                            </p:txEl>
                                          </p:spTgt>
                                        </p:tgtEl>
                                        <p:attrNameLst>
                                          <p:attrName>style.visibility</p:attrName>
                                        </p:attrNameLst>
                                      </p:cBhvr>
                                      <p:to>
                                        <p:strVal val="visible"/>
                                      </p:to>
                                    </p:set>
                                    <p:animEffect transition="in" filter="wipe(left)">
                                      <p:cBhvr>
                                        <p:cTn id="21" dur="500"/>
                                        <p:tgtEl>
                                          <p:spTgt spid="28">
                                            <p:txEl>
                                              <p:pRg st="0" end="0"/>
                                            </p:txEl>
                                          </p:spTgt>
                                        </p:tgtEl>
                                      </p:cBhvr>
                                    </p:animEffect>
                                  </p:childTnLst>
                                </p:cTn>
                              </p:par>
                              <p:par>
                                <p:cTn id="22" presetID="22" presetClass="entr" presetSubtype="8" fill="hold" nodeType="withEffect">
                                  <p:stCondLst>
                                    <p:cond delay="200"/>
                                  </p:stCondLst>
                                  <p:childTnLst>
                                    <p:set>
                                      <p:cBhvr>
                                        <p:cTn id="23" dur="1" fill="hold">
                                          <p:stCondLst>
                                            <p:cond delay="0"/>
                                          </p:stCondLst>
                                        </p:cTn>
                                        <p:tgtEl>
                                          <p:spTgt spid="28">
                                            <p:txEl>
                                              <p:pRg st="1" end="1"/>
                                            </p:txEl>
                                          </p:spTgt>
                                        </p:tgtEl>
                                        <p:attrNameLst>
                                          <p:attrName>style.visibility</p:attrName>
                                        </p:attrNameLst>
                                      </p:cBhvr>
                                      <p:to>
                                        <p:strVal val="visible"/>
                                      </p:to>
                                    </p:set>
                                    <p:animEffect transition="in" filter="wipe(left)">
                                      <p:cBhvr>
                                        <p:cTn id="24"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Users\38577\Desktop\黑板.jpg黑板"/>
          <p:cNvPicPr>
            <a:picLocks noChangeAspect="1"/>
          </p:cNvPicPr>
          <p:nvPr/>
        </p:nvPicPr>
        <p:blipFill rotWithShape="1">
          <a:blip r:embed="rId2"/>
          <a:srcRect/>
          <a:stretch>
            <a:fillRect/>
          </a:stretch>
        </p:blipFill>
        <p:spPr>
          <a:xfrm>
            <a:off x="1005205" y="1005840"/>
            <a:ext cx="9963150" cy="5704840"/>
          </a:xfrm>
          <a:prstGeom prst="rect">
            <a:avLst/>
          </a:prstGeom>
        </p:spPr>
      </p:pic>
      <p:sp>
        <p:nvSpPr>
          <p:cNvPr id="8" name="文本框 7"/>
          <p:cNvSpPr txBox="1"/>
          <p:nvPr/>
        </p:nvSpPr>
        <p:spPr>
          <a:xfrm>
            <a:off x="1005205" y="1773189"/>
            <a:ext cx="9541510" cy="768350"/>
          </a:xfrm>
          <a:prstGeom prst="rect">
            <a:avLst/>
          </a:prstGeom>
          <a:noFill/>
        </p:spPr>
        <p:txBody>
          <a:bodyPr wrap="square" rtlCol="0">
            <a:spAutoFit/>
          </a:bodyPr>
          <a:lstStyle/>
          <a:p>
            <a:pPr algn="ctr"/>
            <a:r>
              <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作业</a:t>
            </a:r>
            <a:endParaRPr lang="zh-CN" sz="44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endParaRPr>
          </a:p>
        </p:txBody>
      </p:sp>
      <p:pic>
        <p:nvPicPr>
          <p:cNvPr id="10" name="图片 9" descr="老师"/>
          <p:cNvPicPr>
            <a:picLocks noChangeAspect="1"/>
          </p:cNvPicPr>
          <p:nvPr/>
        </p:nvPicPr>
        <p:blipFill>
          <a:blip r:embed="rId4"/>
          <a:stretch>
            <a:fillRect/>
          </a:stretch>
        </p:blipFill>
        <p:spPr>
          <a:xfrm flipH="1">
            <a:off x="-43180" y="4780915"/>
            <a:ext cx="2011045" cy="2077085"/>
          </a:xfrm>
          <a:prstGeom prst="rect">
            <a:avLst/>
          </a:prstGeom>
        </p:spPr>
      </p:pic>
      <p:sp>
        <p:nvSpPr>
          <p:cNvPr id="9" name="文本框 8"/>
          <p:cNvSpPr txBox="1"/>
          <p:nvPr/>
        </p:nvSpPr>
        <p:spPr>
          <a:xfrm>
            <a:off x="1344730" y="2886686"/>
            <a:ext cx="9389310" cy="1274195"/>
          </a:xfrm>
          <a:prstGeom prst="rect">
            <a:avLst/>
          </a:prstGeom>
          <a:noFill/>
        </p:spPr>
        <p:txBody>
          <a:bodyPr wrap="square" rtlCol="0" anchor="t">
            <a:spAutoFit/>
          </a:bodyPr>
          <a:lstStyle/>
          <a:p>
            <a:pPr>
              <a:lnSpc>
                <a:spcPct val="120000"/>
              </a:lnSpc>
            </a:pP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  请以“如果我是翟峰，我会</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不会</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为题写一段话。尽量用上本课所学的生词，字数不少于</a:t>
            </a:r>
            <a:r>
              <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100</a:t>
            </a:r>
            <a:r>
              <a:rPr lang="zh-CN" altLang="en-US"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rPr>
              <a:t>字。</a:t>
            </a:r>
            <a:endParaRPr lang="en-US" altLang="zh-CN" sz="3200" b="1" dirty="0">
              <a:blipFill dpi="0" rotWithShape="1">
                <a:blip r:embed="rId3"/>
                <a:srcRect/>
                <a:tile tx="0" ty="0" sx="100000" sy="100000" flip="none" algn="br"/>
              </a:blipFill>
              <a:latin typeface="方正喵呜体" panose="02010600010101010101" pitchFamily="2" charset="-122"/>
              <a:ea typeface="方正喵呜体" panose="02010600010101010101" pitchFamily="2" charset="-122"/>
              <a:sym typeface="华文细黑" panose="02010600040101010101" pitchFamily="2" charset="-122"/>
            </a:endParaRPr>
          </a:p>
        </p:txBody>
      </p:sp>
      <p:pic>
        <p:nvPicPr>
          <p:cNvPr id="2" name="图片 1" descr="1"/>
          <p:cNvPicPr>
            <a:picLocks noChangeAspect="1"/>
          </p:cNvPicPr>
          <p:nvPr/>
        </p:nvPicPr>
        <p:blipFill>
          <a:blip r:embed="rId5"/>
          <a:stretch>
            <a:fillRect/>
          </a:stretch>
        </p:blipFill>
        <p:spPr>
          <a:xfrm>
            <a:off x="10718800" y="0"/>
            <a:ext cx="1459230" cy="1459230"/>
          </a:xfrm>
          <a:prstGeom prst="rect">
            <a:avLst/>
          </a:prstGeom>
        </p:spPr>
      </p:pic>
      <p:sp>
        <p:nvSpPr>
          <p:cNvPr id="11" name="文本框 7"/>
          <p:cNvSpPr txBox="1"/>
          <p:nvPr/>
        </p:nvSpPr>
        <p:spPr>
          <a:xfrm>
            <a:off x="165852" y="214290"/>
            <a:ext cx="897890" cy="52197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rPr>
              <a:t>作业</a:t>
            </a:r>
          </a:p>
        </p:txBody>
      </p:sp>
      <p:sp>
        <p:nvSpPr>
          <p:cNvPr id="12" name="文本框 7"/>
          <p:cNvSpPr txBox="1"/>
          <p:nvPr/>
        </p:nvSpPr>
        <p:spPr>
          <a:xfrm>
            <a:off x="237290" y="702214"/>
            <a:ext cx="1107440" cy="368300"/>
          </a:xfrm>
          <a:prstGeom prst="rect">
            <a:avLst/>
          </a:prstGeom>
          <a:noFill/>
        </p:spPr>
        <p:txBody>
          <a:bodyPr wrap="none">
            <a:spAutoFit/>
          </a:bodyPr>
          <a:lstStyle/>
          <a:p>
            <a:pPr marL="0" lvl="0" indent="0" algn="l">
              <a:lnSpc>
                <a:spcPct val="100000"/>
              </a:lnSpc>
              <a:spcBef>
                <a:spcPct val="0"/>
              </a:spcBef>
              <a:buFontTx/>
              <a:buNone/>
            </a:pPr>
            <a:r>
              <a:rPr lang="en-US" b="1"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sym typeface="+mn-ea"/>
              </a:rPr>
              <a:t>Homework</a:t>
            </a:r>
            <a:endParaRPr kumimoji="0" lang="en-US" b="1" i="0" u="none" strike="noStrike" kern="1200" cap="none" spc="0" normalizeH="0" baseline="0" dirty="0">
              <a:gradFill flip="none" rotWithShape="1">
                <a:gsLst>
                  <a:gs pos="0">
                    <a:srgbClr val="E3C982"/>
                  </a:gs>
                  <a:gs pos="95000">
                    <a:srgbClr val="B29054"/>
                  </a:gs>
                </a:gsLst>
                <a:lin ang="0" scaled="1"/>
                <a:tileRect/>
              </a:gradFill>
              <a:latin typeface="思源黑体 CN Regular" panose="020B0500000000000000" pitchFamily="34" charset="-122"/>
              <a:ea typeface="思源黑体 CN Regular" panose="020B0500000000000000" pitchFamily="3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t="54722"/>
          <a:stretch>
            <a:fillRect/>
          </a:stretch>
        </p:blipFill>
        <p:spPr>
          <a:xfrm>
            <a:off x="1609394" y="2910920"/>
            <a:ext cx="8973213" cy="3724565"/>
          </a:xfrm>
          <a:prstGeom prst="rect">
            <a:avLst/>
          </a:prstGeom>
        </p:spPr>
      </p:pic>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47083"/>
          <a:stretch>
            <a:fillRect/>
          </a:stretch>
        </p:blipFill>
        <p:spPr>
          <a:xfrm>
            <a:off x="1609394" y="2346186"/>
            <a:ext cx="8885546" cy="3649538"/>
          </a:xfrm>
          <a:prstGeom prst="rect">
            <a:avLst/>
          </a:prstGeom>
        </p:spPr>
      </p:pic>
      <p:pic>
        <p:nvPicPr>
          <p:cNvPr id="18" name="图片 17" descr="C:\Users\Administrator\Desktop\小红书\对外汉语战略搞钱计划\卡通头像\2.png2"/>
          <p:cNvPicPr>
            <a:picLocks noChangeAspect="1"/>
          </p:cNvPicPr>
          <p:nvPr/>
        </p:nvPicPr>
        <p:blipFill rotWithShape="1">
          <a:blip r:embed="rId3"/>
          <a:srcRect/>
          <a:stretch>
            <a:fillRect/>
          </a:stretch>
        </p:blipFill>
        <p:spPr>
          <a:xfrm>
            <a:off x="2263141" y="2857500"/>
            <a:ext cx="2981325" cy="2981960"/>
          </a:xfrm>
          <a:prstGeom prst="rect">
            <a:avLst/>
          </a:prstGeom>
        </p:spPr>
      </p:pic>
      <p:pic>
        <p:nvPicPr>
          <p:cNvPr id="17" name="图片 16" descr="C:\Users\Administrator\Desktop\小红书\对外汉语战略搞钱计划\卡通头像\嘟嘴.png嘟嘴"/>
          <p:cNvPicPr>
            <a:picLocks noChangeAspect="1"/>
          </p:cNvPicPr>
          <p:nvPr/>
        </p:nvPicPr>
        <p:blipFill rotWithShape="1">
          <a:blip r:embed="rId4"/>
          <a:srcRect/>
          <a:stretch>
            <a:fillRect/>
          </a:stretch>
        </p:blipFill>
        <p:spPr>
          <a:xfrm>
            <a:off x="6671946" y="2910205"/>
            <a:ext cx="2928620" cy="2929255"/>
          </a:xfrm>
          <a:prstGeom prst="rect">
            <a:avLst/>
          </a:prstGeom>
          <a:effectLst>
            <a:outerShdw blurRad="63500" sx="105000" sy="105000" algn="ctr" rotWithShape="0">
              <a:prstClr val="black">
                <a:alpha val="40000"/>
              </a:prstClr>
            </a:outerShdw>
          </a:effectLst>
        </p:spPr>
      </p:pic>
      <p:sp>
        <p:nvSpPr>
          <p:cNvPr id="20" name="文本框 19"/>
          <p:cNvSpPr txBox="1"/>
          <p:nvPr/>
        </p:nvSpPr>
        <p:spPr>
          <a:xfrm>
            <a:off x="3463663" y="1671088"/>
            <a:ext cx="5177007" cy="1568450"/>
          </a:xfrm>
          <a:prstGeom prst="rect">
            <a:avLst/>
          </a:prstGeom>
          <a:noFill/>
        </p:spPr>
        <p:txBody>
          <a:bodyPr wrap="square" rtlCol="0">
            <a:spAutoFit/>
          </a:bodyPr>
          <a:lstStyle/>
          <a:p>
            <a:pPr algn="dist"/>
            <a:r>
              <a:rPr lang="zh-CN" altLang="en-US" sz="9600" dirty="0">
                <a:solidFill>
                  <a:schemeClr val="tx1">
                    <a:lumMod val="75000"/>
                    <a:lumOff val="25000"/>
                  </a:schemeClr>
                </a:solidFill>
                <a:latin typeface="华文细黑" panose="02010600040101010101" pitchFamily="2" charset="-122"/>
                <a:ea typeface="华文细黑" panose="02010600040101010101" pitchFamily="2" charset="-122"/>
              </a:rPr>
              <a:t>再见</a:t>
            </a:r>
          </a:p>
        </p:txBody>
      </p:sp>
      <p:grpSp>
        <p:nvGrpSpPr>
          <p:cNvPr id="7" name="组合 6"/>
          <p:cNvGrpSpPr/>
          <p:nvPr/>
        </p:nvGrpSpPr>
        <p:grpSpPr>
          <a:xfrm>
            <a:off x="-35242" y="-635"/>
            <a:ext cx="12235180" cy="7702550"/>
            <a:chOff x="-57" y="-1"/>
            <a:chExt cx="19268" cy="12130"/>
          </a:xfrm>
        </p:grpSpPr>
        <p:sp>
          <p:nvSpPr>
            <p:cNvPr id="15" name="任意多边形: 形状 14"/>
            <p:cNvSpPr/>
            <p:nvPr/>
          </p:nvSpPr>
          <p:spPr>
            <a:xfrm>
              <a:off x="0" y="1291"/>
              <a:ext cx="19197" cy="10839"/>
            </a:xfrm>
            <a:custGeom>
              <a:avLst/>
              <a:gdLst>
                <a:gd name="connsiteX0" fmla="*/ 3583673 w 12192000"/>
                <a:gd name="connsiteY0" fmla="*/ 2333624 h 6858000"/>
                <a:gd name="connsiteX1" fmla="*/ 2468198 w 12192000"/>
                <a:gd name="connsiteY1" fmla="*/ 3429000 h 6858000"/>
                <a:gd name="connsiteX2" fmla="*/ 3583673 w 12192000"/>
                <a:gd name="connsiteY2" fmla="*/ 4524376 h 6858000"/>
                <a:gd name="connsiteX3" fmla="*/ 3583694 w 12192000"/>
                <a:gd name="connsiteY3" fmla="*/ 4524374 h 6858000"/>
                <a:gd name="connsiteX4" fmla="*/ 8608307 w 12192000"/>
                <a:gd name="connsiteY4" fmla="*/ 4524374 h 6858000"/>
                <a:gd name="connsiteX5" fmla="*/ 8608327 w 12192000"/>
                <a:gd name="connsiteY5" fmla="*/ 4524376 h 6858000"/>
                <a:gd name="connsiteX6" fmla="*/ 8608349 w 12192000"/>
                <a:gd name="connsiteY6" fmla="*/ 4524374 h 6858000"/>
                <a:gd name="connsiteX7" fmla="*/ 8728919 w 12192000"/>
                <a:gd name="connsiteY7" fmla="*/ 4524374 h 6858000"/>
                <a:gd name="connsiteX8" fmla="*/ 8728919 w 12192000"/>
                <a:gd name="connsiteY8" fmla="*/ 4512439 h 6858000"/>
                <a:gd name="connsiteX9" fmla="*/ 8833135 w 12192000"/>
                <a:gd name="connsiteY9" fmla="*/ 4502121 h 6858000"/>
                <a:gd name="connsiteX10" fmla="*/ 9723802 w 12192000"/>
                <a:gd name="connsiteY10" fmla="*/ 3429000 h 6858000"/>
                <a:gd name="connsiteX11" fmla="*/ 8833135 w 12192000"/>
                <a:gd name="connsiteY11" fmla="*/ 2355879 h 6858000"/>
                <a:gd name="connsiteX12" fmla="*/ 8728919 w 12192000"/>
                <a:gd name="connsiteY12" fmla="*/ 2345561 h 6858000"/>
                <a:gd name="connsiteX13" fmla="*/ 8728919 w 12192000"/>
                <a:gd name="connsiteY13" fmla="*/ 2333624 h 6858000"/>
                <a:gd name="connsiteX14" fmla="*/ 8608327 w 12192000"/>
                <a:gd name="connsiteY14" fmla="*/ 2333624 h 6858000"/>
                <a:gd name="connsiteX15" fmla="*/ 0 w 12192000"/>
                <a:gd name="connsiteY15" fmla="*/ 0 h 6858000"/>
                <a:gd name="connsiteX16" fmla="*/ 12192000 w 12192000"/>
                <a:gd name="connsiteY16" fmla="*/ 0 h 6858000"/>
                <a:gd name="connsiteX17" fmla="*/ 12192000 w 12192000"/>
                <a:gd name="connsiteY17" fmla="*/ 6858000 h 6858000"/>
                <a:gd name="connsiteX18" fmla="*/ 0 w 12192000"/>
                <a:gd name="connsiteY1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6858000">
                  <a:moveTo>
                    <a:pt x="3583673" y="2333624"/>
                  </a:moveTo>
                  <a:cubicBezTo>
                    <a:pt x="2967613" y="2333624"/>
                    <a:pt x="2468198" y="2824041"/>
                    <a:pt x="2468198" y="3429000"/>
                  </a:cubicBezTo>
                  <a:cubicBezTo>
                    <a:pt x="2468198" y="4033959"/>
                    <a:pt x="2967613" y="4524376"/>
                    <a:pt x="3583673" y="4524376"/>
                  </a:cubicBezTo>
                  <a:lnTo>
                    <a:pt x="3583694" y="4524374"/>
                  </a:lnTo>
                  <a:lnTo>
                    <a:pt x="8608307" y="4524374"/>
                  </a:lnTo>
                  <a:lnTo>
                    <a:pt x="8608327" y="4524376"/>
                  </a:lnTo>
                  <a:lnTo>
                    <a:pt x="8608349" y="4524374"/>
                  </a:lnTo>
                  <a:lnTo>
                    <a:pt x="8728919" y="4524374"/>
                  </a:lnTo>
                  <a:lnTo>
                    <a:pt x="8728919" y="4512439"/>
                  </a:lnTo>
                  <a:lnTo>
                    <a:pt x="8833135" y="4502121"/>
                  </a:lnTo>
                  <a:cubicBezTo>
                    <a:pt x="9341439" y="4399982"/>
                    <a:pt x="9723802" y="3958340"/>
                    <a:pt x="9723802" y="3429000"/>
                  </a:cubicBezTo>
                  <a:cubicBezTo>
                    <a:pt x="9723802" y="2899661"/>
                    <a:pt x="9341439" y="2458018"/>
                    <a:pt x="8833135" y="2355879"/>
                  </a:cubicBezTo>
                  <a:lnTo>
                    <a:pt x="8728919" y="2345561"/>
                  </a:lnTo>
                  <a:lnTo>
                    <a:pt x="8728919" y="2333624"/>
                  </a:lnTo>
                  <a:lnTo>
                    <a:pt x="8608327" y="2333624"/>
                  </a:lnTo>
                  <a:close/>
                  <a:moveTo>
                    <a:pt x="0" y="0"/>
                  </a:moveTo>
                  <a:lnTo>
                    <a:pt x="12192000" y="0"/>
                  </a:lnTo>
                  <a:lnTo>
                    <a:pt x="12192000" y="6858000"/>
                  </a:lnTo>
                  <a:lnTo>
                    <a:pt x="0" y="6858000"/>
                  </a:lnTo>
                  <a:close/>
                </a:path>
              </a:pathLst>
            </a:custGeom>
            <a:solidFill>
              <a:srgbClr val="E3ECF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effectLst>
                  <a:innerShdw blurRad="114300">
                    <a:prstClr val="black"/>
                  </a:innerShdw>
                </a:effectLst>
              </a:endParaRPr>
            </a:p>
          </p:txBody>
        </p:sp>
        <p:pic>
          <p:nvPicPr>
            <p:cNvPr id="4" name="图片 3"/>
            <p:cNvPicPr>
              <a:picLocks noChangeAspect="1"/>
            </p:cNvPicPr>
            <p:nvPr/>
          </p:nvPicPr>
          <p:blipFill>
            <a:blip r:embed="rId5"/>
            <a:stretch>
              <a:fillRect/>
            </a:stretch>
          </p:blipFill>
          <p:spPr>
            <a:xfrm>
              <a:off x="-57" y="-1"/>
              <a:ext cx="19268" cy="1744"/>
            </a:xfrm>
            <a:prstGeom prst="rect">
              <a:avLst/>
            </a:prstGeom>
          </p:spPr>
        </p:pic>
      </p:grpSp>
      <p:sp>
        <p:nvSpPr>
          <p:cNvPr id="8" name="文本框 7"/>
          <p:cNvSpPr txBox="1"/>
          <p:nvPr/>
        </p:nvSpPr>
        <p:spPr>
          <a:xfrm>
            <a:off x="3464204" y="1670813"/>
            <a:ext cx="5177816" cy="1322070"/>
          </a:xfrm>
          <a:prstGeom prst="rect">
            <a:avLst/>
          </a:prstGeom>
          <a:noFill/>
        </p:spPr>
        <p:txBody>
          <a:bodyPr wrap="square" rtlCol="0">
            <a:spAutoFit/>
          </a:bodyPr>
          <a:lstStyle/>
          <a:p>
            <a:pPr algn="dist"/>
            <a:r>
              <a:rPr lang="zh-CN" altLang="en-US" sz="80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再见</a:t>
            </a:r>
            <a:r>
              <a:rPr lang="en-US" altLang="zh-CN" sz="80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思源黑体 CN Regular" panose="020B0500000000000000" pitchFamily="34" charset="-122"/>
              </a:rPr>
              <a:t> Bye</a:t>
            </a:r>
          </a:p>
        </p:txBody>
      </p:sp>
      <p:sp>
        <p:nvSpPr>
          <p:cNvPr id="24" name="文本框 7"/>
          <p:cNvSpPr txBox="1"/>
          <p:nvPr/>
        </p:nvSpPr>
        <p:spPr>
          <a:xfrm>
            <a:off x="-48577" y="213995"/>
            <a:ext cx="530034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《HSK</a:t>
            </a: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标准教程</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5--</a:t>
            </a:r>
            <a:r>
              <a:rPr lang="zh-CN" altLang="en-US"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第三课</a:t>
            </a:r>
            <a:r>
              <a:rPr lang="en-US" altLang="zh-CN" sz="2800" b="1" noProof="0" dirty="0">
                <a:ln>
                  <a:noFill/>
                </a:ln>
                <a:gradFill flip="none" rotWithShape="1">
                  <a:gsLst>
                    <a:gs pos="0">
                      <a:srgbClr val="E3C982"/>
                    </a:gs>
                    <a:gs pos="95000">
                      <a:srgbClr val="B29054"/>
                    </a:gs>
                  </a:gsLst>
                  <a:lin ang="0" scaled="1"/>
                  <a:tileRect/>
                </a:gradFill>
                <a:effectLst/>
                <a:uLnTx/>
                <a:uFillTx/>
                <a:latin typeface="思源黑体 CN Heavy" panose="020B0A00000000000000" pitchFamily="34" charset="-122"/>
                <a:ea typeface="思源黑体 CN Heavy" panose="020B0A00000000000000" pitchFamily="34" charset="-122"/>
                <a:sym typeface="+mn-ea"/>
              </a:rPr>
              <a:t>》</a:t>
            </a:r>
            <a:endParaRPr lang="zh-CN" altLang="en-US" sz="2800" b="1" dirty="0">
              <a:gradFill flip="none" rotWithShape="1">
                <a:gsLst>
                  <a:gs pos="0">
                    <a:srgbClr val="E3C982"/>
                  </a:gs>
                  <a:gs pos="95000">
                    <a:srgbClr val="B29054"/>
                  </a:gs>
                </a:gsLst>
                <a:lin ang="0" scaled="1"/>
                <a:tileRect/>
              </a:gradFill>
              <a:latin typeface="思源黑体 CN Heavy" panose="020B0A00000000000000" pitchFamily="34" charset="-122"/>
              <a:ea typeface="思源黑体 CN Heavy" panose="020B0A00000000000000" pitchFamily="34" charset="-122"/>
            </a:endParaRPr>
          </a:p>
        </p:txBody>
      </p:sp>
      <p:sp>
        <p:nvSpPr>
          <p:cNvPr id="12" name="文本框 11"/>
          <p:cNvSpPr txBox="1"/>
          <p:nvPr/>
        </p:nvSpPr>
        <p:spPr>
          <a:xfrm>
            <a:off x="238243" y="702214"/>
            <a:ext cx="3550139"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noProof="0" dirty="0">
                <a:ln>
                  <a:noFill/>
                </a:ln>
                <a:gradFill flip="none" rotWithShape="1">
                  <a:gsLst>
                    <a:gs pos="0">
                      <a:srgbClr val="E3C982"/>
                    </a:gs>
                    <a:gs pos="95000">
                      <a:srgbClr val="B29054"/>
                    </a:gs>
                  </a:gsLst>
                  <a:lin ang="0" scaled="1"/>
                  <a:tileRect/>
                </a:gradFill>
                <a:effectLst/>
                <a:uLnTx/>
                <a:uFillTx/>
                <a:latin typeface="思源黑体 CN Regular" panose="020B0500000000000000" pitchFamily="34" charset="-122"/>
                <a:ea typeface="思源黑体 CN Regular" panose="020B0500000000000000" pitchFamily="34" charset="-122"/>
                <a:sym typeface="+mn-ea"/>
              </a:rPr>
              <a:t>HSK Standard  Course 5  Lesson3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nodeType="clickEffect">
                                  <p:stCondLst>
                                    <p:cond delay="0"/>
                                  </p:stCondLst>
                                  <p:childTnLst>
                                    <p:animEffect transition="out" filter="wipe(left)">
                                      <p:cBhvr>
                                        <p:cTn id="6" dur="1000"/>
                                        <p:tgtEl>
                                          <p:spTgt spid="6"/>
                                        </p:tgtEl>
                                      </p:cBhvr>
                                    </p:animEffect>
                                    <p:set>
                                      <p:cBhvr>
                                        <p:cTn id="7" dur="1" fill="hold">
                                          <p:stCondLst>
                                            <p:cond delay="999"/>
                                          </p:stCondLst>
                                        </p:cTn>
                                        <p:tgtEl>
                                          <p:spTgt spid="6"/>
                                        </p:tgtEl>
                                        <p:attrNameLst>
                                          <p:attrName>style.visibility</p:attrName>
                                        </p:attrNameLst>
                                      </p:cBhvr>
                                      <p:to>
                                        <p:strVal val="hidden"/>
                                      </p:to>
                                    </p:set>
                                  </p:childTnLst>
                                </p:cTn>
                              </p:par>
                              <p:par>
                                <p:cTn id="8" presetID="63" presetClass="path" presetSubtype="0" fill="hold" nodeType="withEffect">
                                  <p:stCondLst>
                                    <p:cond delay="0"/>
                                  </p:stCondLst>
                                  <p:childTnLst>
                                    <p:animMotion origin="layout" path="M -2.5E-6 -1.11111E-6 L 0.3806 -1.11111E-6 " pathEditMode="relative" rAng="0" ptsTypes="AA">
                                      <p:cBhvr>
                                        <p:cTn id="9" dur="1000" fill="hold"/>
                                        <p:tgtEl>
                                          <p:spTgt spid="18"/>
                                        </p:tgtEl>
                                        <p:attrNameLst>
                                          <p:attrName>ppt_x</p:attrName>
                                          <p:attrName>ppt_y</p:attrName>
                                        </p:attrNameLst>
                                      </p:cBhvr>
                                      <p:rCtr x="19023" y="0"/>
                                    </p:animMotion>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32" presetClass="emph" presetSubtype="0" repeatCount="4000" fill="hold" grpId="1" nodeType="withEffect">
                                  <p:stCondLst>
                                    <p:cond delay="0"/>
                                  </p:stCondLst>
                                  <p:childTnLst>
                                    <p:animRot by="120000">
                                      <p:cBhvr>
                                        <p:cTn id="16" dur="100" fill="hold">
                                          <p:stCondLst>
                                            <p:cond delay="0"/>
                                          </p:stCondLst>
                                        </p:cTn>
                                        <p:tgtEl>
                                          <p:spTgt spid="20"/>
                                        </p:tgtEl>
                                        <p:attrNameLst>
                                          <p:attrName>r</p:attrName>
                                        </p:attrNameLst>
                                      </p:cBhvr>
                                    </p:animRot>
                                    <p:animRot by="-240000">
                                      <p:cBhvr>
                                        <p:cTn id="17" dur="200" fill="hold">
                                          <p:stCondLst>
                                            <p:cond delay="200"/>
                                          </p:stCondLst>
                                        </p:cTn>
                                        <p:tgtEl>
                                          <p:spTgt spid="20"/>
                                        </p:tgtEl>
                                        <p:attrNameLst>
                                          <p:attrName>r</p:attrName>
                                        </p:attrNameLst>
                                      </p:cBhvr>
                                    </p:animRot>
                                    <p:animRot by="240000">
                                      <p:cBhvr>
                                        <p:cTn id="18" dur="200" fill="hold">
                                          <p:stCondLst>
                                            <p:cond delay="400"/>
                                          </p:stCondLst>
                                        </p:cTn>
                                        <p:tgtEl>
                                          <p:spTgt spid="20"/>
                                        </p:tgtEl>
                                        <p:attrNameLst>
                                          <p:attrName>r</p:attrName>
                                        </p:attrNameLst>
                                      </p:cBhvr>
                                    </p:animRot>
                                    <p:animRot by="-240000">
                                      <p:cBhvr>
                                        <p:cTn id="19" dur="200" fill="hold">
                                          <p:stCondLst>
                                            <p:cond delay="600"/>
                                          </p:stCondLst>
                                        </p:cTn>
                                        <p:tgtEl>
                                          <p:spTgt spid="20"/>
                                        </p:tgtEl>
                                        <p:attrNameLst>
                                          <p:attrName>r</p:attrName>
                                        </p:attrNameLst>
                                      </p:cBhvr>
                                    </p:animRot>
                                    <p:animRot by="120000">
                                      <p:cBhvr>
                                        <p:cTn id="20" dur="200" fill="hold">
                                          <p:stCondLst>
                                            <p:cond delay="800"/>
                                          </p:stCondLst>
                                        </p:cTn>
                                        <p:tgtEl>
                                          <p:spTgt spid="20"/>
                                        </p:tgtEl>
                                        <p:attrNameLst>
                                          <p:attrName>r</p:attrName>
                                        </p:attrNameLst>
                                      </p:cBhvr>
                                    </p:animRot>
                                  </p:childTnLst>
                                </p:cTn>
                              </p:par>
                              <p:par>
                                <p:cTn id="21" presetID="32" presetClass="emph" presetSubtype="0" repeatCount="4000" fill="hold" grpId="1" nodeType="withEffect">
                                  <p:stCondLst>
                                    <p:cond delay="0"/>
                                  </p:stCondLst>
                                  <p:childTnLst>
                                    <p:animRot by="120000">
                                      <p:cBhvr>
                                        <p:cTn id="22" dur="100" fill="hold">
                                          <p:stCondLst>
                                            <p:cond delay="0"/>
                                          </p:stCondLst>
                                        </p:cTn>
                                        <p:tgtEl>
                                          <p:spTgt spid="8"/>
                                        </p:tgtEl>
                                        <p:attrNameLst>
                                          <p:attrName>r</p:attrName>
                                        </p:attrNameLst>
                                      </p:cBhvr>
                                    </p:animRot>
                                    <p:animRot by="-240000">
                                      <p:cBhvr>
                                        <p:cTn id="23" dur="200" fill="hold">
                                          <p:stCondLst>
                                            <p:cond delay="200"/>
                                          </p:stCondLst>
                                        </p:cTn>
                                        <p:tgtEl>
                                          <p:spTgt spid="8"/>
                                        </p:tgtEl>
                                        <p:attrNameLst>
                                          <p:attrName>r</p:attrName>
                                        </p:attrNameLst>
                                      </p:cBhvr>
                                    </p:animRot>
                                    <p:animRot by="240000">
                                      <p:cBhvr>
                                        <p:cTn id="24" dur="200" fill="hold">
                                          <p:stCondLst>
                                            <p:cond delay="400"/>
                                          </p:stCondLst>
                                        </p:cTn>
                                        <p:tgtEl>
                                          <p:spTgt spid="8"/>
                                        </p:tgtEl>
                                        <p:attrNameLst>
                                          <p:attrName>r</p:attrName>
                                        </p:attrNameLst>
                                      </p:cBhvr>
                                    </p:animRot>
                                    <p:animRot by="-240000">
                                      <p:cBhvr>
                                        <p:cTn id="25" dur="200" fill="hold">
                                          <p:stCondLst>
                                            <p:cond delay="600"/>
                                          </p:stCondLst>
                                        </p:cTn>
                                        <p:tgtEl>
                                          <p:spTgt spid="8"/>
                                        </p:tgtEl>
                                        <p:attrNameLst>
                                          <p:attrName>r</p:attrName>
                                        </p:attrNameLst>
                                      </p:cBhvr>
                                    </p:animRot>
                                    <p:animRot by="120000">
                                      <p:cBhvr>
                                        <p:cTn id="26" dur="200" fill="hold">
                                          <p:stCondLst>
                                            <p:cond delay="800"/>
                                          </p:stCondLst>
                                        </p:cTn>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1"/>
      <p:bldP spid="8" grpId="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A0MmQ4N2JlZDRkYTVmM2QxMDAwYTU3YTQ3MzY2OGU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PA" val="v5.2.11"/>
</p:tagLst>
</file>

<file path=ppt/tags/tag65.xml><?xml version="1.0" encoding="utf-8"?>
<p:tagLst xmlns:a="http://schemas.openxmlformats.org/drawingml/2006/main" xmlns:r="http://schemas.openxmlformats.org/officeDocument/2006/relationships" xmlns:p="http://schemas.openxmlformats.org/presentationml/2006/main">
  <p:tag name="PA" val="v5.2.11"/>
</p:tagLst>
</file>

<file path=ppt/tags/tag66.xml><?xml version="1.0" encoding="utf-8"?>
<p:tagLst xmlns:a="http://schemas.openxmlformats.org/drawingml/2006/main" xmlns:r="http://schemas.openxmlformats.org/officeDocument/2006/relationships" xmlns:p="http://schemas.openxmlformats.org/presentationml/2006/main">
  <p:tag name="PA" val="v5.2.11"/>
</p:tagLst>
</file>

<file path=ppt/tags/tag67.xml><?xml version="1.0" encoding="utf-8"?>
<p:tagLst xmlns:a="http://schemas.openxmlformats.org/drawingml/2006/main" xmlns:r="http://schemas.openxmlformats.org/officeDocument/2006/relationships" xmlns:p="http://schemas.openxmlformats.org/presentationml/2006/main">
  <p:tag name="PA" val="v5.2.11"/>
</p:tagLst>
</file>

<file path=ppt/tags/tag68.xml><?xml version="1.0" encoding="utf-8"?>
<p:tagLst xmlns:a="http://schemas.openxmlformats.org/drawingml/2006/main" xmlns:r="http://schemas.openxmlformats.org/officeDocument/2006/relationships" xmlns:p="http://schemas.openxmlformats.org/presentationml/2006/main">
  <p:tag name="PA" val="v5.2.11"/>
</p:tagLst>
</file>

<file path=ppt/tags/tag69.xml><?xml version="1.0" encoding="utf-8"?>
<p:tagLst xmlns:a="http://schemas.openxmlformats.org/drawingml/2006/main" xmlns:r="http://schemas.openxmlformats.org/officeDocument/2006/relationships" xmlns:p="http://schemas.openxmlformats.org/presentationml/2006/main">
  <p:tag name="PA" val="v5.2.11"/>
</p:tagLst>
</file>

<file path=ppt/tags/tag70.xml><?xml version="1.0" encoding="utf-8"?>
<p:tagLst xmlns:a="http://schemas.openxmlformats.org/drawingml/2006/main" xmlns:r="http://schemas.openxmlformats.org/officeDocument/2006/relationships" xmlns:p="http://schemas.openxmlformats.org/presentationml/2006/main">
  <p:tag name="PA" val="v5.2.11"/>
</p:tagLst>
</file>

<file path=ppt/tags/tag71.xml><?xml version="1.0" encoding="utf-8"?>
<p:tagLst xmlns:a="http://schemas.openxmlformats.org/drawingml/2006/main" xmlns:r="http://schemas.openxmlformats.org/officeDocument/2006/relationships" xmlns:p="http://schemas.openxmlformats.org/presentationml/2006/main">
  <p:tag name="PA" val="v5.2.11"/>
</p:tagLst>
</file>

<file path=ppt/tags/tag72.xml><?xml version="1.0" encoding="utf-8"?>
<p:tagLst xmlns:a="http://schemas.openxmlformats.org/drawingml/2006/main" xmlns:r="http://schemas.openxmlformats.org/officeDocument/2006/relationships" xmlns:p="http://schemas.openxmlformats.org/presentationml/2006/main">
  <p:tag name="PA" val="v5.2.11"/>
</p:tagLst>
</file>

<file path=ppt/tags/tag73.xml><?xml version="1.0" encoding="utf-8"?>
<p:tagLst xmlns:a="http://schemas.openxmlformats.org/drawingml/2006/main" xmlns:r="http://schemas.openxmlformats.org/officeDocument/2006/relationships" xmlns:p="http://schemas.openxmlformats.org/presentationml/2006/main">
  <p:tag name="PA" val="v5.2.11"/>
</p:tagLst>
</file>

<file path=ppt/tags/tag74.xml><?xml version="1.0" encoding="utf-8"?>
<p:tagLst xmlns:a="http://schemas.openxmlformats.org/drawingml/2006/main" xmlns:r="http://schemas.openxmlformats.org/officeDocument/2006/relationships" xmlns:p="http://schemas.openxmlformats.org/presentationml/2006/main">
  <p:tag name="PA" val="v5.2.11"/>
</p:tagLst>
</file>

<file path=ppt/tags/tag75.xml><?xml version="1.0" encoding="utf-8"?>
<p:tagLst xmlns:a="http://schemas.openxmlformats.org/drawingml/2006/main" xmlns:r="http://schemas.openxmlformats.org/officeDocument/2006/relationships" xmlns:p="http://schemas.openxmlformats.org/presentationml/2006/main">
  <p:tag name="PA" val="v5.2.11"/>
</p:tagLst>
</file>

<file path=ppt/tags/tag76.xml><?xml version="1.0" encoding="utf-8"?>
<p:tagLst xmlns:a="http://schemas.openxmlformats.org/drawingml/2006/main" xmlns:r="http://schemas.openxmlformats.org/officeDocument/2006/relationships" xmlns:p="http://schemas.openxmlformats.org/presentationml/2006/main">
  <p:tag name="PA" val="v5.2.11"/>
</p:tagLst>
</file>

<file path=ppt/tags/tag77.xml><?xml version="1.0" encoding="utf-8"?>
<p:tagLst xmlns:a="http://schemas.openxmlformats.org/drawingml/2006/main" xmlns:r="http://schemas.openxmlformats.org/officeDocument/2006/relationships" xmlns:p="http://schemas.openxmlformats.org/presentationml/2006/main">
  <p:tag name="PA" val="v5.2.11"/>
</p:tagLst>
</file>

<file path=ppt/tags/tag78.xml><?xml version="1.0" encoding="utf-8"?>
<p:tagLst xmlns:a="http://schemas.openxmlformats.org/drawingml/2006/main" xmlns:r="http://schemas.openxmlformats.org/officeDocument/2006/relationships" xmlns:p="http://schemas.openxmlformats.org/presentationml/2006/main">
  <p:tag name="PA" val="v5.2.11"/>
</p:tagLst>
</file>

<file path=ppt/tags/tag79.xml><?xml version="1.0" encoding="utf-8"?>
<p:tagLst xmlns:a="http://schemas.openxmlformats.org/drawingml/2006/main" xmlns:r="http://schemas.openxmlformats.org/officeDocument/2006/relationships" xmlns:p="http://schemas.openxmlformats.org/presentationml/2006/main">
  <p:tag name="PA" val="v5.2.11"/>
</p:tagLst>
</file>

<file path=ppt/tags/tag80.xml><?xml version="1.0" encoding="utf-8"?>
<p:tagLst xmlns:a="http://schemas.openxmlformats.org/drawingml/2006/main" xmlns:r="http://schemas.openxmlformats.org/officeDocument/2006/relationships" xmlns:p="http://schemas.openxmlformats.org/presentationml/2006/main">
  <p:tag name="PA" val="v5.2.11"/>
</p:tagLst>
</file>

<file path=ppt/tags/tag81.xml><?xml version="1.0" encoding="utf-8"?>
<p:tagLst xmlns:a="http://schemas.openxmlformats.org/drawingml/2006/main" xmlns:r="http://schemas.openxmlformats.org/officeDocument/2006/relationships" xmlns:p="http://schemas.openxmlformats.org/presentationml/2006/main">
  <p:tag name="PA" val="v5.2.11"/>
</p:tagLst>
</file>

<file path=ppt/tags/tag82.xml><?xml version="1.0" encoding="utf-8"?>
<p:tagLst xmlns:a="http://schemas.openxmlformats.org/drawingml/2006/main" xmlns:r="http://schemas.openxmlformats.org/officeDocument/2006/relationships" xmlns:p="http://schemas.openxmlformats.org/presentationml/2006/main">
  <p:tag name="PA" val="v5.2.11"/>
</p:tagLst>
</file>

<file path=ppt/tags/tag83.xml><?xml version="1.0" encoding="utf-8"?>
<p:tagLst xmlns:a="http://schemas.openxmlformats.org/drawingml/2006/main" xmlns:r="http://schemas.openxmlformats.org/officeDocument/2006/relationships" xmlns:p="http://schemas.openxmlformats.org/presentationml/2006/main">
  <p:tag name="PA" val="v5.2.11"/>
</p:tagLst>
</file>

<file path=ppt/tags/tag84.xml><?xml version="1.0" encoding="utf-8"?>
<p:tagLst xmlns:a="http://schemas.openxmlformats.org/drawingml/2006/main" xmlns:r="http://schemas.openxmlformats.org/officeDocument/2006/relationships" xmlns:p="http://schemas.openxmlformats.org/presentationml/2006/main">
  <p:tag name="PA" val="v5.2.11"/>
</p:tagLst>
</file>

<file path=ppt/tags/tag85.xml><?xml version="1.0" encoding="utf-8"?>
<p:tagLst xmlns:a="http://schemas.openxmlformats.org/drawingml/2006/main" xmlns:r="http://schemas.openxmlformats.org/officeDocument/2006/relationships" xmlns:p="http://schemas.openxmlformats.org/presentationml/2006/main">
  <p:tag name="PA" val="v5.2.11"/>
</p:tagLst>
</file>

<file path=ppt/tags/tag86.xml><?xml version="1.0" encoding="utf-8"?>
<p:tagLst xmlns:a="http://schemas.openxmlformats.org/drawingml/2006/main" xmlns:r="http://schemas.openxmlformats.org/officeDocument/2006/relationships" xmlns:p="http://schemas.openxmlformats.org/presentationml/2006/main">
  <p:tag name="PA" val="v5.2.11"/>
</p:tagLst>
</file>

<file path=ppt/tags/tag87.xml><?xml version="1.0" encoding="utf-8"?>
<p:tagLst xmlns:a="http://schemas.openxmlformats.org/drawingml/2006/main" xmlns:r="http://schemas.openxmlformats.org/officeDocument/2006/relationships" xmlns:p="http://schemas.openxmlformats.org/presentationml/2006/main">
  <p:tag name="PA" val="v5.2.11"/>
</p:tagLst>
</file>

<file path=ppt/tags/tag88.xml><?xml version="1.0" encoding="utf-8"?>
<p:tagLst xmlns:a="http://schemas.openxmlformats.org/drawingml/2006/main" xmlns:r="http://schemas.openxmlformats.org/officeDocument/2006/relationships" xmlns:p="http://schemas.openxmlformats.org/presentationml/2006/main">
  <p:tag name="PA" val="v5.2.11"/>
</p:tagLst>
</file>

<file path=ppt/tags/tag89.xml><?xml version="1.0" encoding="utf-8"?>
<p:tagLst xmlns:a="http://schemas.openxmlformats.org/drawingml/2006/main" xmlns:r="http://schemas.openxmlformats.org/officeDocument/2006/relationships" xmlns:p="http://schemas.openxmlformats.org/presentationml/2006/main">
  <p:tag name="PA" val="v5.2.11"/>
</p:tagLst>
</file>

<file path=ppt/tags/tag90.xml><?xml version="1.0" encoding="utf-8"?>
<p:tagLst xmlns:a="http://schemas.openxmlformats.org/drawingml/2006/main" xmlns:r="http://schemas.openxmlformats.org/officeDocument/2006/relationships" xmlns:p="http://schemas.openxmlformats.org/presentationml/2006/main">
  <p:tag name="PA" val="v5.2.11"/>
</p:tagLst>
</file>

<file path=ppt/tags/tag91.xml><?xml version="1.0" encoding="utf-8"?>
<p:tagLst xmlns:a="http://schemas.openxmlformats.org/drawingml/2006/main" xmlns:r="http://schemas.openxmlformats.org/officeDocument/2006/relationships" xmlns:p="http://schemas.openxmlformats.org/presentationml/2006/main">
  <p:tag name="PA" val="v5.2.11"/>
</p:tagLst>
</file>

<file path=ppt/tags/tag92.xml><?xml version="1.0" encoding="utf-8"?>
<p:tagLst xmlns:a="http://schemas.openxmlformats.org/drawingml/2006/main" xmlns:r="http://schemas.openxmlformats.org/officeDocument/2006/relationships" xmlns:p="http://schemas.openxmlformats.org/presentationml/2006/main">
  <p:tag name="PA" val="v5.2.11"/>
</p:tagLst>
</file>

<file path=ppt/tags/tag93.xml><?xml version="1.0" encoding="utf-8"?>
<p:tagLst xmlns:a="http://schemas.openxmlformats.org/drawingml/2006/main" xmlns:r="http://schemas.openxmlformats.org/officeDocument/2006/relationships" xmlns:p="http://schemas.openxmlformats.org/presentationml/2006/main">
  <p:tag name="PA" val="v5.2.11"/>
</p:tagLst>
</file>

<file path=ppt/tags/tag94.xml><?xml version="1.0" encoding="utf-8"?>
<p:tagLst xmlns:a="http://schemas.openxmlformats.org/drawingml/2006/main" xmlns:r="http://schemas.openxmlformats.org/officeDocument/2006/relationships" xmlns:p="http://schemas.openxmlformats.org/presentationml/2006/main">
  <p:tag name="PA" val="v5.2.11"/>
</p:tagLst>
</file>

<file path=ppt/tags/tag95.xml><?xml version="1.0" encoding="utf-8"?>
<p:tagLst xmlns:a="http://schemas.openxmlformats.org/drawingml/2006/main" xmlns:r="http://schemas.openxmlformats.org/officeDocument/2006/relationships" xmlns:p="http://schemas.openxmlformats.org/presentationml/2006/main">
  <p:tag name="PA" val="v5.2.11"/>
</p:tagLst>
</file>

<file path=ppt/tags/tag96.xml><?xml version="1.0" encoding="utf-8"?>
<p:tagLst xmlns:a="http://schemas.openxmlformats.org/drawingml/2006/main" xmlns:r="http://schemas.openxmlformats.org/officeDocument/2006/relationships" xmlns:p="http://schemas.openxmlformats.org/presentationml/2006/main">
  <p:tag name="PA" val="v5.2.11"/>
</p:tagLst>
</file>

<file path=ppt/tags/tag97.xml><?xml version="1.0" encoding="utf-8"?>
<p:tagLst xmlns:a="http://schemas.openxmlformats.org/drawingml/2006/main" xmlns:r="http://schemas.openxmlformats.org/officeDocument/2006/relationships" xmlns:p="http://schemas.openxmlformats.org/presentationml/2006/main">
  <p:tag name="PA" val="v5.2.11"/>
</p:tagLst>
</file>

<file path=ppt/tags/tag98.xml><?xml version="1.0" encoding="utf-8"?>
<p:tagLst xmlns:a="http://schemas.openxmlformats.org/drawingml/2006/main" xmlns:r="http://schemas.openxmlformats.org/officeDocument/2006/relationships" xmlns:p="http://schemas.openxmlformats.org/presentationml/2006/main">
  <p:tag name="PA" val="v5.2.11"/>
</p:tagLst>
</file>

<file path=ppt/tags/tag99.xml><?xml version="1.0" encoding="utf-8"?>
<p:tagLst xmlns:a="http://schemas.openxmlformats.org/drawingml/2006/main" xmlns:r="http://schemas.openxmlformats.org/officeDocument/2006/relationships" xmlns:p="http://schemas.openxmlformats.org/presentationml/2006/main">
  <p:tag name="PA" val="v5.2.11"/>
</p:tagLst>
</file>

<file path=ppt/tags/tag100.xml><?xml version="1.0" encoding="utf-8"?>
<p:tagLst xmlns:a="http://schemas.openxmlformats.org/drawingml/2006/main" xmlns:r="http://schemas.openxmlformats.org/officeDocument/2006/relationships" xmlns:p="http://schemas.openxmlformats.org/presentationml/2006/main">
  <p:tag name="PA" val="v5.2.11"/>
</p:tagLst>
</file>

<file path=ppt/tags/tag101.xml><?xml version="1.0" encoding="utf-8"?>
<p:tagLst xmlns:a="http://schemas.openxmlformats.org/drawingml/2006/main" xmlns:r="http://schemas.openxmlformats.org/officeDocument/2006/relationships" xmlns:p="http://schemas.openxmlformats.org/presentationml/2006/main">
  <p:tag name="PA" val="v5.2.11"/>
</p:tagLst>
</file>

<file path=ppt/tags/tag102.xml><?xml version="1.0" encoding="utf-8"?>
<p:tagLst xmlns:a="http://schemas.openxmlformats.org/drawingml/2006/main" xmlns:r="http://schemas.openxmlformats.org/officeDocument/2006/relationships" xmlns:p="http://schemas.openxmlformats.org/presentationml/2006/main">
  <p:tag name="PA" val="v5.2.11"/>
</p:tagLst>
</file>

<file path=ppt/tags/tag103.xml><?xml version="1.0" encoding="utf-8"?>
<p:tagLst xmlns:a="http://schemas.openxmlformats.org/drawingml/2006/main" xmlns:r="http://schemas.openxmlformats.org/officeDocument/2006/relationships" xmlns:p="http://schemas.openxmlformats.org/presentationml/2006/main">
  <p:tag name="PA" val="v5.2.11"/>
</p:tagLst>
</file>

<file path=ppt/tags/tag104.xml><?xml version="1.0" encoding="utf-8"?>
<p:tagLst xmlns:a="http://schemas.openxmlformats.org/drawingml/2006/main" xmlns:r="http://schemas.openxmlformats.org/officeDocument/2006/relationships" xmlns:p="http://schemas.openxmlformats.org/presentationml/2006/main">
  <p:tag name="PA" val="v5.2.11"/>
</p:tagLst>
</file>

<file path=ppt/tags/tag105.xml><?xml version="1.0" encoding="utf-8"?>
<p:tagLst xmlns:a="http://schemas.openxmlformats.org/drawingml/2006/main" xmlns:r="http://schemas.openxmlformats.org/officeDocument/2006/relationships" xmlns:p="http://schemas.openxmlformats.org/presentationml/2006/main">
  <p:tag name="PA" val="v5.2.11"/>
</p:tagLst>
</file>

<file path=ppt/tags/tag106.xml><?xml version="1.0" encoding="utf-8"?>
<p:tagLst xmlns:a="http://schemas.openxmlformats.org/drawingml/2006/main" xmlns:r="http://schemas.openxmlformats.org/officeDocument/2006/relationships" xmlns:p="http://schemas.openxmlformats.org/presentationml/2006/main">
  <p:tag name="PA" val="v5.2.11"/>
</p:tagLst>
</file>

<file path=ppt/tags/tag107.xml><?xml version="1.0" encoding="utf-8"?>
<p:tagLst xmlns:a="http://schemas.openxmlformats.org/drawingml/2006/main" xmlns:r="http://schemas.openxmlformats.org/officeDocument/2006/relationships" xmlns:p="http://schemas.openxmlformats.org/presentationml/2006/main">
  <p:tag name="PA" val="v5.2.11"/>
</p:tagLst>
</file>

<file path=ppt/tags/tag108.xml><?xml version="1.0" encoding="utf-8"?>
<p:tagLst xmlns:a="http://schemas.openxmlformats.org/drawingml/2006/main" xmlns:r="http://schemas.openxmlformats.org/officeDocument/2006/relationships" xmlns:p="http://schemas.openxmlformats.org/presentationml/2006/main">
  <p:tag name="PA" val="v5.2.11"/>
</p:tagLst>
</file>

<file path=ppt/tags/tag109.xml><?xml version="1.0" encoding="utf-8"?>
<p:tagLst xmlns:a="http://schemas.openxmlformats.org/drawingml/2006/main" xmlns:r="http://schemas.openxmlformats.org/officeDocument/2006/relationships" xmlns:p="http://schemas.openxmlformats.org/presentationml/2006/main">
  <p:tag name="PA" val="v5.2.11"/>
</p:tagLst>
</file>

<file path=ppt/tags/tag110.xml><?xml version="1.0" encoding="utf-8"?>
<p:tagLst xmlns:a="http://schemas.openxmlformats.org/drawingml/2006/main" xmlns:r="http://schemas.openxmlformats.org/officeDocument/2006/relationships" xmlns:p="http://schemas.openxmlformats.org/presentationml/2006/main">
  <p:tag name="PA" val="v5.2.11"/>
</p:tagLst>
</file>

<file path=ppt/tags/tag111.xml><?xml version="1.0" encoding="utf-8"?>
<p:tagLst xmlns:a="http://schemas.openxmlformats.org/drawingml/2006/main" xmlns:r="http://schemas.openxmlformats.org/officeDocument/2006/relationships" xmlns:p="http://schemas.openxmlformats.org/presentationml/2006/main">
  <p:tag name="PA" val="v5.2.11"/>
</p:tagLst>
</file>

<file path=ppt/tags/tag112.xml><?xml version="1.0" encoding="utf-8"?>
<p:tagLst xmlns:a="http://schemas.openxmlformats.org/drawingml/2006/main" xmlns:r="http://schemas.openxmlformats.org/officeDocument/2006/relationships" xmlns:p="http://schemas.openxmlformats.org/presentationml/2006/main">
  <p:tag name="PA" val="v5.2.11"/>
</p:tagLst>
</file>

<file path=ppt/tags/tag113.xml><?xml version="1.0" encoding="utf-8"?>
<p:tagLst xmlns:a="http://schemas.openxmlformats.org/drawingml/2006/main" xmlns:r="http://schemas.openxmlformats.org/officeDocument/2006/relationships" xmlns:p="http://schemas.openxmlformats.org/presentationml/2006/main">
  <p:tag name="PA" val="v5.2.11"/>
</p:tagLst>
</file>

<file path=ppt/tags/tag114.xml><?xml version="1.0" encoding="utf-8"?>
<p:tagLst xmlns:a="http://schemas.openxmlformats.org/drawingml/2006/main" xmlns:r="http://schemas.openxmlformats.org/officeDocument/2006/relationships" xmlns:p="http://schemas.openxmlformats.org/presentationml/2006/main">
  <p:tag name="PA" val="v5.2.11"/>
</p:tagLst>
</file>

<file path=ppt/tags/tag115.xml><?xml version="1.0" encoding="utf-8"?>
<p:tagLst xmlns:a="http://schemas.openxmlformats.org/drawingml/2006/main" xmlns:r="http://schemas.openxmlformats.org/officeDocument/2006/relationships" xmlns:p="http://schemas.openxmlformats.org/presentationml/2006/main">
  <p:tag name="PA" val="v5.2.11"/>
</p:tagLst>
</file>

<file path=ppt/tags/tag116.xml><?xml version="1.0" encoding="utf-8"?>
<p:tagLst xmlns:a="http://schemas.openxmlformats.org/drawingml/2006/main" xmlns:r="http://schemas.openxmlformats.org/officeDocument/2006/relationships" xmlns:p="http://schemas.openxmlformats.org/presentationml/2006/main">
  <p:tag name="PA" val="v5.2.11"/>
</p:tagLst>
</file>

<file path=ppt/tags/tag117.xml><?xml version="1.0" encoding="utf-8"?>
<p:tagLst xmlns:a="http://schemas.openxmlformats.org/drawingml/2006/main" xmlns:r="http://schemas.openxmlformats.org/officeDocument/2006/relationships" xmlns:p="http://schemas.openxmlformats.org/presentationml/2006/main">
  <p:tag name="PA" val="v5.2.11"/>
</p:tagLst>
</file>

<file path=ppt/tags/tag118.xml><?xml version="1.0" encoding="utf-8"?>
<p:tagLst xmlns:a="http://schemas.openxmlformats.org/drawingml/2006/main" xmlns:r="http://schemas.openxmlformats.org/officeDocument/2006/relationships" xmlns:p="http://schemas.openxmlformats.org/presentationml/2006/main">
  <p:tag name="PA" val="v5.2.11"/>
</p:tagLst>
</file>

<file path=ppt/tags/tag119.xml><?xml version="1.0" encoding="utf-8"?>
<p:tagLst xmlns:a="http://schemas.openxmlformats.org/drawingml/2006/main" xmlns:r="http://schemas.openxmlformats.org/officeDocument/2006/relationships" xmlns:p="http://schemas.openxmlformats.org/presentationml/2006/main">
  <p:tag name="PA" val="v5.2.11"/>
</p:tagLst>
</file>

<file path=ppt/tags/tag120.xml><?xml version="1.0" encoding="utf-8"?>
<p:tagLst xmlns:a="http://schemas.openxmlformats.org/drawingml/2006/main" xmlns:r="http://schemas.openxmlformats.org/officeDocument/2006/relationships" xmlns:p="http://schemas.openxmlformats.org/presentationml/2006/main">
  <p:tag name="PA" val="v5.2.11"/>
</p:tagLst>
</file>

<file path=ppt/tags/tag121.xml><?xml version="1.0" encoding="utf-8"?>
<p:tagLst xmlns:a="http://schemas.openxmlformats.org/drawingml/2006/main" xmlns:r="http://schemas.openxmlformats.org/officeDocument/2006/relationships" xmlns:p="http://schemas.openxmlformats.org/presentationml/2006/main">
  <p:tag name="PA" val="v5.2.11"/>
</p:tagLst>
</file>

<file path=ppt/tags/tag122.xml><?xml version="1.0" encoding="utf-8"?>
<p:tagLst xmlns:a="http://schemas.openxmlformats.org/drawingml/2006/main" xmlns:r="http://schemas.openxmlformats.org/officeDocument/2006/relationships" xmlns:p="http://schemas.openxmlformats.org/presentationml/2006/main">
  <p:tag name="PA" val="v5.2.11"/>
</p:tagLst>
</file>

<file path=ppt/tags/tag123.xml><?xml version="1.0" encoding="utf-8"?>
<p:tagLst xmlns:a="http://schemas.openxmlformats.org/drawingml/2006/main" xmlns:r="http://schemas.openxmlformats.org/officeDocument/2006/relationships" xmlns:p="http://schemas.openxmlformats.org/presentationml/2006/main">
  <p:tag name="PA" val="v5.2.11"/>
</p:tagLst>
</file>

<file path=ppt/tags/tag124.xml><?xml version="1.0" encoding="utf-8"?>
<p:tagLst xmlns:a="http://schemas.openxmlformats.org/drawingml/2006/main" xmlns:r="http://schemas.openxmlformats.org/officeDocument/2006/relationships" xmlns:p="http://schemas.openxmlformats.org/presentationml/2006/main">
  <p:tag name="PA" val="v5.2.11"/>
</p:tagLst>
</file>

<file path=ppt/tags/tag125.xml><?xml version="1.0" encoding="utf-8"?>
<p:tagLst xmlns:a="http://schemas.openxmlformats.org/drawingml/2006/main" xmlns:r="http://schemas.openxmlformats.org/officeDocument/2006/relationships" xmlns:p="http://schemas.openxmlformats.org/presentationml/2006/main">
  <p:tag name="PA" val="v5.2.11"/>
</p:tagLst>
</file>

<file path=ppt/tags/tag126.xml><?xml version="1.0" encoding="utf-8"?>
<p:tagLst xmlns:a="http://schemas.openxmlformats.org/drawingml/2006/main" xmlns:r="http://schemas.openxmlformats.org/officeDocument/2006/relationships" xmlns:p="http://schemas.openxmlformats.org/presentationml/2006/main">
  <p:tag name="PA" val="v5.2.11"/>
</p:tagLst>
</file>

<file path=ppt/tags/tag127.xml><?xml version="1.0" encoding="utf-8"?>
<p:tagLst xmlns:a="http://schemas.openxmlformats.org/drawingml/2006/main" xmlns:r="http://schemas.openxmlformats.org/officeDocument/2006/relationships" xmlns:p="http://schemas.openxmlformats.org/presentationml/2006/main">
  <p:tag name="PA" val="v5.2.11"/>
</p:tagLst>
</file>

<file path=ppt/tags/tag128.xml><?xml version="1.0" encoding="utf-8"?>
<p:tagLst xmlns:a="http://schemas.openxmlformats.org/drawingml/2006/main" xmlns:r="http://schemas.openxmlformats.org/officeDocument/2006/relationships" xmlns:p="http://schemas.openxmlformats.org/presentationml/2006/main">
  <p:tag name="PA" val="v5.2.11"/>
</p:tagLst>
</file>

<file path=ppt/tags/tag129.xml><?xml version="1.0" encoding="utf-8"?>
<p:tagLst xmlns:a="http://schemas.openxmlformats.org/drawingml/2006/main" xmlns:r="http://schemas.openxmlformats.org/officeDocument/2006/relationships" xmlns:p="http://schemas.openxmlformats.org/presentationml/2006/main">
  <p:tag name="PA" val="v5.2.11"/>
</p:tagLst>
</file>

<file path=ppt/tags/tag130.xml><?xml version="1.0" encoding="utf-8"?>
<p:tagLst xmlns:a="http://schemas.openxmlformats.org/drawingml/2006/main" xmlns:r="http://schemas.openxmlformats.org/officeDocument/2006/relationships" xmlns:p="http://schemas.openxmlformats.org/presentationml/2006/main">
  <p:tag name="PA" val="v5.2.11"/>
</p:tagLst>
</file>

<file path=ppt/tags/tag131.xml><?xml version="1.0" encoding="utf-8"?>
<p:tagLst xmlns:a="http://schemas.openxmlformats.org/drawingml/2006/main" xmlns:r="http://schemas.openxmlformats.org/officeDocument/2006/relationships" xmlns:p="http://schemas.openxmlformats.org/presentationml/2006/main">
  <p:tag name="PA" val="v5.2.11"/>
</p:tagLst>
</file>

<file path=ppt/tags/tag132.xml><?xml version="1.0" encoding="utf-8"?>
<p:tagLst xmlns:a="http://schemas.openxmlformats.org/drawingml/2006/main" xmlns:r="http://schemas.openxmlformats.org/officeDocument/2006/relationships" xmlns:p="http://schemas.openxmlformats.org/presentationml/2006/main">
  <p:tag name="PA" val="v5.2.11"/>
</p:tagLst>
</file>

<file path=ppt/tags/tag133.xml><?xml version="1.0" encoding="utf-8"?>
<p:tagLst xmlns:a="http://schemas.openxmlformats.org/drawingml/2006/main" xmlns:r="http://schemas.openxmlformats.org/officeDocument/2006/relationships" xmlns:p="http://schemas.openxmlformats.org/presentationml/2006/main">
  <p:tag name="PA" val="v5.2.11"/>
</p:tagLst>
</file>

<file path=ppt/tags/tag134.xml><?xml version="1.0" encoding="utf-8"?>
<p:tagLst xmlns:a="http://schemas.openxmlformats.org/drawingml/2006/main" xmlns:r="http://schemas.openxmlformats.org/officeDocument/2006/relationships" xmlns:p="http://schemas.openxmlformats.org/presentationml/2006/main">
  <p:tag name="PA" val="v5.2.11"/>
</p:tagLst>
</file>

<file path=ppt/tags/tag135.xml><?xml version="1.0" encoding="utf-8"?>
<p:tagLst xmlns:a="http://schemas.openxmlformats.org/drawingml/2006/main" xmlns:r="http://schemas.openxmlformats.org/officeDocument/2006/relationships" xmlns:p="http://schemas.openxmlformats.org/presentationml/2006/main">
  <p:tag name="PA" val="v5.2.11"/>
</p:tagLst>
</file>

<file path=ppt/tags/tag136.xml><?xml version="1.0" encoding="utf-8"?>
<p:tagLst xmlns:a="http://schemas.openxmlformats.org/drawingml/2006/main" xmlns:r="http://schemas.openxmlformats.org/officeDocument/2006/relationships" xmlns:p="http://schemas.openxmlformats.org/presentationml/2006/main">
  <p:tag name="PA" val="v5.2.11"/>
</p:tagLst>
</file>

<file path=ppt/tags/tag137.xml><?xml version="1.0" encoding="utf-8"?>
<p:tagLst xmlns:a="http://schemas.openxmlformats.org/drawingml/2006/main" xmlns:r="http://schemas.openxmlformats.org/officeDocument/2006/relationships" xmlns:p="http://schemas.openxmlformats.org/presentationml/2006/main">
  <p:tag name="PA" val="v5.2.11"/>
</p:tagLst>
</file>

<file path=ppt/tags/tag138.xml><?xml version="1.0" encoding="utf-8"?>
<p:tagLst xmlns:a="http://schemas.openxmlformats.org/drawingml/2006/main" xmlns:r="http://schemas.openxmlformats.org/officeDocument/2006/relationships" xmlns:p="http://schemas.openxmlformats.org/presentationml/2006/main">
  <p:tag name="PA" val="v5.2.11"/>
</p:tagLst>
</file>

<file path=ppt/tags/tag139.xml><?xml version="1.0" encoding="utf-8"?>
<p:tagLst xmlns:a="http://schemas.openxmlformats.org/drawingml/2006/main" xmlns:r="http://schemas.openxmlformats.org/officeDocument/2006/relationships" xmlns:p="http://schemas.openxmlformats.org/presentationml/2006/main">
  <p:tag name="PA" val="v5.2.11"/>
</p:tagLst>
</file>

<file path=ppt/tags/tag140.xml><?xml version="1.0" encoding="utf-8"?>
<p:tagLst xmlns:a="http://schemas.openxmlformats.org/drawingml/2006/main" xmlns:r="http://schemas.openxmlformats.org/officeDocument/2006/relationships" xmlns:p="http://schemas.openxmlformats.org/presentationml/2006/main">
  <p:tag name="PA" val="v5.2.11"/>
</p:tagLst>
</file>

<file path=ppt/tags/tag141.xml><?xml version="1.0" encoding="utf-8"?>
<p:tagLst xmlns:a="http://schemas.openxmlformats.org/drawingml/2006/main" xmlns:r="http://schemas.openxmlformats.org/officeDocument/2006/relationships" xmlns:p="http://schemas.openxmlformats.org/presentationml/2006/main">
  <p:tag name="PA" val="v5.2.11"/>
</p:tagLst>
</file>

<file path=ppt/tags/tag142.xml><?xml version="1.0" encoding="utf-8"?>
<p:tagLst xmlns:a="http://schemas.openxmlformats.org/drawingml/2006/main" xmlns:r="http://schemas.openxmlformats.org/officeDocument/2006/relationships" xmlns:p="http://schemas.openxmlformats.org/presentationml/2006/main">
  <p:tag name="PA" val="v5.2.11"/>
</p:tagLst>
</file>

<file path=ppt/tags/tag143.xml><?xml version="1.0" encoding="utf-8"?>
<p:tagLst xmlns:a="http://schemas.openxmlformats.org/drawingml/2006/main" xmlns:r="http://schemas.openxmlformats.org/officeDocument/2006/relationships" xmlns:p="http://schemas.openxmlformats.org/presentationml/2006/main">
  <p:tag name="PA" val="v5.2.11"/>
</p:tagLst>
</file>

<file path=ppt/tags/tag144.xml><?xml version="1.0" encoding="utf-8"?>
<p:tagLst xmlns:a="http://schemas.openxmlformats.org/drawingml/2006/main" xmlns:r="http://schemas.openxmlformats.org/officeDocument/2006/relationships" xmlns:p="http://schemas.openxmlformats.org/presentationml/2006/main">
  <p:tag name="PA" val="v5.2.11"/>
</p:tagLst>
</file>

<file path=ppt/tags/tag145.xml><?xml version="1.0" encoding="utf-8"?>
<p:tagLst xmlns:a="http://schemas.openxmlformats.org/drawingml/2006/main" xmlns:r="http://schemas.openxmlformats.org/officeDocument/2006/relationships" xmlns:p="http://schemas.openxmlformats.org/presentationml/2006/main">
  <p:tag name="PA" val="v5.2.11"/>
</p:tagLst>
</file>

<file path=ppt/tags/tag146.xml><?xml version="1.0" encoding="utf-8"?>
<p:tagLst xmlns:a="http://schemas.openxmlformats.org/drawingml/2006/main" xmlns:r="http://schemas.openxmlformats.org/officeDocument/2006/relationships" xmlns:p="http://schemas.openxmlformats.org/presentationml/2006/main">
  <p:tag name="PA" val="v5.2.11"/>
</p:tagLst>
</file>

<file path=ppt/tags/tag147.xml><?xml version="1.0" encoding="utf-8"?>
<p:tagLst xmlns:a="http://schemas.openxmlformats.org/drawingml/2006/main" xmlns:r="http://schemas.openxmlformats.org/officeDocument/2006/relationships" xmlns:p="http://schemas.openxmlformats.org/presentationml/2006/main">
  <p:tag name="PA" val="v5.2.11"/>
</p:tagLst>
</file>

<file path=ppt/tags/tag148.xml><?xml version="1.0" encoding="utf-8"?>
<p:tagLst xmlns:a="http://schemas.openxmlformats.org/drawingml/2006/main" xmlns:r="http://schemas.openxmlformats.org/officeDocument/2006/relationships" xmlns:p="http://schemas.openxmlformats.org/presentationml/2006/main">
  <p:tag name="PA" val="v5.2.11"/>
</p:tagLst>
</file>

<file path=ppt/tags/tag149.xml><?xml version="1.0" encoding="utf-8"?>
<p:tagLst xmlns:a="http://schemas.openxmlformats.org/drawingml/2006/main" xmlns:r="http://schemas.openxmlformats.org/officeDocument/2006/relationships" xmlns:p="http://schemas.openxmlformats.org/presentationml/2006/main">
  <p:tag name="PA" val="v5.2.11"/>
</p:tagLst>
</file>

<file path=ppt/tags/tag150.xml><?xml version="1.0" encoding="utf-8"?>
<p:tagLst xmlns:a="http://schemas.openxmlformats.org/drawingml/2006/main" xmlns:r="http://schemas.openxmlformats.org/officeDocument/2006/relationships" xmlns:p="http://schemas.openxmlformats.org/presentationml/2006/main">
  <p:tag name="PA" val="v5.2.11"/>
</p:tagLst>
</file>

<file path=ppt/tags/tag151.xml><?xml version="1.0" encoding="utf-8"?>
<p:tagLst xmlns:a="http://schemas.openxmlformats.org/drawingml/2006/main" xmlns:r="http://schemas.openxmlformats.org/officeDocument/2006/relationships" xmlns:p="http://schemas.openxmlformats.org/presentationml/2006/main">
  <p:tag name="PA" val="v5.2.11"/>
</p:tagLst>
</file>

<file path=ppt/tags/tag152.xml><?xml version="1.0" encoding="utf-8"?>
<p:tagLst xmlns:a="http://schemas.openxmlformats.org/drawingml/2006/main" xmlns:r="http://schemas.openxmlformats.org/officeDocument/2006/relationships" xmlns:p="http://schemas.openxmlformats.org/presentationml/2006/main">
  <p:tag name="PA" val="v5.2.11"/>
</p:tagLst>
</file>

<file path=ppt/tags/tag153.xml><?xml version="1.0" encoding="utf-8"?>
<p:tagLst xmlns:a="http://schemas.openxmlformats.org/drawingml/2006/main" xmlns:r="http://schemas.openxmlformats.org/officeDocument/2006/relationships" xmlns:p="http://schemas.openxmlformats.org/presentationml/2006/main">
  <p:tag name="PA" val="v5.2.11"/>
</p:tagLst>
</file>

<file path=ppt/tags/tag154.xml><?xml version="1.0" encoding="utf-8"?>
<p:tagLst xmlns:a="http://schemas.openxmlformats.org/drawingml/2006/main" xmlns:r="http://schemas.openxmlformats.org/officeDocument/2006/relationships" xmlns:p="http://schemas.openxmlformats.org/presentationml/2006/main">
  <p:tag name="PA" val="v5.2.11"/>
</p:tagLst>
</file>

<file path=ppt/tags/tag155.xml><?xml version="1.0" encoding="utf-8"?>
<p:tagLst xmlns:a="http://schemas.openxmlformats.org/drawingml/2006/main" xmlns:r="http://schemas.openxmlformats.org/officeDocument/2006/relationships" xmlns:p="http://schemas.openxmlformats.org/presentationml/2006/main">
  <p:tag name="PA" val="v5.2.11"/>
</p:tagLst>
</file>

<file path=ppt/tags/tag156.xml><?xml version="1.0" encoding="utf-8"?>
<p:tagLst xmlns:a="http://schemas.openxmlformats.org/drawingml/2006/main" xmlns:r="http://schemas.openxmlformats.org/officeDocument/2006/relationships" xmlns:p="http://schemas.openxmlformats.org/presentationml/2006/main">
  <p:tag name="PA" val="v5.2.11"/>
</p:tagLst>
</file>

<file path=ppt/tags/tag157.xml><?xml version="1.0" encoding="utf-8"?>
<p:tagLst xmlns:a="http://schemas.openxmlformats.org/drawingml/2006/main" xmlns:r="http://schemas.openxmlformats.org/officeDocument/2006/relationships" xmlns:p="http://schemas.openxmlformats.org/presentationml/2006/main">
  <p:tag name="PA" val="v5.2.11"/>
</p:tagLst>
</file>

<file path=ppt/tags/tag158.xml><?xml version="1.0" encoding="utf-8"?>
<p:tagLst xmlns:a="http://schemas.openxmlformats.org/drawingml/2006/main" xmlns:r="http://schemas.openxmlformats.org/officeDocument/2006/relationships" xmlns:p="http://schemas.openxmlformats.org/presentationml/2006/main">
  <p:tag name="PA" val="v5.2.11"/>
</p:tagLst>
</file>

<file path=ppt/tags/tag159.xml><?xml version="1.0" encoding="utf-8"?>
<p:tagLst xmlns:a="http://schemas.openxmlformats.org/drawingml/2006/main" xmlns:r="http://schemas.openxmlformats.org/officeDocument/2006/relationships" xmlns:p="http://schemas.openxmlformats.org/presentationml/2006/main">
  <p:tag name="PA" val="v5.2.11"/>
</p:tagLst>
</file>

<file path=ppt/tags/tag160.xml><?xml version="1.0" encoding="utf-8"?>
<p:tagLst xmlns:a="http://schemas.openxmlformats.org/drawingml/2006/main" xmlns:r="http://schemas.openxmlformats.org/officeDocument/2006/relationships" xmlns:p="http://schemas.openxmlformats.org/presentationml/2006/main">
  <p:tag name="PA" val="v5.2.11"/>
</p:tagLst>
</file>

<file path=ppt/tags/tag161.xml><?xml version="1.0" encoding="utf-8"?>
<p:tagLst xmlns:a="http://schemas.openxmlformats.org/drawingml/2006/main" xmlns:r="http://schemas.openxmlformats.org/officeDocument/2006/relationships" xmlns:p="http://schemas.openxmlformats.org/presentationml/2006/main">
  <p:tag name="PA" val="v5.2.11"/>
</p:tagLst>
</file>

<file path=ppt/tags/tag162.xml><?xml version="1.0" encoding="utf-8"?>
<p:tagLst xmlns:a="http://schemas.openxmlformats.org/drawingml/2006/main" xmlns:r="http://schemas.openxmlformats.org/officeDocument/2006/relationships" xmlns:p="http://schemas.openxmlformats.org/presentationml/2006/main">
  <p:tag name="PA" val="v5.2.11"/>
</p:tagLst>
</file>

<file path=ppt/tags/tag163.xml><?xml version="1.0" encoding="utf-8"?>
<p:tagLst xmlns:a="http://schemas.openxmlformats.org/drawingml/2006/main" xmlns:r="http://schemas.openxmlformats.org/officeDocument/2006/relationships" xmlns:p="http://schemas.openxmlformats.org/presentationml/2006/main">
  <p:tag name="PA" val="v5.2.11"/>
</p:tagLst>
</file>

<file path=ppt/tags/tag164.xml><?xml version="1.0" encoding="utf-8"?>
<p:tagLst xmlns:a="http://schemas.openxmlformats.org/drawingml/2006/main" xmlns:r="http://schemas.openxmlformats.org/officeDocument/2006/relationships" xmlns:p="http://schemas.openxmlformats.org/presentationml/2006/main">
  <p:tag name="PA" val="v5.2.11"/>
</p:tagLst>
</file>

<file path=ppt/tags/tag165.xml><?xml version="1.0" encoding="utf-8"?>
<p:tagLst xmlns:a="http://schemas.openxmlformats.org/drawingml/2006/main" xmlns:r="http://schemas.openxmlformats.org/officeDocument/2006/relationships" xmlns:p="http://schemas.openxmlformats.org/presentationml/2006/main">
  <p:tag name="PA" val="v5.2.11"/>
</p:tagLst>
</file>

<file path=ppt/tags/tag166.xml><?xml version="1.0" encoding="utf-8"?>
<p:tagLst xmlns:a="http://schemas.openxmlformats.org/drawingml/2006/main" xmlns:r="http://schemas.openxmlformats.org/officeDocument/2006/relationships" xmlns:p="http://schemas.openxmlformats.org/presentationml/2006/main">
  <p:tag name="PA" val="v5.2.11"/>
</p:tagLst>
</file>

<file path=ppt/tags/tag167.xml><?xml version="1.0" encoding="utf-8"?>
<p:tagLst xmlns:a="http://schemas.openxmlformats.org/drawingml/2006/main" xmlns:r="http://schemas.openxmlformats.org/officeDocument/2006/relationships" xmlns:p="http://schemas.openxmlformats.org/presentationml/2006/main">
  <p:tag name="PA" val="v5.2.11"/>
</p:tagLst>
</file>

<file path=ppt/tags/tag168.xml><?xml version="1.0" encoding="utf-8"?>
<p:tagLst xmlns:a="http://schemas.openxmlformats.org/drawingml/2006/main" xmlns:r="http://schemas.openxmlformats.org/officeDocument/2006/relationships" xmlns:p="http://schemas.openxmlformats.org/presentationml/2006/main">
  <p:tag name="PA" val="v5.2.11"/>
</p:tagLst>
</file>

<file path=ppt/tags/tag169.xml><?xml version="1.0" encoding="utf-8"?>
<p:tagLst xmlns:a="http://schemas.openxmlformats.org/drawingml/2006/main" xmlns:r="http://schemas.openxmlformats.org/officeDocument/2006/relationships" xmlns:p="http://schemas.openxmlformats.org/presentationml/2006/main">
  <p:tag name="PA" val="v5.2.11"/>
</p:tagLst>
</file>

<file path=ppt/tags/tag170.xml><?xml version="1.0" encoding="utf-8"?>
<p:tagLst xmlns:a="http://schemas.openxmlformats.org/drawingml/2006/main" xmlns:r="http://schemas.openxmlformats.org/officeDocument/2006/relationships" xmlns:p="http://schemas.openxmlformats.org/presentationml/2006/main">
  <p:tag name="PA" val="v5.2.11"/>
</p:tagLst>
</file>

<file path=ppt/tags/tag171.xml><?xml version="1.0" encoding="utf-8"?>
<p:tagLst xmlns:a="http://schemas.openxmlformats.org/drawingml/2006/main" xmlns:r="http://schemas.openxmlformats.org/officeDocument/2006/relationships" xmlns:p="http://schemas.openxmlformats.org/presentationml/2006/main">
  <p:tag name="PA" val="v5.2.11"/>
</p:tagLst>
</file>

<file path=ppt/tags/tag172.xml><?xml version="1.0" encoding="utf-8"?>
<p:tagLst xmlns:a="http://schemas.openxmlformats.org/drawingml/2006/main" xmlns:r="http://schemas.openxmlformats.org/officeDocument/2006/relationships" xmlns:p="http://schemas.openxmlformats.org/presentationml/2006/main">
  <p:tag name="PA" val="v5.2.11"/>
</p:tagLst>
</file>

<file path=ppt/tags/tag173.xml><?xml version="1.0" encoding="utf-8"?>
<p:tagLst xmlns:a="http://schemas.openxmlformats.org/drawingml/2006/main" xmlns:r="http://schemas.openxmlformats.org/officeDocument/2006/relationships" xmlns:p="http://schemas.openxmlformats.org/presentationml/2006/main">
  <p:tag name="PA" val="v5.2.11"/>
</p:tagLst>
</file>

<file path=ppt/tags/tag174.xml><?xml version="1.0" encoding="utf-8"?>
<p:tagLst xmlns:a="http://schemas.openxmlformats.org/drawingml/2006/main" xmlns:r="http://schemas.openxmlformats.org/officeDocument/2006/relationships" xmlns:p="http://schemas.openxmlformats.org/presentationml/2006/main">
  <p:tag name="PA" val="v5.2.11"/>
</p:tagLst>
</file>

<file path=ppt/tags/tag175.xml><?xml version="1.0" encoding="utf-8"?>
<p:tagLst xmlns:a="http://schemas.openxmlformats.org/drawingml/2006/main" xmlns:r="http://schemas.openxmlformats.org/officeDocument/2006/relationships" xmlns:p="http://schemas.openxmlformats.org/presentationml/2006/main">
  <p:tag name="PA" val="v5.2.11"/>
</p:tagLst>
</file>

<file path=ppt/tags/tag176.xml><?xml version="1.0" encoding="utf-8"?>
<p:tagLst xmlns:a="http://schemas.openxmlformats.org/drawingml/2006/main" xmlns:r="http://schemas.openxmlformats.org/officeDocument/2006/relationships" xmlns:p="http://schemas.openxmlformats.org/presentationml/2006/main">
  <p:tag name="PA" val="v5.2.11"/>
</p:tagLst>
</file>

<file path=ppt/tags/tag177.xml><?xml version="1.0" encoding="utf-8"?>
<p:tagLst xmlns:a="http://schemas.openxmlformats.org/drawingml/2006/main" xmlns:r="http://schemas.openxmlformats.org/officeDocument/2006/relationships" xmlns:p="http://schemas.openxmlformats.org/presentationml/2006/main">
  <p:tag name="PA" val="v5.2.11"/>
</p:tagLst>
</file>

<file path=ppt/tags/tag178.xml><?xml version="1.0" encoding="utf-8"?>
<p:tagLst xmlns:a="http://schemas.openxmlformats.org/drawingml/2006/main" xmlns:r="http://schemas.openxmlformats.org/officeDocument/2006/relationships" xmlns:p="http://schemas.openxmlformats.org/presentationml/2006/main">
  <p:tag name="PA" val="v5.2.11"/>
</p:tagLst>
</file>

<file path=ppt/tags/tag179.xml><?xml version="1.0" encoding="utf-8"?>
<p:tagLst xmlns:a="http://schemas.openxmlformats.org/drawingml/2006/main" xmlns:r="http://schemas.openxmlformats.org/officeDocument/2006/relationships" xmlns:p="http://schemas.openxmlformats.org/presentationml/2006/main">
  <p:tag name="PA" val="v5.2.11"/>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787,&quot;width&quot;:12518}"/>
</p:tagLst>
</file>

<file path=ppt/tags/tag18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973,&quot;width&quot;:6904}"/>
</p:tagLst>
</file>

<file path=ppt/tags/tag18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66,&quot;width&quot;:7253}"/>
</p:tagLst>
</file>

<file path=ppt/tags/tag18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787,&quot;width&quot;:12518}"/>
</p:tagLst>
</file>

<file path=ppt/tags/tag18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973,&quot;width&quot;:6904}"/>
</p:tagLst>
</file>

<file path=ppt/tags/tag18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66,&quot;width&quot;:7253}"/>
</p:tagLst>
</file>

<file path=ppt/tags/tag187.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90.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93.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94.xml><?xml version="1.0" encoding="utf-8"?>
<p:tagLst xmlns:a="http://schemas.openxmlformats.org/drawingml/2006/main" xmlns:r="http://schemas.openxmlformats.org/officeDocument/2006/relationships" xmlns:p="http://schemas.openxmlformats.org/presentationml/2006/main">
  <p:tag name="PA" val="v5.2.11"/>
</p:tagLst>
</file>

<file path=ppt/tags/tag195.xml><?xml version="1.0" encoding="utf-8"?>
<p:tagLst xmlns:a="http://schemas.openxmlformats.org/drawingml/2006/main" xmlns:r="http://schemas.openxmlformats.org/officeDocument/2006/relationships" xmlns:p="http://schemas.openxmlformats.org/presentationml/2006/main">
  <p:tag name="PA" val="v5.2.11"/>
</p:tagLst>
</file>

<file path=ppt/tags/tag196.xml><?xml version="1.0" encoding="utf-8"?>
<p:tagLst xmlns:a="http://schemas.openxmlformats.org/drawingml/2006/main" xmlns:r="http://schemas.openxmlformats.org/officeDocument/2006/relationships" xmlns:p="http://schemas.openxmlformats.org/presentationml/2006/main">
  <p:tag name="PA" val="v5.2.11"/>
</p:tagLst>
</file>

<file path=ppt/tags/tag197.xml><?xml version="1.0" encoding="utf-8"?>
<p:tagLst xmlns:a="http://schemas.openxmlformats.org/drawingml/2006/main" xmlns:r="http://schemas.openxmlformats.org/officeDocument/2006/relationships" xmlns:p="http://schemas.openxmlformats.org/presentationml/2006/main">
  <p:tag name="PA" val="v5.2.11"/>
</p:tagLst>
</file>

<file path=ppt/tags/tag198.xml><?xml version="1.0" encoding="utf-8"?>
<p:tagLst xmlns:a="http://schemas.openxmlformats.org/drawingml/2006/main" xmlns:r="http://schemas.openxmlformats.org/officeDocument/2006/relationships" xmlns:p="http://schemas.openxmlformats.org/presentationml/2006/main">
  <p:tag name="PA" val="v5.2.11"/>
</p:tagLst>
</file>

<file path=ppt/tags/tag199.xml><?xml version="1.0" encoding="utf-8"?>
<p:tagLst xmlns:a="http://schemas.openxmlformats.org/drawingml/2006/main" xmlns:r="http://schemas.openxmlformats.org/officeDocument/2006/relationships" xmlns:p="http://schemas.openxmlformats.org/presentationml/2006/main">
  <p:tag name="PA" val="v5.2.11"/>
</p:tagLst>
</file>

<file path=ppt/tags/tag200.xml><?xml version="1.0" encoding="utf-8"?>
<p:tagLst xmlns:a="http://schemas.openxmlformats.org/drawingml/2006/main" xmlns:r="http://schemas.openxmlformats.org/officeDocument/2006/relationships" xmlns:p="http://schemas.openxmlformats.org/presentationml/2006/main">
  <p:tag name="PA" val="v5.2.11"/>
</p:tagLst>
</file>

<file path=ppt/tags/tag201.xml><?xml version="1.0" encoding="utf-8"?>
<p:tagLst xmlns:a="http://schemas.openxmlformats.org/drawingml/2006/main" xmlns:r="http://schemas.openxmlformats.org/officeDocument/2006/relationships" xmlns:p="http://schemas.openxmlformats.org/presentationml/2006/main">
  <p:tag name="PA" val="v5.2.11"/>
</p:tagLst>
</file>

<file path=ppt/tags/tag202.xml><?xml version="1.0" encoding="utf-8"?>
<p:tagLst xmlns:a="http://schemas.openxmlformats.org/drawingml/2006/main" xmlns:r="http://schemas.openxmlformats.org/officeDocument/2006/relationships" xmlns:p="http://schemas.openxmlformats.org/presentationml/2006/main">
  <p:tag name="PA" val="v5.2.11"/>
</p:tagLst>
</file>

<file path=ppt/tags/tag203.xml><?xml version="1.0" encoding="utf-8"?>
<p:tagLst xmlns:a="http://schemas.openxmlformats.org/drawingml/2006/main" xmlns:r="http://schemas.openxmlformats.org/officeDocument/2006/relationships" xmlns:p="http://schemas.openxmlformats.org/presentationml/2006/main">
  <p:tag name="PA" val="v5.2.11"/>
</p:tagLst>
</file>

<file path=ppt/tags/tag204.xml><?xml version="1.0" encoding="utf-8"?>
<p:tagLst xmlns:a="http://schemas.openxmlformats.org/drawingml/2006/main" xmlns:r="http://schemas.openxmlformats.org/officeDocument/2006/relationships" xmlns:p="http://schemas.openxmlformats.org/presentationml/2006/main">
  <p:tag name="PA" val="v5.2.11"/>
</p:tagLst>
</file>

<file path=ppt/tags/tag205.xml><?xml version="1.0" encoding="utf-8"?>
<p:tagLst xmlns:a="http://schemas.openxmlformats.org/drawingml/2006/main" xmlns:r="http://schemas.openxmlformats.org/officeDocument/2006/relationships" xmlns:p="http://schemas.openxmlformats.org/presentationml/2006/main">
  <p:tag name="PA" val="v5.2.11"/>
</p:tagLst>
</file>

<file path=ppt/tags/tag206.xml><?xml version="1.0" encoding="utf-8"?>
<p:tagLst xmlns:a="http://schemas.openxmlformats.org/drawingml/2006/main" xmlns:r="http://schemas.openxmlformats.org/officeDocument/2006/relationships" xmlns:p="http://schemas.openxmlformats.org/presentationml/2006/main">
  <p:tag name="PA" val="v5.2.11"/>
</p:tagLst>
</file>

<file path=ppt/tags/tag207.xml><?xml version="1.0" encoding="utf-8"?>
<p:tagLst xmlns:a="http://schemas.openxmlformats.org/drawingml/2006/main" xmlns:r="http://schemas.openxmlformats.org/officeDocument/2006/relationships" xmlns:p="http://schemas.openxmlformats.org/presentationml/2006/main">
  <p:tag name="PA" val="v5.2.11"/>
</p:tagLst>
</file>

<file path=ppt/tags/tag208.xml><?xml version="1.0" encoding="utf-8"?>
<p:tagLst xmlns:a="http://schemas.openxmlformats.org/drawingml/2006/main" xmlns:r="http://schemas.openxmlformats.org/officeDocument/2006/relationships" xmlns:p="http://schemas.openxmlformats.org/presentationml/2006/main">
  <p:tag name="PA" val="v5.2.11"/>
</p:tagLst>
</file>

<file path=ppt/tags/tag209.xml><?xml version="1.0" encoding="utf-8"?>
<p:tagLst xmlns:a="http://schemas.openxmlformats.org/drawingml/2006/main" xmlns:r="http://schemas.openxmlformats.org/officeDocument/2006/relationships" xmlns:p="http://schemas.openxmlformats.org/presentationml/2006/main">
  <p:tag name="PA" val="v5.2.11"/>
</p:tagLst>
</file>

<file path=ppt/tags/tag210.xml><?xml version="1.0" encoding="utf-8"?>
<p:tagLst xmlns:a="http://schemas.openxmlformats.org/drawingml/2006/main" xmlns:r="http://schemas.openxmlformats.org/officeDocument/2006/relationships" xmlns:p="http://schemas.openxmlformats.org/presentationml/2006/main">
  <p:tag name="PA" val="v5.2.11"/>
</p:tagLst>
</file>

<file path=ppt/tags/tag211.xml><?xml version="1.0" encoding="utf-8"?>
<p:tagLst xmlns:a="http://schemas.openxmlformats.org/drawingml/2006/main" xmlns:r="http://schemas.openxmlformats.org/officeDocument/2006/relationships" xmlns:p="http://schemas.openxmlformats.org/presentationml/2006/main">
  <p:tag name="PA" val="v5.2.11"/>
</p:tagLst>
</file>

<file path=ppt/tags/tag212.xml><?xml version="1.0" encoding="utf-8"?>
<p:tagLst xmlns:a="http://schemas.openxmlformats.org/drawingml/2006/main" xmlns:r="http://schemas.openxmlformats.org/officeDocument/2006/relationships" xmlns:p="http://schemas.openxmlformats.org/presentationml/2006/main">
  <p:tag name="PA" val="v5.2.11"/>
</p:tagLst>
</file>

<file path=ppt/tags/tag213.xml><?xml version="1.0" encoding="utf-8"?>
<p:tagLst xmlns:a="http://schemas.openxmlformats.org/drawingml/2006/main" xmlns:r="http://schemas.openxmlformats.org/officeDocument/2006/relationships" xmlns:p="http://schemas.openxmlformats.org/presentationml/2006/main">
  <p:tag name="PA" val="v5.2.11"/>
</p:tagLst>
</file>

<file path=ppt/tags/tag214.xml><?xml version="1.0" encoding="utf-8"?>
<p:tagLst xmlns:a="http://schemas.openxmlformats.org/drawingml/2006/main" xmlns:r="http://schemas.openxmlformats.org/officeDocument/2006/relationships" xmlns:p="http://schemas.openxmlformats.org/presentationml/2006/main">
  <p:tag name="PA" val="v5.2.11"/>
</p:tagLst>
</file>

<file path=ppt/tags/tag215.xml><?xml version="1.0" encoding="utf-8"?>
<p:tagLst xmlns:a="http://schemas.openxmlformats.org/drawingml/2006/main" xmlns:r="http://schemas.openxmlformats.org/officeDocument/2006/relationships" xmlns:p="http://schemas.openxmlformats.org/presentationml/2006/main">
  <p:tag name="PA" val="v5.2.11"/>
</p:tagLst>
</file>

<file path=ppt/tags/tag216.xml><?xml version="1.0" encoding="utf-8"?>
<p:tagLst xmlns:a="http://schemas.openxmlformats.org/drawingml/2006/main" xmlns:r="http://schemas.openxmlformats.org/officeDocument/2006/relationships" xmlns:p="http://schemas.openxmlformats.org/presentationml/2006/main">
  <p:tag name="PA" val="v5.2.11"/>
</p:tagLst>
</file>

<file path=ppt/tags/tag217.xml><?xml version="1.0" encoding="utf-8"?>
<p:tagLst xmlns:a="http://schemas.openxmlformats.org/drawingml/2006/main" xmlns:r="http://schemas.openxmlformats.org/officeDocument/2006/relationships" xmlns:p="http://schemas.openxmlformats.org/presentationml/2006/main">
  <p:tag name="PA" val="v5.2.11"/>
</p:tagLst>
</file>

<file path=ppt/tags/tag218.xml><?xml version="1.0" encoding="utf-8"?>
<p:tagLst xmlns:a="http://schemas.openxmlformats.org/drawingml/2006/main" xmlns:r="http://schemas.openxmlformats.org/officeDocument/2006/relationships" xmlns:p="http://schemas.openxmlformats.org/presentationml/2006/main">
  <p:tag name="PA" val="v5.2.11"/>
</p:tagLst>
</file>

<file path=ppt/tags/tag219.xml><?xml version="1.0" encoding="utf-8"?>
<p:tagLst xmlns:a="http://schemas.openxmlformats.org/drawingml/2006/main" xmlns:r="http://schemas.openxmlformats.org/officeDocument/2006/relationships" xmlns:p="http://schemas.openxmlformats.org/presentationml/2006/main">
  <p:tag name="PA" val="v5.2.11"/>
</p:tagLst>
</file>

<file path=ppt/tags/tag220.xml><?xml version="1.0" encoding="utf-8"?>
<p:tagLst xmlns:a="http://schemas.openxmlformats.org/drawingml/2006/main" xmlns:r="http://schemas.openxmlformats.org/officeDocument/2006/relationships" xmlns:p="http://schemas.openxmlformats.org/presentationml/2006/main">
  <p:tag name="PA" val="v5.2.11"/>
</p:tagLst>
</file>

<file path=ppt/tags/tag221.xml><?xml version="1.0" encoding="utf-8"?>
<p:tagLst xmlns:a="http://schemas.openxmlformats.org/drawingml/2006/main" xmlns:r="http://schemas.openxmlformats.org/officeDocument/2006/relationships" xmlns:p="http://schemas.openxmlformats.org/presentationml/2006/main">
  <p:tag name="PA" val="v5.2.11"/>
</p:tagLst>
</file>

<file path=ppt/tags/tag222.xml><?xml version="1.0" encoding="utf-8"?>
<p:tagLst xmlns:a="http://schemas.openxmlformats.org/drawingml/2006/main" xmlns:r="http://schemas.openxmlformats.org/officeDocument/2006/relationships" xmlns:p="http://schemas.openxmlformats.org/presentationml/2006/main">
  <p:tag name="PA" val="v5.2.11"/>
</p:tagLst>
</file>

<file path=ppt/tags/tag223.xml><?xml version="1.0" encoding="utf-8"?>
<p:tagLst xmlns:a="http://schemas.openxmlformats.org/drawingml/2006/main" xmlns:r="http://schemas.openxmlformats.org/officeDocument/2006/relationships" xmlns:p="http://schemas.openxmlformats.org/presentationml/2006/main">
  <p:tag name="PA" val="v5.2.11"/>
</p:tagLst>
</file>

<file path=ppt/tags/tag224.xml><?xml version="1.0" encoding="utf-8"?>
<p:tagLst xmlns:a="http://schemas.openxmlformats.org/drawingml/2006/main" xmlns:r="http://schemas.openxmlformats.org/officeDocument/2006/relationships" xmlns:p="http://schemas.openxmlformats.org/presentationml/2006/main">
  <p:tag name="PA" val="v5.2.11"/>
</p:tagLst>
</file>

<file path=ppt/tags/tag225.xml><?xml version="1.0" encoding="utf-8"?>
<p:tagLst xmlns:a="http://schemas.openxmlformats.org/drawingml/2006/main" xmlns:r="http://schemas.openxmlformats.org/officeDocument/2006/relationships" xmlns:p="http://schemas.openxmlformats.org/presentationml/2006/main">
  <p:tag name="PA" val="v5.2.11"/>
</p:tagLst>
</file>

<file path=ppt/tags/tag226.xml><?xml version="1.0" encoding="utf-8"?>
<p:tagLst xmlns:a="http://schemas.openxmlformats.org/drawingml/2006/main" xmlns:r="http://schemas.openxmlformats.org/officeDocument/2006/relationships" xmlns:p="http://schemas.openxmlformats.org/presentationml/2006/main">
  <p:tag name="PA" val="v5.2.11"/>
</p:tagLst>
</file>

<file path=ppt/tags/tag227.xml><?xml version="1.0" encoding="utf-8"?>
<p:tagLst xmlns:a="http://schemas.openxmlformats.org/drawingml/2006/main" xmlns:r="http://schemas.openxmlformats.org/officeDocument/2006/relationships" xmlns:p="http://schemas.openxmlformats.org/presentationml/2006/main">
  <p:tag name="PA" val="v5.2.11"/>
</p:tagLst>
</file>

<file path=ppt/tags/tag228.xml><?xml version="1.0" encoding="utf-8"?>
<p:tagLst xmlns:a="http://schemas.openxmlformats.org/drawingml/2006/main" xmlns:r="http://schemas.openxmlformats.org/officeDocument/2006/relationships" xmlns:p="http://schemas.openxmlformats.org/presentationml/2006/main">
  <p:tag name="PA" val="v5.2.11"/>
</p:tagLst>
</file>

<file path=ppt/tags/tag229.xml><?xml version="1.0" encoding="utf-8"?>
<p:tagLst xmlns:a="http://schemas.openxmlformats.org/drawingml/2006/main" xmlns:r="http://schemas.openxmlformats.org/officeDocument/2006/relationships" xmlns:p="http://schemas.openxmlformats.org/presentationml/2006/main">
  <p:tag name="PA" val="v5.2.11"/>
</p:tagLst>
</file>

<file path=ppt/tags/tag230.xml><?xml version="1.0" encoding="utf-8"?>
<p:tagLst xmlns:a="http://schemas.openxmlformats.org/drawingml/2006/main" xmlns:r="http://schemas.openxmlformats.org/officeDocument/2006/relationships" xmlns:p="http://schemas.openxmlformats.org/presentationml/2006/main">
  <p:tag name="PA" val="v5.2.11"/>
</p:tagLst>
</file>

<file path=ppt/tags/tag231.xml><?xml version="1.0" encoding="utf-8"?>
<p:tagLst xmlns:a="http://schemas.openxmlformats.org/drawingml/2006/main" xmlns:r="http://schemas.openxmlformats.org/officeDocument/2006/relationships" xmlns:p="http://schemas.openxmlformats.org/presentationml/2006/main">
  <p:tag name="PA" val="v5.2.11"/>
</p:tagLst>
</file>

<file path=ppt/tags/tag232.xml><?xml version="1.0" encoding="utf-8"?>
<p:tagLst xmlns:a="http://schemas.openxmlformats.org/drawingml/2006/main" xmlns:r="http://schemas.openxmlformats.org/officeDocument/2006/relationships" xmlns:p="http://schemas.openxmlformats.org/presentationml/2006/main">
  <p:tag name="PA" val="v5.2.11"/>
</p:tagLst>
</file>

<file path=ppt/tags/tag233.xml><?xml version="1.0" encoding="utf-8"?>
<p:tagLst xmlns:a="http://schemas.openxmlformats.org/drawingml/2006/main" xmlns:r="http://schemas.openxmlformats.org/officeDocument/2006/relationships" xmlns:p="http://schemas.openxmlformats.org/presentationml/2006/main">
  <p:tag name="PA" val="v5.2.11"/>
</p:tagLst>
</file>

<file path=ppt/tags/tag234.xml><?xml version="1.0" encoding="utf-8"?>
<p:tagLst xmlns:a="http://schemas.openxmlformats.org/drawingml/2006/main" xmlns:r="http://schemas.openxmlformats.org/officeDocument/2006/relationships" xmlns:p="http://schemas.openxmlformats.org/presentationml/2006/main">
  <p:tag name="PA" val="v5.2.11"/>
</p:tagLst>
</file>

<file path=ppt/tags/tag235.xml><?xml version="1.0" encoding="utf-8"?>
<p:tagLst xmlns:a="http://schemas.openxmlformats.org/drawingml/2006/main" xmlns:r="http://schemas.openxmlformats.org/officeDocument/2006/relationships" xmlns:p="http://schemas.openxmlformats.org/presentationml/2006/main">
  <p:tag name="PA" val="v5.2.11"/>
</p:tagLst>
</file>

<file path=ppt/tags/tag236.xml><?xml version="1.0" encoding="utf-8"?>
<p:tagLst xmlns:a="http://schemas.openxmlformats.org/drawingml/2006/main" xmlns:r="http://schemas.openxmlformats.org/officeDocument/2006/relationships" xmlns:p="http://schemas.openxmlformats.org/presentationml/2006/main">
  <p:tag name="PA" val="v5.2.11"/>
</p:tagLst>
</file>

<file path=ppt/tags/tag237.xml><?xml version="1.0" encoding="utf-8"?>
<p:tagLst xmlns:a="http://schemas.openxmlformats.org/drawingml/2006/main" xmlns:r="http://schemas.openxmlformats.org/officeDocument/2006/relationships" xmlns:p="http://schemas.openxmlformats.org/presentationml/2006/main">
  <p:tag name="PA" val="v5.2.11"/>
</p:tagLst>
</file>

<file path=ppt/tags/tag238.xml><?xml version="1.0" encoding="utf-8"?>
<p:tagLst xmlns:a="http://schemas.openxmlformats.org/drawingml/2006/main" xmlns:r="http://schemas.openxmlformats.org/officeDocument/2006/relationships" xmlns:p="http://schemas.openxmlformats.org/presentationml/2006/main">
  <p:tag name="PA" val="v5.2.11"/>
</p:tagLst>
</file>

<file path=ppt/tags/tag239.xml><?xml version="1.0" encoding="utf-8"?>
<p:tagLst xmlns:a="http://schemas.openxmlformats.org/drawingml/2006/main" xmlns:r="http://schemas.openxmlformats.org/officeDocument/2006/relationships" xmlns:p="http://schemas.openxmlformats.org/presentationml/2006/main">
  <p:tag name="PA" val="v5.2.11"/>
</p:tagLst>
</file>

<file path=ppt/tags/tag240.xml><?xml version="1.0" encoding="utf-8"?>
<p:tagLst xmlns:a="http://schemas.openxmlformats.org/drawingml/2006/main" xmlns:r="http://schemas.openxmlformats.org/officeDocument/2006/relationships" xmlns:p="http://schemas.openxmlformats.org/presentationml/2006/main">
  <p:tag name="PA" val="v5.2.11"/>
</p:tagLst>
</file>

<file path=ppt/tags/tag241.xml><?xml version="1.0" encoding="utf-8"?>
<p:tagLst xmlns:a="http://schemas.openxmlformats.org/drawingml/2006/main" xmlns:r="http://schemas.openxmlformats.org/officeDocument/2006/relationships" xmlns:p="http://schemas.openxmlformats.org/presentationml/2006/main">
  <p:tag name="PA" val="v5.2.11"/>
</p:tagLst>
</file>

<file path=ppt/tags/tag242.xml><?xml version="1.0" encoding="utf-8"?>
<p:tagLst xmlns:a="http://schemas.openxmlformats.org/drawingml/2006/main" xmlns:r="http://schemas.openxmlformats.org/officeDocument/2006/relationships" xmlns:p="http://schemas.openxmlformats.org/presentationml/2006/main">
  <p:tag name="PA" val="v5.2.11"/>
</p:tagLst>
</file>

<file path=ppt/tags/tag243.xml><?xml version="1.0" encoding="utf-8"?>
<p:tagLst xmlns:a="http://schemas.openxmlformats.org/drawingml/2006/main" xmlns:r="http://schemas.openxmlformats.org/officeDocument/2006/relationships" xmlns:p="http://schemas.openxmlformats.org/presentationml/2006/main">
  <p:tag name="PA" val="v5.2.11"/>
</p:tagLst>
</file>

<file path=ppt/tags/tag244.xml><?xml version="1.0" encoding="utf-8"?>
<p:tagLst xmlns:a="http://schemas.openxmlformats.org/drawingml/2006/main" xmlns:r="http://schemas.openxmlformats.org/officeDocument/2006/relationships" xmlns:p="http://schemas.openxmlformats.org/presentationml/2006/main">
  <p:tag name="PA" val="v5.2.11"/>
</p:tagLst>
</file>

<file path=ppt/tags/tag245.xml><?xml version="1.0" encoding="utf-8"?>
<p:tagLst xmlns:a="http://schemas.openxmlformats.org/drawingml/2006/main" xmlns:r="http://schemas.openxmlformats.org/officeDocument/2006/relationships" xmlns:p="http://schemas.openxmlformats.org/presentationml/2006/main">
  <p:tag name="PA" val="v5.2.11"/>
</p:tagLst>
</file>

<file path=ppt/tags/tag246.xml><?xml version="1.0" encoding="utf-8"?>
<p:tagLst xmlns:a="http://schemas.openxmlformats.org/drawingml/2006/main" xmlns:r="http://schemas.openxmlformats.org/officeDocument/2006/relationships" xmlns:p="http://schemas.openxmlformats.org/presentationml/2006/main">
  <p:tag name="PA" val="v5.2.11"/>
</p:tagLst>
</file>

<file path=ppt/tags/tag247.xml><?xml version="1.0" encoding="utf-8"?>
<p:tagLst xmlns:a="http://schemas.openxmlformats.org/drawingml/2006/main" xmlns:r="http://schemas.openxmlformats.org/officeDocument/2006/relationships" xmlns:p="http://schemas.openxmlformats.org/presentationml/2006/main">
  <p:tag name="PA" val="v5.2.11"/>
</p:tagLst>
</file>

<file path=ppt/tags/tag248.xml><?xml version="1.0" encoding="utf-8"?>
<p:tagLst xmlns:a="http://schemas.openxmlformats.org/drawingml/2006/main" xmlns:r="http://schemas.openxmlformats.org/officeDocument/2006/relationships" xmlns:p="http://schemas.openxmlformats.org/presentationml/2006/main">
  <p:tag name="PA" val="v5.2.11"/>
</p:tagLst>
</file>

<file path=ppt/tags/tag249.xml><?xml version="1.0" encoding="utf-8"?>
<p:tagLst xmlns:a="http://schemas.openxmlformats.org/drawingml/2006/main" xmlns:r="http://schemas.openxmlformats.org/officeDocument/2006/relationships" xmlns:p="http://schemas.openxmlformats.org/presentationml/2006/main">
  <p:tag name="PA" val="v5.2.11"/>
</p:tagLst>
</file>

<file path=ppt/tags/tag250.xml><?xml version="1.0" encoding="utf-8"?>
<p:tagLst xmlns:a="http://schemas.openxmlformats.org/drawingml/2006/main" xmlns:r="http://schemas.openxmlformats.org/officeDocument/2006/relationships" xmlns:p="http://schemas.openxmlformats.org/presentationml/2006/main">
  <p:tag name="PA" val="v5.2.11"/>
</p:tagLst>
</file>

<file path=ppt/tags/tag251.xml><?xml version="1.0" encoding="utf-8"?>
<p:tagLst xmlns:a="http://schemas.openxmlformats.org/drawingml/2006/main" xmlns:r="http://schemas.openxmlformats.org/officeDocument/2006/relationships" xmlns:p="http://schemas.openxmlformats.org/presentationml/2006/main">
  <p:tag name="PA" val="v5.2.11"/>
</p:tagLst>
</file>

<file path=ppt/tags/tag252.xml><?xml version="1.0" encoding="utf-8"?>
<p:tagLst xmlns:a="http://schemas.openxmlformats.org/drawingml/2006/main" xmlns:r="http://schemas.openxmlformats.org/officeDocument/2006/relationships" xmlns:p="http://schemas.openxmlformats.org/presentationml/2006/main">
  <p:tag name="PA" val="v5.2.11"/>
</p:tagLst>
</file>

<file path=ppt/tags/tag253.xml><?xml version="1.0" encoding="utf-8"?>
<p:tagLst xmlns:a="http://schemas.openxmlformats.org/drawingml/2006/main" xmlns:r="http://schemas.openxmlformats.org/officeDocument/2006/relationships" xmlns:p="http://schemas.openxmlformats.org/presentationml/2006/main">
  <p:tag name="PA" val="v5.2.11"/>
</p:tagLst>
</file>

<file path=ppt/tags/tag254.xml><?xml version="1.0" encoding="utf-8"?>
<p:tagLst xmlns:a="http://schemas.openxmlformats.org/drawingml/2006/main" xmlns:r="http://schemas.openxmlformats.org/officeDocument/2006/relationships" xmlns:p="http://schemas.openxmlformats.org/presentationml/2006/main">
  <p:tag name="PA" val="v5.2.11"/>
</p:tagLst>
</file>

<file path=ppt/tags/tag255.xml><?xml version="1.0" encoding="utf-8"?>
<p:tagLst xmlns:a="http://schemas.openxmlformats.org/drawingml/2006/main" xmlns:r="http://schemas.openxmlformats.org/officeDocument/2006/relationships" xmlns:p="http://schemas.openxmlformats.org/presentationml/2006/main">
  <p:tag name="PA" val="v5.2.11"/>
</p:tagLst>
</file>

<file path=ppt/tags/tag256.xml><?xml version="1.0" encoding="utf-8"?>
<p:tagLst xmlns:a="http://schemas.openxmlformats.org/drawingml/2006/main" xmlns:r="http://schemas.openxmlformats.org/officeDocument/2006/relationships" xmlns:p="http://schemas.openxmlformats.org/presentationml/2006/main">
  <p:tag name="PA" val="v5.2.11"/>
</p:tagLst>
</file>

<file path=ppt/tags/tag257.xml><?xml version="1.0" encoding="utf-8"?>
<p:tagLst xmlns:a="http://schemas.openxmlformats.org/drawingml/2006/main" xmlns:r="http://schemas.openxmlformats.org/officeDocument/2006/relationships" xmlns:p="http://schemas.openxmlformats.org/presentationml/2006/main">
  <p:tag name="PA" val="v5.2.11"/>
</p:tagLst>
</file>

<file path=ppt/tags/tag258.xml><?xml version="1.0" encoding="utf-8"?>
<p:tagLst xmlns:a="http://schemas.openxmlformats.org/drawingml/2006/main" xmlns:r="http://schemas.openxmlformats.org/officeDocument/2006/relationships" xmlns:p="http://schemas.openxmlformats.org/presentationml/2006/main">
  <p:tag name="PA" val="v5.2.11"/>
</p:tagLst>
</file>

<file path=ppt/tags/tag259.xml><?xml version="1.0" encoding="utf-8"?>
<p:tagLst xmlns:a="http://schemas.openxmlformats.org/drawingml/2006/main" xmlns:r="http://schemas.openxmlformats.org/officeDocument/2006/relationships" xmlns:p="http://schemas.openxmlformats.org/presentationml/2006/main">
  <p:tag name="PA" val="v5.2.11"/>
</p:tagLst>
</file>

<file path=ppt/tags/tag260.xml><?xml version="1.0" encoding="utf-8"?>
<p:tagLst xmlns:a="http://schemas.openxmlformats.org/drawingml/2006/main" xmlns:r="http://schemas.openxmlformats.org/officeDocument/2006/relationships" xmlns:p="http://schemas.openxmlformats.org/presentationml/2006/main">
  <p:tag name="PA" val="v5.2.11"/>
</p:tagLst>
</file>

<file path=ppt/tags/tag261.xml><?xml version="1.0" encoding="utf-8"?>
<p:tagLst xmlns:a="http://schemas.openxmlformats.org/drawingml/2006/main" xmlns:r="http://schemas.openxmlformats.org/officeDocument/2006/relationships" xmlns:p="http://schemas.openxmlformats.org/presentationml/2006/main">
  <p:tag name="PA" val="v5.2.11"/>
</p:tagLst>
</file>

<file path=ppt/tags/tag262.xml><?xml version="1.0" encoding="utf-8"?>
<p:tagLst xmlns:a="http://schemas.openxmlformats.org/drawingml/2006/main" xmlns:r="http://schemas.openxmlformats.org/officeDocument/2006/relationships" xmlns:p="http://schemas.openxmlformats.org/presentationml/2006/main">
  <p:tag name="PA" val="v5.2.11"/>
</p:tagLst>
</file>

<file path=ppt/tags/tag263.xml><?xml version="1.0" encoding="utf-8"?>
<p:tagLst xmlns:a="http://schemas.openxmlformats.org/drawingml/2006/main" xmlns:r="http://schemas.openxmlformats.org/officeDocument/2006/relationships" xmlns:p="http://schemas.openxmlformats.org/presentationml/2006/main">
  <p:tag name="PA" val="v5.2.11"/>
</p:tagLst>
</file>

<file path=ppt/tags/tag264.xml><?xml version="1.0" encoding="utf-8"?>
<p:tagLst xmlns:a="http://schemas.openxmlformats.org/drawingml/2006/main" xmlns:r="http://schemas.openxmlformats.org/officeDocument/2006/relationships" xmlns:p="http://schemas.openxmlformats.org/presentationml/2006/main">
  <p:tag name="PA" val="v5.2.11"/>
</p:tagLst>
</file>

<file path=ppt/tags/tag265.xml><?xml version="1.0" encoding="utf-8"?>
<p:tagLst xmlns:a="http://schemas.openxmlformats.org/drawingml/2006/main" xmlns:r="http://schemas.openxmlformats.org/officeDocument/2006/relationships" xmlns:p="http://schemas.openxmlformats.org/presentationml/2006/main">
  <p:tag name="PA" val="v5.2.11"/>
</p:tagLst>
</file>

<file path=ppt/tags/tag266.xml><?xml version="1.0" encoding="utf-8"?>
<p:tagLst xmlns:a="http://schemas.openxmlformats.org/drawingml/2006/main" xmlns:r="http://schemas.openxmlformats.org/officeDocument/2006/relationships" xmlns:p="http://schemas.openxmlformats.org/presentationml/2006/main">
  <p:tag name="PA" val="v5.2.11"/>
</p:tagLst>
</file>

<file path=ppt/tags/tag267.xml><?xml version="1.0" encoding="utf-8"?>
<p:tagLst xmlns:a="http://schemas.openxmlformats.org/drawingml/2006/main" xmlns:r="http://schemas.openxmlformats.org/officeDocument/2006/relationships" xmlns:p="http://schemas.openxmlformats.org/presentationml/2006/main">
  <p:tag name="PA" val="v5.2.11"/>
</p:tagLst>
</file>

<file path=ppt/tags/tag268.xml><?xml version="1.0" encoding="utf-8"?>
<p:tagLst xmlns:a="http://schemas.openxmlformats.org/drawingml/2006/main" xmlns:r="http://schemas.openxmlformats.org/officeDocument/2006/relationships" xmlns:p="http://schemas.openxmlformats.org/presentationml/2006/main">
  <p:tag name="PA" val="v5.2.11"/>
</p:tagLst>
</file>

<file path=ppt/tags/tag269.xml><?xml version="1.0" encoding="utf-8"?>
<p:tagLst xmlns:a="http://schemas.openxmlformats.org/drawingml/2006/main" xmlns:r="http://schemas.openxmlformats.org/officeDocument/2006/relationships" xmlns:p="http://schemas.openxmlformats.org/presentationml/2006/main">
  <p:tag name="PA" val="v5.2.11"/>
</p:tagLst>
</file>

<file path=ppt/tags/tag270.xml><?xml version="1.0" encoding="utf-8"?>
<p:tagLst xmlns:a="http://schemas.openxmlformats.org/drawingml/2006/main" xmlns:r="http://schemas.openxmlformats.org/officeDocument/2006/relationships" xmlns:p="http://schemas.openxmlformats.org/presentationml/2006/main">
  <p:tag name="PA" val="v5.2.11"/>
</p:tagLst>
</file>

<file path=ppt/tags/tag271.xml><?xml version="1.0" encoding="utf-8"?>
<p:tagLst xmlns:a="http://schemas.openxmlformats.org/drawingml/2006/main" xmlns:r="http://schemas.openxmlformats.org/officeDocument/2006/relationships" xmlns:p="http://schemas.openxmlformats.org/presentationml/2006/main">
  <p:tag name="PA" val="v5.2.11"/>
</p:tagLst>
</file>

<file path=ppt/tags/tag272.xml><?xml version="1.0" encoding="utf-8"?>
<p:tagLst xmlns:a="http://schemas.openxmlformats.org/drawingml/2006/main" xmlns:r="http://schemas.openxmlformats.org/officeDocument/2006/relationships" xmlns:p="http://schemas.openxmlformats.org/presentationml/2006/main">
  <p:tag name="PA" val="v5.2.11"/>
</p:tagLst>
</file>

<file path=ppt/tags/tag273.xml><?xml version="1.0" encoding="utf-8"?>
<p:tagLst xmlns:a="http://schemas.openxmlformats.org/drawingml/2006/main" xmlns:r="http://schemas.openxmlformats.org/officeDocument/2006/relationships" xmlns:p="http://schemas.openxmlformats.org/presentationml/2006/main">
  <p:tag name="PA" val="v5.2.11"/>
</p:tagLst>
</file>

<file path=ppt/tags/tag274.xml><?xml version="1.0" encoding="utf-8"?>
<p:tagLst xmlns:a="http://schemas.openxmlformats.org/drawingml/2006/main" xmlns:r="http://schemas.openxmlformats.org/officeDocument/2006/relationships" xmlns:p="http://schemas.openxmlformats.org/presentationml/2006/main">
  <p:tag name="PA" val="v5.2.11"/>
</p:tagLst>
</file>

<file path=ppt/tags/tag275.xml><?xml version="1.0" encoding="utf-8"?>
<p:tagLst xmlns:a="http://schemas.openxmlformats.org/drawingml/2006/main" xmlns:r="http://schemas.openxmlformats.org/officeDocument/2006/relationships" xmlns:p="http://schemas.openxmlformats.org/presentationml/2006/main">
  <p:tag name="PA" val="v5.2.11"/>
</p:tagLst>
</file>

<file path=ppt/tags/tag276.xml><?xml version="1.0" encoding="utf-8"?>
<p:tagLst xmlns:a="http://schemas.openxmlformats.org/drawingml/2006/main" xmlns:r="http://schemas.openxmlformats.org/officeDocument/2006/relationships" xmlns:p="http://schemas.openxmlformats.org/presentationml/2006/main">
  <p:tag name="PA" val="v5.2.11"/>
</p:tagLst>
</file>

<file path=ppt/tags/tag277.xml><?xml version="1.0" encoding="utf-8"?>
<p:tagLst xmlns:a="http://schemas.openxmlformats.org/drawingml/2006/main" xmlns:r="http://schemas.openxmlformats.org/officeDocument/2006/relationships" xmlns:p="http://schemas.openxmlformats.org/presentationml/2006/main">
  <p:tag name="PA" val="v5.2.11"/>
</p:tagLst>
</file>

<file path=ppt/tags/tag278.xml><?xml version="1.0" encoding="utf-8"?>
<p:tagLst xmlns:a="http://schemas.openxmlformats.org/drawingml/2006/main" xmlns:r="http://schemas.openxmlformats.org/officeDocument/2006/relationships" xmlns:p="http://schemas.openxmlformats.org/presentationml/2006/main">
  <p:tag name="PA" val="v5.2.11"/>
</p:tagLst>
</file>

<file path=ppt/tags/tag279.xml><?xml version="1.0" encoding="utf-8"?>
<p:tagLst xmlns:a="http://schemas.openxmlformats.org/drawingml/2006/main" xmlns:r="http://schemas.openxmlformats.org/officeDocument/2006/relationships" xmlns:p="http://schemas.openxmlformats.org/presentationml/2006/main">
  <p:tag name="PA" val="v5.2.11"/>
</p:tagLst>
</file>

<file path=ppt/tags/tag280.xml><?xml version="1.0" encoding="utf-8"?>
<p:tagLst xmlns:a="http://schemas.openxmlformats.org/drawingml/2006/main" xmlns:r="http://schemas.openxmlformats.org/officeDocument/2006/relationships" xmlns:p="http://schemas.openxmlformats.org/presentationml/2006/main">
  <p:tag name="PA" val="v5.2.11"/>
</p:tagLst>
</file>

<file path=ppt/tags/tag281.xml><?xml version="1.0" encoding="utf-8"?>
<p:tagLst xmlns:a="http://schemas.openxmlformats.org/drawingml/2006/main" xmlns:r="http://schemas.openxmlformats.org/officeDocument/2006/relationships" xmlns:p="http://schemas.openxmlformats.org/presentationml/2006/main">
  <p:tag name="PA" val="v5.2.11"/>
</p:tagLst>
</file>

<file path=ppt/tags/tag282.xml><?xml version="1.0" encoding="utf-8"?>
<p:tagLst xmlns:a="http://schemas.openxmlformats.org/drawingml/2006/main" xmlns:r="http://schemas.openxmlformats.org/officeDocument/2006/relationships" xmlns:p="http://schemas.openxmlformats.org/presentationml/2006/main">
  <p:tag name="PA" val="v5.2.11"/>
</p:tagLst>
</file>

<file path=ppt/tags/tag283.xml><?xml version="1.0" encoding="utf-8"?>
<p:tagLst xmlns:a="http://schemas.openxmlformats.org/drawingml/2006/main" xmlns:r="http://schemas.openxmlformats.org/officeDocument/2006/relationships" xmlns:p="http://schemas.openxmlformats.org/presentationml/2006/main">
  <p:tag name="PA" val="v5.2.11"/>
</p:tagLst>
</file>

<file path=ppt/tags/tag284.xml><?xml version="1.0" encoding="utf-8"?>
<p:tagLst xmlns:a="http://schemas.openxmlformats.org/drawingml/2006/main" xmlns:r="http://schemas.openxmlformats.org/officeDocument/2006/relationships" xmlns:p="http://schemas.openxmlformats.org/presentationml/2006/main">
  <p:tag name="PA" val="v5.2.11"/>
</p:tagLst>
</file>

<file path=ppt/tags/tag285.xml><?xml version="1.0" encoding="utf-8"?>
<p:tagLst xmlns:a="http://schemas.openxmlformats.org/drawingml/2006/main" xmlns:r="http://schemas.openxmlformats.org/officeDocument/2006/relationships" xmlns:p="http://schemas.openxmlformats.org/presentationml/2006/main">
  <p:tag name="PA" val="v5.2.11"/>
</p:tagLst>
</file>

<file path=ppt/tags/tag286.xml><?xml version="1.0" encoding="utf-8"?>
<p:tagLst xmlns:a="http://schemas.openxmlformats.org/drawingml/2006/main" xmlns:r="http://schemas.openxmlformats.org/officeDocument/2006/relationships" xmlns:p="http://schemas.openxmlformats.org/presentationml/2006/main">
  <p:tag name="PA" val="v5.2.11"/>
</p:tagLst>
</file>

<file path=ppt/tags/tag287.xml><?xml version="1.0" encoding="utf-8"?>
<p:tagLst xmlns:a="http://schemas.openxmlformats.org/drawingml/2006/main" xmlns:r="http://schemas.openxmlformats.org/officeDocument/2006/relationships" xmlns:p="http://schemas.openxmlformats.org/presentationml/2006/main">
  <p:tag name="PA" val="v5.2.11"/>
</p:tagLst>
</file>

<file path=ppt/tags/tag288.xml><?xml version="1.0" encoding="utf-8"?>
<p:tagLst xmlns:a="http://schemas.openxmlformats.org/drawingml/2006/main" xmlns:r="http://schemas.openxmlformats.org/officeDocument/2006/relationships" xmlns:p="http://schemas.openxmlformats.org/presentationml/2006/main">
  <p:tag name="PA" val="v5.2.11"/>
</p:tagLst>
</file>

<file path=ppt/tags/tag289.xml><?xml version="1.0" encoding="utf-8"?>
<p:tagLst xmlns:a="http://schemas.openxmlformats.org/drawingml/2006/main" xmlns:r="http://schemas.openxmlformats.org/officeDocument/2006/relationships" xmlns:p="http://schemas.openxmlformats.org/presentationml/2006/main">
  <p:tag name="PA" val="v5.2.11"/>
</p:tagLst>
</file>

<file path=ppt/tags/tag290.xml><?xml version="1.0" encoding="utf-8"?>
<p:tagLst xmlns:a="http://schemas.openxmlformats.org/drawingml/2006/main" xmlns:r="http://schemas.openxmlformats.org/officeDocument/2006/relationships" xmlns:p="http://schemas.openxmlformats.org/presentationml/2006/main">
  <p:tag name="PA" val="v5.2.11"/>
</p:tagLst>
</file>

<file path=ppt/tags/tag291.xml><?xml version="1.0" encoding="utf-8"?>
<p:tagLst xmlns:a="http://schemas.openxmlformats.org/drawingml/2006/main" xmlns:r="http://schemas.openxmlformats.org/officeDocument/2006/relationships" xmlns:p="http://schemas.openxmlformats.org/presentationml/2006/main">
  <p:tag name="PA" val="v5.2.11"/>
</p:tagLst>
</file>

<file path=ppt/tags/tag292.xml><?xml version="1.0" encoding="utf-8"?>
<p:tagLst xmlns:a="http://schemas.openxmlformats.org/drawingml/2006/main" xmlns:r="http://schemas.openxmlformats.org/officeDocument/2006/relationships" xmlns:p="http://schemas.openxmlformats.org/presentationml/2006/main">
  <p:tag name="PA" val="v5.2.11"/>
</p:tagLst>
</file>

<file path=ppt/tags/tag293.xml><?xml version="1.0" encoding="utf-8"?>
<p:tagLst xmlns:a="http://schemas.openxmlformats.org/drawingml/2006/main" xmlns:r="http://schemas.openxmlformats.org/officeDocument/2006/relationships" xmlns:p="http://schemas.openxmlformats.org/presentationml/2006/main">
  <p:tag name="PA" val="v5.2.11"/>
</p:tagLst>
</file>

<file path=ppt/tags/tag294.xml><?xml version="1.0" encoding="utf-8"?>
<p:tagLst xmlns:a="http://schemas.openxmlformats.org/drawingml/2006/main" xmlns:r="http://schemas.openxmlformats.org/officeDocument/2006/relationships" xmlns:p="http://schemas.openxmlformats.org/presentationml/2006/main">
  <p:tag name="PA" val="v5.2.11"/>
</p:tagLst>
</file>

<file path=ppt/tags/tag295.xml><?xml version="1.0" encoding="utf-8"?>
<p:tagLst xmlns:a="http://schemas.openxmlformats.org/drawingml/2006/main" xmlns:r="http://schemas.openxmlformats.org/officeDocument/2006/relationships" xmlns:p="http://schemas.openxmlformats.org/presentationml/2006/main">
  <p:tag name="PA" val="v5.2.11"/>
</p:tagLst>
</file>

<file path=ppt/tags/tag296.xml><?xml version="1.0" encoding="utf-8"?>
<p:tagLst xmlns:a="http://schemas.openxmlformats.org/drawingml/2006/main" xmlns:r="http://schemas.openxmlformats.org/officeDocument/2006/relationships" xmlns:p="http://schemas.openxmlformats.org/presentationml/2006/main">
  <p:tag name="PA" val="v5.2.11"/>
</p:tagLst>
</file>

<file path=ppt/tags/tag297.xml><?xml version="1.0" encoding="utf-8"?>
<p:tagLst xmlns:a="http://schemas.openxmlformats.org/drawingml/2006/main" xmlns:r="http://schemas.openxmlformats.org/officeDocument/2006/relationships" xmlns:p="http://schemas.openxmlformats.org/presentationml/2006/main">
  <p:tag name="PA" val="v5.2.11"/>
</p:tagLst>
</file>

<file path=ppt/tags/tag298.xml><?xml version="1.0" encoding="utf-8"?>
<p:tagLst xmlns:a="http://schemas.openxmlformats.org/drawingml/2006/main" xmlns:r="http://schemas.openxmlformats.org/officeDocument/2006/relationships" xmlns:p="http://schemas.openxmlformats.org/presentationml/2006/main">
  <p:tag name="PA" val="v5.2.11"/>
</p:tagLst>
</file>

<file path=ppt/tags/tag299.xml><?xml version="1.0" encoding="utf-8"?>
<p:tagLst xmlns:a="http://schemas.openxmlformats.org/drawingml/2006/main" xmlns:r="http://schemas.openxmlformats.org/officeDocument/2006/relationships" xmlns:p="http://schemas.openxmlformats.org/presentationml/2006/main">
  <p:tag name="PA" val="v5.2.11"/>
</p:tagLst>
</file>

<file path=ppt/tags/tag300.xml><?xml version="1.0" encoding="utf-8"?>
<p:tagLst xmlns:a="http://schemas.openxmlformats.org/drawingml/2006/main" xmlns:r="http://schemas.openxmlformats.org/officeDocument/2006/relationships" xmlns:p="http://schemas.openxmlformats.org/presentationml/2006/main">
  <p:tag name="PA" val="v5.2.11"/>
</p:tagLst>
</file>

<file path=ppt/tags/tag301.xml><?xml version="1.0" encoding="utf-8"?>
<p:tagLst xmlns:a="http://schemas.openxmlformats.org/drawingml/2006/main" xmlns:r="http://schemas.openxmlformats.org/officeDocument/2006/relationships" xmlns:p="http://schemas.openxmlformats.org/presentationml/2006/main">
  <p:tag name="PA" val="v5.2.11"/>
</p:tagLst>
</file>

<file path=ppt/tags/tag302.xml><?xml version="1.0" encoding="utf-8"?>
<p:tagLst xmlns:a="http://schemas.openxmlformats.org/drawingml/2006/main" xmlns:r="http://schemas.openxmlformats.org/officeDocument/2006/relationships" xmlns:p="http://schemas.openxmlformats.org/presentationml/2006/main">
  <p:tag name="PA" val="v5.2.11"/>
</p:tagLst>
</file>

<file path=ppt/tags/tag303.xml><?xml version="1.0" encoding="utf-8"?>
<p:tagLst xmlns:a="http://schemas.openxmlformats.org/drawingml/2006/main" xmlns:r="http://schemas.openxmlformats.org/officeDocument/2006/relationships" xmlns:p="http://schemas.openxmlformats.org/presentationml/2006/main">
  <p:tag name="PA" val="v5.2.11"/>
</p:tagLst>
</file>

<file path=ppt/tags/tag304.xml><?xml version="1.0" encoding="utf-8"?>
<p:tagLst xmlns:a="http://schemas.openxmlformats.org/drawingml/2006/main" xmlns:r="http://schemas.openxmlformats.org/officeDocument/2006/relationships" xmlns:p="http://schemas.openxmlformats.org/presentationml/2006/main">
  <p:tag name="PA" val="v5.2.11"/>
</p:tagLst>
</file>

<file path=ppt/tags/tag305.xml><?xml version="1.0" encoding="utf-8"?>
<p:tagLst xmlns:a="http://schemas.openxmlformats.org/drawingml/2006/main" xmlns:r="http://schemas.openxmlformats.org/officeDocument/2006/relationships" xmlns:p="http://schemas.openxmlformats.org/presentationml/2006/main">
  <p:tag name="PA" val="v5.2.11"/>
</p:tagLst>
</file>

<file path=ppt/tags/tag306.xml><?xml version="1.0" encoding="utf-8"?>
<p:tagLst xmlns:a="http://schemas.openxmlformats.org/drawingml/2006/main" xmlns:r="http://schemas.openxmlformats.org/officeDocument/2006/relationships" xmlns:p="http://schemas.openxmlformats.org/presentationml/2006/main">
  <p:tag name="PA" val="v5.2.11"/>
</p:tagLst>
</file>

<file path=ppt/tags/tag307.xml><?xml version="1.0" encoding="utf-8"?>
<p:tagLst xmlns:a="http://schemas.openxmlformats.org/drawingml/2006/main" xmlns:r="http://schemas.openxmlformats.org/officeDocument/2006/relationships" xmlns:p="http://schemas.openxmlformats.org/presentationml/2006/main">
  <p:tag name="PA" val="v5.2.11"/>
</p:tagLst>
</file>

<file path=ppt/tags/tag308.xml><?xml version="1.0" encoding="utf-8"?>
<p:tagLst xmlns:a="http://schemas.openxmlformats.org/drawingml/2006/main" xmlns:r="http://schemas.openxmlformats.org/officeDocument/2006/relationships" xmlns:p="http://schemas.openxmlformats.org/presentationml/2006/main">
  <p:tag name="PA" val="v5.2.11"/>
</p:tagLst>
</file>

<file path=ppt/tags/tag309.xml><?xml version="1.0" encoding="utf-8"?>
<p:tagLst xmlns:a="http://schemas.openxmlformats.org/drawingml/2006/main" xmlns:r="http://schemas.openxmlformats.org/officeDocument/2006/relationships" xmlns:p="http://schemas.openxmlformats.org/presentationml/2006/main">
  <p:tag name="PA" val="v5.2.11"/>
</p:tagLst>
</file>

<file path=ppt/tags/tag310.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1.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2.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3.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4.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5.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6.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7.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19.xml><?xml version="1.0" encoding="utf-8"?>
<p:tagLst xmlns:a="http://schemas.openxmlformats.org/drawingml/2006/main" xmlns:r="http://schemas.openxmlformats.org/officeDocument/2006/relationships" xmlns:p="http://schemas.openxmlformats.org/presentationml/2006/main">
  <p:tag name="PA" val="v5.2.11"/>
</p:tagLst>
</file>

<file path=ppt/tags/tag320.xml><?xml version="1.0" encoding="utf-8"?>
<p:tagLst xmlns:a="http://schemas.openxmlformats.org/drawingml/2006/main" xmlns:r="http://schemas.openxmlformats.org/officeDocument/2006/relationships" xmlns:p="http://schemas.openxmlformats.org/presentationml/2006/main">
  <p:tag name="PA" val="v5.2.11"/>
</p:tagLst>
</file>

<file path=ppt/tags/tag321.xml><?xml version="1.0" encoding="utf-8"?>
<p:tagLst xmlns:a="http://schemas.openxmlformats.org/drawingml/2006/main" xmlns:r="http://schemas.openxmlformats.org/officeDocument/2006/relationships" xmlns:p="http://schemas.openxmlformats.org/presentationml/2006/main">
  <p:tag name="PA" val="v5.2.11"/>
</p:tagLst>
</file>

<file path=ppt/tags/tag322.xml><?xml version="1.0" encoding="utf-8"?>
<p:tagLst xmlns:a="http://schemas.openxmlformats.org/drawingml/2006/main" xmlns:r="http://schemas.openxmlformats.org/officeDocument/2006/relationships" xmlns:p="http://schemas.openxmlformats.org/presentationml/2006/main">
  <p:tag name="PA" val="v5.2.11"/>
</p:tagLst>
</file>

<file path=ppt/tags/tag323.xml><?xml version="1.0" encoding="utf-8"?>
<p:tagLst xmlns:a="http://schemas.openxmlformats.org/drawingml/2006/main" xmlns:r="http://schemas.openxmlformats.org/officeDocument/2006/relationships" xmlns:p="http://schemas.openxmlformats.org/presentationml/2006/main">
  <p:tag name="PA" val="v5.2.11"/>
</p:tagLst>
</file>

<file path=ppt/tags/tag324.xml><?xml version="1.0" encoding="utf-8"?>
<p:tagLst xmlns:a="http://schemas.openxmlformats.org/drawingml/2006/main" xmlns:r="http://schemas.openxmlformats.org/officeDocument/2006/relationships" xmlns:p="http://schemas.openxmlformats.org/presentationml/2006/main">
  <p:tag name="PA" val="v5.2.11"/>
</p:tagLst>
</file>

<file path=ppt/tags/tag325.xml><?xml version="1.0" encoding="utf-8"?>
<p:tagLst xmlns:a="http://schemas.openxmlformats.org/drawingml/2006/main" xmlns:r="http://schemas.openxmlformats.org/officeDocument/2006/relationships" xmlns:p="http://schemas.openxmlformats.org/presentationml/2006/main">
  <p:tag name="PA" val="v5.2.11"/>
</p:tagLst>
</file>

<file path=ppt/tags/tag326.xml><?xml version="1.0" encoding="utf-8"?>
<p:tagLst xmlns:a="http://schemas.openxmlformats.org/drawingml/2006/main" xmlns:r="http://schemas.openxmlformats.org/officeDocument/2006/relationships" xmlns:p="http://schemas.openxmlformats.org/presentationml/2006/main">
  <p:tag name="PA" val="v5.2.11"/>
</p:tagLst>
</file>

<file path=ppt/tags/tag327.xml><?xml version="1.0" encoding="utf-8"?>
<p:tagLst xmlns:a="http://schemas.openxmlformats.org/drawingml/2006/main" xmlns:r="http://schemas.openxmlformats.org/officeDocument/2006/relationships" xmlns:p="http://schemas.openxmlformats.org/presentationml/2006/main">
  <p:tag name="PA" val="v5.2.11"/>
</p:tagLst>
</file>

<file path=ppt/tags/tag328.xml><?xml version="1.0" encoding="utf-8"?>
<p:tagLst xmlns:a="http://schemas.openxmlformats.org/drawingml/2006/main" xmlns:r="http://schemas.openxmlformats.org/officeDocument/2006/relationships" xmlns:p="http://schemas.openxmlformats.org/presentationml/2006/main">
  <p:tag name="PA" val="v5.2.11"/>
</p:tagLst>
</file>

<file path=ppt/tags/tag329.xml><?xml version="1.0" encoding="utf-8"?>
<p:tagLst xmlns:a="http://schemas.openxmlformats.org/drawingml/2006/main" xmlns:r="http://schemas.openxmlformats.org/officeDocument/2006/relationships" xmlns:p="http://schemas.openxmlformats.org/presentationml/2006/main">
  <p:tag name="PA" val="v5.2.11"/>
</p:tagLst>
</file>

<file path=ppt/tags/tag330.xml><?xml version="1.0" encoding="utf-8"?>
<p:tagLst xmlns:a="http://schemas.openxmlformats.org/drawingml/2006/main" xmlns:r="http://schemas.openxmlformats.org/officeDocument/2006/relationships" xmlns:p="http://schemas.openxmlformats.org/presentationml/2006/main">
  <p:tag name="PA" val="v5.2.11"/>
</p:tagLst>
</file>

<file path=ppt/tags/tag331.xml><?xml version="1.0" encoding="utf-8"?>
<p:tagLst xmlns:a="http://schemas.openxmlformats.org/drawingml/2006/main" xmlns:r="http://schemas.openxmlformats.org/officeDocument/2006/relationships" xmlns:p="http://schemas.openxmlformats.org/presentationml/2006/main">
  <p:tag name="PA" val="v5.2.11"/>
</p:tagLst>
</file>

<file path=ppt/tags/tag332.xml><?xml version="1.0" encoding="utf-8"?>
<p:tagLst xmlns:a="http://schemas.openxmlformats.org/drawingml/2006/main" xmlns:r="http://schemas.openxmlformats.org/officeDocument/2006/relationships" xmlns:p="http://schemas.openxmlformats.org/presentationml/2006/main">
  <p:tag name="PA" val="v5.2.11"/>
</p:tagLst>
</file>

<file path=ppt/tags/tag333.xml><?xml version="1.0" encoding="utf-8"?>
<p:tagLst xmlns:a="http://schemas.openxmlformats.org/drawingml/2006/main" xmlns:r="http://schemas.openxmlformats.org/officeDocument/2006/relationships" xmlns:p="http://schemas.openxmlformats.org/presentationml/2006/main">
  <p:tag name="PA" val="v5.2.11"/>
</p:tagLst>
</file>

<file path=ppt/tags/tag334.xml><?xml version="1.0" encoding="utf-8"?>
<p:tagLst xmlns:a="http://schemas.openxmlformats.org/drawingml/2006/main" xmlns:r="http://schemas.openxmlformats.org/officeDocument/2006/relationships" xmlns:p="http://schemas.openxmlformats.org/presentationml/2006/main">
  <p:tag name="PA" val="v5.2.11"/>
</p:tagLst>
</file>

<file path=ppt/tags/tag335.xml><?xml version="1.0" encoding="utf-8"?>
<p:tagLst xmlns:a="http://schemas.openxmlformats.org/drawingml/2006/main" xmlns:r="http://schemas.openxmlformats.org/officeDocument/2006/relationships" xmlns:p="http://schemas.openxmlformats.org/presentationml/2006/main">
  <p:tag name="PA" val="v5.2.11"/>
</p:tagLst>
</file>

<file path=ppt/tags/tag336.xml><?xml version="1.0" encoding="utf-8"?>
<p:tagLst xmlns:a="http://schemas.openxmlformats.org/drawingml/2006/main" xmlns:r="http://schemas.openxmlformats.org/officeDocument/2006/relationships" xmlns:p="http://schemas.openxmlformats.org/presentationml/2006/main">
  <p:tag name="PA" val="v5.2.11"/>
</p:tagLst>
</file>

<file path=ppt/tags/tag337.xml><?xml version="1.0" encoding="utf-8"?>
<p:tagLst xmlns:a="http://schemas.openxmlformats.org/drawingml/2006/main" xmlns:r="http://schemas.openxmlformats.org/officeDocument/2006/relationships" xmlns:p="http://schemas.openxmlformats.org/presentationml/2006/main">
  <p:tag name="PA" val="v5.2.11"/>
</p:tagLst>
</file>

<file path=ppt/tags/tag338.xml><?xml version="1.0" encoding="utf-8"?>
<p:tagLst xmlns:a="http://schemas.openxmlformats.org/drawingml/2006/main" xmlns:r="http://schemas.openxmlformats.org/officeDocument/2006/relationships" xmlns:p="http://schemas.openxmlformats.org/presentationml/2006/main">
  <p:tag name="PA" val="v5.2.11"/>
</p:tagLst>
</file>

<file path=ppt/tags/tag339.xml><?xml version="1.0" encoding="utf-8"?>
<p:tagLst xmlns:a="http://schemas.openxmlformats.org/drawingml/2006/main" xmlns:r="http://schemas.openxmlformats.org/officeDocument/2006/relationships" xmlns:p="http://schemas.openxmlformats.org/presentationml/2006/main">
  <p:tag name="PA" val="v5.2.11"/>
</p:tagLst>
</file>

<file path=ppt/tags/tag340.xml><?xml version="1.0" encoding="utf-8"?>
<p:tagLst xmlns:a="http://schemas.openxmlformats.org/drawingml/2006/main" xmlns:r="http://schemas.openxmlformats.org/officeDocument/2006/relationships" xmlns:p="http://schemas.openxmlformats.org/presentationml/2006/main">
  <p:tag name="PA" val="v5.2.11"/>
</p:tagLst>
</file>

<file path=ppt/tags/tag341.xml><?xml version="1.0" encoding="utf-8"?>
<p:tagLst xmlns:a="http://schemas.openxmlformats.org/drawingml/2006/main" xmlns:r="http://schemas.openxmlformats.org/officeDocument/2006/relationships" xmlns:p="http://schemas.openxmlformats.org/presentationml/2006/main">
  <p:tag name="PA" val="v5.2.11"/>
</p:tagLst>
</file>

<file path=ppt/tags/tag342.xml><?xml version="1.0" encoding="utf-8"?>
<p:tagLst xmlns:a="http://schemas.openxmlformats.org/drawingml/2006/main" xmlns:r="http://schemas.openxmlformats.org/officeDocument/2006/relationships" xmlns:p="http://schemas.openxmlformats.org/presentationml/2006/main">
  <p:tag name="PA" val="v5.2.11"/>
</p:tagLst>
</file>

<file path=ppt/tags/tag343.xml><?xml version="1.0" encoding="utf-8"?>
<p:tagLst xmlns:a="http://schemas.openxmlformats.org/drawingml/2006/main" xmlns:r="http://schemas.openxmlformats.org/officeDocument/2006/relationships" xmlns:p="http://schemas.openxmlformats.org/presentationml/2006/main">
  <p:tag name="PA" val="v5.2.11"/>
</p:tagLst>
</file>

<file path=ppt/tags/tag344.xml><?xml version="1.0" encoding="utf-8"?>
<p:tagLst xmlns:a="http://schemas.openxmlformats.org/drawingml/2006/main" xmlns:r="http://schemas.openxmlformats.org/officeDocument/2006/relationships" xmlns:p="http://schemas.openxmlformats.org/presentationml/2006/main">
  <p:tag name="PA" val="v5.2.11"/>
</p:tagLst>
</file>

<file path=ppt/tags/tag345.xml><?xml version="1.0" encoding="utf-8"?>
<p:tagLst xmlns:a="http://schemas.openxmlformats.org/drawingml/2006/main" xmlns:r="http://schemas.openxmlformats.org/officeDocument/2006/relationships" xmlns:p="http://schemas.openxmlformats.org/presentationml/2006/main">
  <p:tag name="PA" val="v5.2.11"/>
</p:tagLst>
</file>

<file path=ppt/tags/tag346.xml><?xml version="1.0" encoding="utf-8"?>
<p:tagLst xmlns:a="http://schemas.openxmlformats.org/drawingml/2006/main" xmlns:r="http://schemas.openxmlformats.org/officeDocument/2006/relationships" xmlns:p="http://schemas.openxmlformats.org/presentationml/2006/main">
  <p:tag name="PA" val="v5.2.11"/>
</p:tagLst>
</file>

<file path=ppt/tags/tag347.xml><?xml version="1.0" encoding="utf-8"?>
<p:tagLst xmlns:a="http://schemas.openxmlformats.org/drawingml/2006/main" xmlns:r="http://schemas.openxmlformats.org/officeDocument/2006/relationships" xmlns:p="http://schemas.openxmlformats.org/presentationml/2006/main">
  <p:tag name="PA" val="v5.2.11"/>
</p:tagLst>
</file>

<file path=ppt/tags/tag348.xml><?xml version="1.0" encoding="utf-8"?>
<p:tagLst xmlns:a="http://schemas.openxmlformats.org/drawingml/2006/main" xmlns:r="http://schemas.openxmlformats.org/officeDocument/2006/relationships" xmlns:p="http://schemas.openxmlformats.org/presentationml/2006/main">
  <p:tag name="PA" val="v5.2.11"/>
</p:tagLst>
</file>

<file path=ppt/tags/tag349.xml><?xml version="1.0" encoding="utf-8"?>
<p:tagLst xmlns:a="http://schemas.openxmlformats.org/drawingml/2006/main" xmlns:r="http://schemas.openxmlformats.org/officeDocument/2006/relationships" xmlns:p="http://schemas.openxmlformats.org/presentationml/2006/main">
  <p:tag name="PA" val="v5.2.11"/>
</p:tagLst>
</file>

<file path=ppt/tags/tag350.xml><?xml version="1.0" encoding="utf-8"?>
<p:tagLst xmlns:a="http://schemas.openxmlformats.org/drawingml/2006/main" xmlns:r="http://schemas.openxmlformats.org/officeDocument/2006/relationships" xmlns:p="http://schemas.openxmlformats.org/presentationml/2006/main">
  <p:tag name="PA" val="v5.2.11"/>
</p:tagLst>
</file>

<file path=ppt/tags/tag351.xml><?xml version="1.0" encoding="utf-8"?>
<p:tagLst xmlns:a="http://schemas.openxmlformats.org/drawingml/2006/main" xmlns:r="http://schemas.openxmlformats.org/officeDocument/2006/relationships" xmlns:p="http://schemas.openxmlformats.org/presentationml/2006/main">
  <p:tag name="PA" val="v5.2.11"/>
</p:tagLst>
</file>

<file path=ppt/tags/tag352.xml><?xml version="1.0" encoding="utf-8"?>
<p:tagLst xmlns:a="http://schemas.openxmlformats.org/drawingml/2006/main" xmlns:r="http://schemas.openxmlformats.org/officeDocument/2006/relationships" xmlns:p="http://schemas.openxmlformats.org/presentationml/2006/main">
  <p:tag name="PA" val="v5.2.11"/>
</p:tagLst>
</file>

<file path=ppt/tags/tag353.xml><?xml version="1.0" encoding="utf-8"?>
<p:tagLst xmlns:a="http://schemas.openxmlformats.org/drawingml/2006/main" xmlns:r="http://schemas.openxmlformats.org/officeDocument/2006/relationships" xmlns:p="http://schemas.openxmlformats.org/presentationml/2006/main">
  <p:tag name="PA" val="v5.2.11"/>
</p:tagLst>
</file>

<file path=ppt/tags/tag354.xml><?xml version="1.0" encoding="utf-8"?>
<p:tagLst xmlns:a="http://schemas.openxmlformats.org/drawingml/2006/main" xmlns:r="http://schemas.openxmlformats.org/officeDocument/2006/relationships" xmlns:p="http://schemas.openxmlformats.org/presentationml/2006/main">
  <p:tag name="PA" val="v5.2.11"/>
</p:tagLst>
</file>

<file path=ppt/tags/tag355.xml><?xml version="1.0" encoding="utf-8"?>
<p:tagLst xmlns:a="http://schemas.openxmlformats.org/drawingml/2006/main" xmlns:r="http://schemas.openxmlformats.org/officeDocument/2006/relationships" xmlns:p="http://schemas.openxmlformats.org/presentationml/2006/main">
  <p:tag name="PA" val="v5.2.11"/>
</p:tagLst>
</file>

<file path=ppt/tags/tag356.xml><?xml version="1.0" encoding="utf-8"?>
<p:tagLst xmlns:a="http://schemas.openxmlformats.org/drawingml/2006/main" xmlns:r="http://schemas.openxmlformats.org/officeDocument/2006/relationships" xmlns:p="http://schemas.openxmlformats.org/presentationml/2006/main">
  <p:tag name="PA" val="v5.2.11"/>
</p:tagLst>
</file>

<file path=ppt/tags/tag357.xml><?xml version="1.0" encoding="utf-8"?>
<p:tagLst xmlns:a="http://schemas.openxmlformats.org/drawingml/2006/main" xmlns:r="http://schemas.openxmlformats.org/officeDocument/2006/relationships" xmlns:p="http://schemas.openxmlformats.org/presentationml/2006/main">
  <p:tag name="PA" val="v5.2.11"/>
</p:tagLst>
</file>

<file path=ppt/tags/tag358.xml><?xml version="1.0" encoding="utf-8"?>
<p:tagLst xmlns:a="http://schemas.openxmlformats.org/drawingml/2006/main" xmlns:r="http://schemas.openxmlformats.org/officeDocument/2006/relationships" xmlns:p="http://schemas.openxmlformats.org/presentationml/2006/main">
  <p:tag name="PA" val="v5.2.11"/>
</p:tagLst>
</file>

<file path=ppt/tags/tag359.xml><?xml version="1.0" encoding="utf-8"?>
<p:tagLst xmlns:a="http://schemas.openxmlformats.org/drawingml/2006/main" xmlns:r="http://schemas.openxmlformats.org/officeDocument/2006/relationships" xmlns:p="http://schemas.openxmlformats.org/presentationml/2006/main">
  <p:tag name="PA" val="v5.2.11"/>
</p:tagLst>
</file>

<file path=ppt/tags/tag360.xml><?xml version="1.0" encoding="utf-8"?>
<p:tagLst xmlns:a="http://schemas.openxmlformats.org/drawingml/2006/main" xmlns:r="http://schemas.openxmlformats.org/officeDocument/2006/relationships" xmlns:p="http://schemas.openxmlformats.org/presentationml/2006/main">
  <p:tag name="PA" val="v5.2.11"/>
</p:tagLst>
</file>

<file path=ppt/tags/tag361.xml><?xml version="1.0" encoding="utf-8"?>
<p:tagLst xmlns:a="http://schemas.openxmlformats.org/drawingml/2006/main" xmlns:r="http://schemas.openxmlformats.org/officeDocument/2006/relationships" xmlns:p="http://schemas.openxmlformats.org/presentationml/2006/main">
  <p:tag name="PA" val="v5.2.11"/>
</p:tagLst>
</file>

<file path=ppt/tags/tag362.xml><?xml version="1.0" encoding="utf-8"?>
<p:tagLst xmlns:a="http://schemas.openxmlformats.org/drawingml/2006/main" xmlns:r="http://schemas.openxmlformats.org/officeDocument/2006/relationships" xmlns:p="http://schemas.openxmlformats.org/presentationml/2006/main">
  <p:tag name="PA" val="v5.2.11"/>
</p:tagLst>
</file>

<file path=ppt/tags/tag363.xml><?xml version="1.0" encoding="utf-8"?>
<p:tagLst xmlns:a="http://schemas.openxmlformats.org/drawingml/2006/main" xmlns:r="http://schemas.openxmlformats.org/officeDocument/2006/relationships" xmlns:p="http://schemas.openxmlformats.org/presentationml/2006/main">
  <p:tag name="PA" val="v5.2.11"/>
</p:tagLst>
</file>

<file path=ppt/tags/tag364.xml><?xml version="1.0" encoding="utf-8"?>
<p:tagLst xmlns:a="http://schemas.openxmlformats.org/drawingml/2006/main" xmlns:r="http://schemas.openxmlformats.org/officeDocument/2006/relationships" xmlns:p="http://schemas.openxmlformats.org/presentationml/2006/main">
  <p:tag name="PA" val="v5.2.11"/>
</p:tagLst>
</file>

<file path=ppt/tags/tag365.xml><?xml version="1.0" encoding="utf-8"?>
<p:tagLst xmlns:a="http://schemas.openxmlformats.org/drawingml/2006/main" xmlns:r="http://schemas.openxmlformats.org/officeDocument/2006/relationships" xmlns:p="http://schemas.openxmlformats.org/presentationml/2006/main">
  <p:tag name="PA" val="v5.2.11"/>
</p:tagLst>
</file>

<file path=ppt/tags/tag366.xml><?xml version="1.0" encoding="utf-8"?>
<p:tagLst xmlns:a="http://schemas.openxmlformats.org/drawingml/2006/main" xmlns:r="http://schemas.openxmlformats.org/officeDocument/2006/relationships" xmlns:p="http://schemas.openxmlformats.org/presentationml/2006/main">
  <p:tag name="PA" val="v5.2.11"/>
</p:tagLst>
</file>

<file path=ppt/tags/tag367.xml><?xml version="1.0" encoding="utf-8"?>
<p:tagLst xmlns:a="http://schemas.openxmlformats.org/drawingml/2006/main" xmlns:r="http://schemas.openxmlformats.org/officeDocument/2006/relationships" xmlns:p="http://schemas.openxmlformats.org/presentationml/2006/main">
  <p:tag name="PA" val="v5.2.11"/>
</p:tagLst>
</file>

<file path=ppt/tags/tag368.xml><?xml version="1.0" encoding="utf-8"?>
<p:tagLst xmlns:a="http://schemas.openxmlformats.org/drawingml/2006/main" xmlns:r="http://schemas.openxmlformats.org/officeDocument/2006/relationships" xmlns:p="http://schemas.openxmlformats.org/presentationml/2006/main">
  <p:tag name="PA" val="v5.2.11"/>
</p:tagLst>
</file>

<file path=ppt/tags/tag369.xml><?xml version="1.0" encoding="utf-8"?>
<p:tagLst xmlns:a="http://schemas.openxmlformats.org/drawingml/2006/main" xmlns:r="http://schemas.openxmlformats.org/officeDocument/2006/relationships" xmlns:p="http://schemas.openxmlformats.org/presentationml/2006/main">
  <p:tag name="PA" val="v5.2.11"/>
</p:tagLst>
</file>

<file path=ppt/tags/tag370.xml><?xml version="1.0" encoding="utf-8"?>
<p:tagLst xmlns:a="http://schemas.openxmlformats.org/drawingml/2006/main" xmlns:r="http://schemas.openxmlformats.org/officeDocument/2006/relationships" xmlns:p="http://schemas.openxmlformats.org/presentationml/2006/main">
  <p:tag name="PA" val="v5.2.11"/>
</p:tagLst>
</file>

<file path=ppt/tags/tag371.xml><?xml version="1.0" encoding="utf-8"?>
<p:tagLst xmlns:a="http://schemas.openxmlformats.org/drawingml/2006/main" xmlns:r="http://schemas.openxmlformats.org/officeDocument/2006/relationships" xmlns:p="http://schemas.openxmlformats.org/presentationml/2006/main">
  <p:tag name="PA" val="v5.2.11"/>
</p:tagLst>
</file>

<file path=ppt/tags/tag372.xml><?xml version="1.0" encoding="utf-8"?>
<p:tagLst xmlns:a="http://schemas.openxmlformats.org/drawingml/2006/main" xmlns:r="http://schemas.openxmlformats.org/officeDocument/2006/relationships" xmlns:p="http://schemas.openxmlformats.org/presentationml/2006/main">
  <p:tag name="PA" val="v5.2.11"/>
</p:tagLst>
</file>

<file path=ppt/tags/tag373.xml><?xml version="1.0" encoding="utf-8"?>
<p:tagLst xmlns:a="http://schemas.openxmlformats.org/drawingml/2006/main" xmlns:r="http://schemas.openxmlformats.org/officeDocument/2006/relationships" xmlns:p="http://schemas.openxmlformats.org/presentationml/2006/main">
  <p:tag name="PA" val="v5.2.11"/>
</p:tagLst>
</file>

<file path=ppt/tags/tag374.xml><?xml version="1.0" encoding="utf-8"?>
<p:tagLst xmlns:a="http://schemas.openxmlformats.org/drawingml/2006/main" xmlns:r="http://schemas.openxmlformats.org/officeDocument/2006/relationships" xmlns:p="http://schemas.openxmlformats.org/presentationml/2006/main">
  <p:tag name="PA" val="v5.2.11"/>
</p:tagLst>
</file>

<file path=ppt/tags/tag375.xml><?xml version="1.0" encoding="utf-8"?>
<p:tagLst xmlns:a="http://schemas.openxmlformats.org/drawingml/2006/main" xmlns:r="http://schemas.openxmlformats.org/officeDocument/2006/relationships" xmlns:p="http://schemas.openxmlformats.org/presentationml/2006/main">
  <p:tag name="PA" val="v5.2.11"/>
</p:tagLst>
</file>

<file path=ppt/tags/tag376.xml><?xml version="1.0" encoding="utf-8"?>
<p:tagLst xmlns:a="http://schemas.openxmlformats.org/drawingml/2006/main" xmlns:r="http://schemas.openxmlformats.org/officeDocument/2006/relationships" xmlns:p="http://schemas.openxmlformats.org/presentationml/2006/main">
  <p:tag name="PA" val="v5.2.11"/>
</p:tagLst>
</file>

<file path=ppt/tags/tag377.xml><?xml version="1.0" encoding="utf-8"?>
<p:tagLst xmlns:a="http://schemas.openxmlformats.org/drawingml/2006/main" xmlns:r="http://schemas.openxmlformats.org/officeDocument/2006/relationships" xmlns:p="http://schemas.openxmlformats.org/presentationml/2006/main">
  <p:tag name="PA" val="v5.2.11"/>
</p:tagLst>
</file>

<file path=ppt/tags/tag378.xml><?xml version="1.0" encoding="utf-8"?>
<p:tagLst xmlns:a="http://schemas.openxmlformats.org/drawingml/2006/main" xmlns:r="http://schemas.openxmlformats.org/officeDocument/2006/relationships" xmlns:p="http://schemas.openxmlformats.org/presentationml/2006/main">
  <p:tag name="PA" val="v5.2.11"/>
</p:tagLst>
</file>

<file path=ppt/tags/tag379.xml><?xml version="1.0" encoding="utf-8"?>
<p:tagLst xmlns:a="http://schemas.openxmlformats.org/drawingml/2006/main" xmlns:r="http://schemas.openxmlformats.org/officeDocument/2006/relationships" xmlns:p="http://schemas.openxmlformats.org/presentationml/2006/main">
  <p:tag name="PA" val="v5.2.11"/>
</p:tagLst>
</file>

<file path=ppt/tags/tag380.xml><?xml version="1.0" encoding="utf-8"?>
<p:tagLst xmlns:a="http://schemas.openxmlformats.org/drawingml/2006/main" xmlns:r="http://schemas.openxmlformats.org/officeDocument/2006/relationships" xmlns:p="http://schemas.openxmlformats.org/presentationml/2006/main">
  <p:tag name="PA" val="v5.2.11"/>
</p:tagLst>
</file>

<file path=ppt/tags/tag381.xml><?xml version="1.0" encoding="utf-8"?>
<p:tagLst xmlns:a="http://schemas.openxmlformats.org/drawingml/2006/main" xmlns:r="http://schemas.openxmlformats.org/officeDocument/2006/relationships" xmlns:p="http://schemas.openxmlformats.org/presentationml/2006/main">
  <p:tag name="PA" val="v5.2.11"/>
</p:tagLst>
</file>

<file path=ppt/tags/tag382.xml><?xml version="1.0" encoding="utf-8"?>
<p:tagLst xmlns:a="http://schemas.openxmlformats.org/drawingml/2006/main" xmlns:r="http://schemas.openxmlformats.org/officeDocument/2006/relationships" xmlns:p="http://schemas.openxmlformats.org/presentationml/2006/main">
  <p:tag name="PA" val="v5.2.11"/>
</p:tagLst>
</file>

<file path=ppt/tags/tag383.xml><?xml version="1.0" encoding="utf-8"?>
<p:tagLst xmlns:a="http://schemas.openxmlformats.org/drawingml/2006/main" xmlns:r="http://schemas.openxmlformats.org/officeDocument/2006/relationships" xmlns:p="http://schemas.openxmlformats.org/presentationml/2006/main">
  <p:tag name="PA" val="v5.2.11"/>
</p:tagLst>
</file>

<file path=ppt/tags/tag384.xml><?xml version="1.0" encoding="utf-8"?>
<p:tagLst xmlns:a="http://schemas.openxmlformats.org/drawingml/2006/main" xmlns:r="http://schemas.openxmlformats.org/officeDocument/2006/relationships" xmlns:p="http://schemas.openxmlformats.org/presentationml/2006/main">
  <p:tag name="PA" val="v5.2.11"/>
</p:tagLst>
</file>

<file path=ppt/tags/tag385.xml><?xml version="1.0" encoding="utf-8"?>
<p:tagLst xmlns:a="http://schemas.openxmlformats.org/drawingml/2006/main" xmlns:r="http://schemas.openxmlformats.org/officeDocument/2006/relationships" xmlns:p="http://schemas.openxmlformats.org/presentationml/2006/main">
  <p:tag name="PA" val="v5.2.11"/>
</p:tagLst>
</file>

<file path=ppt/tags/tag386.xml><?xml version="1.0" encoding="utf-8"?>
<p:tagLst xmlns:a="http://schemas.openxmlformats.org/drawingml/2006/main" xmlns:r="http://schemas.openxmlformats.org/officeDocument/2006/relationships" xmlns:p="http://schemas.openxmlformats.org/presentationml/2006/main">
  <p:tag name="PA" val="v5.2.11"/>
</p:tagLst>
</file>

<file path=ppt/tags/tag387.xml><?xml version="1.0" encoding="utf-8"?>
<p:tagLst xmlns:a="http://schemas.openxmlformats.org/drawingml/2006/main" xmlns:r="http://schemas.openxmlformats.org/officeDocument/2006/relationships" xmlns:p="http://schemas.openxmlformats.org/presentationml/2006/main">
  <p:tag name="PA" val="v5.2.11"/>
</p:tagLst>
</file>

<file path=ppt/tags/tag388.xml><?xml version="1.0" encoding="utf-8"?>
<p:tagLst xmlns:a="http://schemas.openxmlformats.org/drawingml/2006/main" xmlns:r="http://schemas.openxmlformats.org/officeDocument/2006/relationships" xmlns:p="http://schemas.openxmlformats.org/presentationml/2006/main">
  <p:tag name="PA" val="v5.2.11"/>
</p:tagLst>
</file>

<file path=ppt/tags/tag389.xml><?xml version="1.0" encoding="utf-8"?>
<p:tagLst xmlns:a="http://schemas.openxmlformats.org/drawingml/2006/main" xmlns:r="http://schemas.openxmlformats.org/officeDocument/2006/relationships" xmlns:p="http://schemas.openxmlformats.org/presentationml/2006/main">
  <p:tag name="PA" val="v5.2.11"/>
</p:tagLst>
</file>

<file path=ppt/tags/tag390.xml><?xml version="1.0" encoding="utf-8"?>
<p:tagLst xmlns:a="http://schemas.openxmlformats.org/drawingml/2006/main" xmlns:r="http://schemas.openxmlformats.org/officeDocument/2006/relationships" xmlns:p="http://schemas.openxmlformats.org/presentationml/2006/main">
  <p:tag name="PA" val="v5.2.11"/>
</p:tagLst>
</file>

<file path=ppt/tags/tag391.xml><?xml version="1.0" encoding="utf-8"?>
<p:tagLst xmlns:a="http://schemas.openxmlformats.org/drawingml/2006/main" xmlns:r="http://schemas.openxmlformats.org/officeDocument/2006/relationships" xmlns:p="http://schemas.openxmlformats.org/presentationml/2006/main">
  <p:tag name="PA" val="v5.2.11"/>
</p:tagLst>
</file>

<file path=ppt/tags/tag392.xml><?xml version="1.0" encoding="utf-8"?>
<p:tagLst xmlns:a="http://schemas.openxmlformats.org/drawingml/2006/main" xmlns:r="http://schemas.openxmlformats.org/officeDocument/2006/relationships" xmlns:p="http://schemas.openxmlformats.org/presentationml/2006/main">
  <p:tag name="PA" val="v5.2.11"/>
</p:tagLst>
</file>

<file path=ppt/tags/tag393.xml><?xml version="1.0" encoding="utf-8"?>
<p:tagLst xmlns:a="http://schemas.openxmlformats.org/drawingml/2006/main" xmlns:r="http://schemas.openxmlformats.org/officeDocument/2006/relationships" xmlns:p="http://schemas.openxmlformats.org/presentationml/2006/main">
  <p:tag name="PA" val="v5.2.11"/>
</p:tagLst>
</file>

<file path=ppt/tags/tag394.xml><?xml version="1.0" encoding="utf-8"?>
<p:tagLst xmlns:a="http://schemas.openxmlformats.org/drawingml/2006/main" xmlns:r="http://schemas.openxmlformats.org/officeDocument/2006/relationships" xmlns:p="http://schemas.openxmlformats.org/presentationml/2006/main">
  <p:tag name="PA" val="v5.2.11"/>
</p:tagLst>
</file>

<file path=ppt/tags/tag395.xml><?xml version="1.0" encoding="utf-8"?>
<p:tagLst xmlns:a="http://schemas.openxmlformats.org/drawingml/2006/main" xmlns:r="http://schemas.openxmlformats.org/officeDocument/2006/relationships" xmlns:p="http://schemas.openxmlformats.org/presentationml/2006/main">
  <p:tag name="PA" val="v5.2.11"/>
</p:tagLst>
</file>

<file path=ppt/tags/tag396.xml><?xml version="1.0" encoding="utf-8"?>
<p:tagLst xmlns:a="http://schemas.openxmlformats.org/drawingml/2006/main" xmlns:r="http://schemas.openxmlformats.org/officeDocument/2006/relationships" xmlns:p="http://schemas.openxmlformats.org/presentationml/2006/main">
  <p:tag name="PA" val="v5.2.11"/>
</p:tagLst>
</file>

<file path=ppt/tags/tag397.xml><?xml version="1.0" encoding="utf-8"?>
<p:tagLst xmlns:a="http://schemas.openxmlformats.org/drawingml/2006/main" xmlns:r="http://schemas.openxmlformats.org/officeDocument/2006/relationships" xmlns:p="http://schemas.openxmlformats.org/presentationml/2006/main">
  <p:tag name="PA" val="v5.2.11"/>
</p:tagLst>
</file>

<file path=ppt/tags/tag398.xml><?xml version="1.0" encoding="utf-8"?>
<p:tagLst xmlns:a="http://schemas.openxmlformats.org/drawingml/2006/main" xmlns:r="http://schemas.openxmlformats.org/officeDocument/2006/relationships" xmlns:p="http://schemas.openxmlformats.org/presentationml/2006/main">
  <p:tag name="PA" val="v5.2.11"/>
</p:tagLst>
</file>

<file path=ppt/tags/tag399.xml><?xml version="1.0" encoding="utf-8"?>
<p:tagLst xmlns:a="http://schemas.openxmlformats.org/drawingml/2006/main" xmlns:r="http://schemas.openxmlformats.org/officeDocument/2006/relationships" xmlns:p="http://schemas.openxmlformats.org/presentationml/2006/main">
  <p:tag name="PA" val="v5.2.11"/>
</p:tagLst>
</file>

<file path=ppt/tags/tag400.xml><?xml version="1.0" encoding="utf-8"?>
<p:tagLst xmlns:a="http://schemas.openxmlformats.org/drawingml/2006/main" xmlns:r="http://schemas.openxmlformats.org/officeDocument/2006/relationships" xmlns:p="http://schemas.openxmlformats.org/presentationml/2006/main">
  <p:tag name="PA" val="v5.2.11"/>
</p:tagLst>
</file>

<file path=ppt/tags/tag401.xml><?xml version="1.0" encoding="utf-8"?>
<p:tagLst xmlns:a="http://schemas.openxmlformats.org/drawingml/2006/main" xmlns:r="http://schemas.openxmlformats.org/officeDocument/2006/relationships" xmlns:p="http://schemas.openxmlformats.org/presentationml/2006/main">
  <p:tag name="PA" val="v5.2.11"/>
</p:tagLst>
</file>

<file path=ppt/tags/tag402.xml><?xml version="1.0" encoding="utf-8"?>
<p:tagLst xmlns:a="http://schemas.openxmlformats.org/drawingml/2006/main" xmlns:r="http://schemas.openxmlformats.org/officeDocument/2006/relationships" xmlns:p="http://schemas.openxmlformats.org/presentationml/2006/main">
  <p:tag name="PA" val="v5.2.11"/>
</p:tagLst>
</file>

<file path=ppt/tags/tag403.xml><?xml version="1.0" encoding="utf-8"?>
<p:tagLst xmlns:a="http://schemas.openxmlformats.org/drawingml/2006/main" xmlns:r="http://schemas.openxmlformats.org/officeDocument/2006/relationships" xmlns:p="http://schemas.openxmlformats.org/presentationml/2006/main">
  <p:tag name="PA" val="v5.2.11"/>
</p:tagLst>
</file>

<file path=ppt/tags/tag404.xml><?xml version="1.0" encoding="utf-8"?>
<p:tagLst xmlns:a="http://schemas.openxmlformats.org/drawingml/2006/main" xmlns:r="http://schemas.openxmlformats.org/officeDocument/2006/relationships" xmlns:p="http://schemas.openxmlformats.org/presentationml/2006/main">
  <p:tag name="PA" val="v5.2.11"/>
</p:tagLst>
</file>

<file path=ppt/tags/tag405.xml><?xml version="1.0" encoding="utf-8"?>
<p:tagLst xmlns:a="http://schemas.openxmlformats.org/drawingml/2006/main" xmlns:r="http://schemas.openxmlformats.org/officeDocument/2006/relationships" xmlns:p="http://schemas.openxmlformats.org/presentationml/2006/main">
  <p:tag name="PA" val="v5.2.11"/>
</p:tagLst>
</file>

<file path=ppt/tags/tag406.xml><?xml version="1.0" encoding="utf-8"?>
<p:tagLst xmlns:a="http://schemas.openxmlformats.org/drawingml/2006/main" xmlns:r="http://schemas.openxmlformats.org/officeDocument/2006/relationships" xmlns:p="http://schemas.openxmlformats.org/presentationml/2006/main">
  <p:tag name="PA" val="v5.2.11"/>
</p:tagLst>
</file>

<file path=ppt/tags/tag407.xml><?xml version="1.0" encoding="utf-8"?>
<p:tagLst xmlns:a="http://schemas.openxmlformats.org/drawingml/2006/main" xmlns:r="http://schemas.openxmlformats.org/officeDocument/2006/relationships" xmlns:p="http://schemas.openxmlformats.org/presentationml/2006/main">
  <p:tag name="PA" val="v5.2.11"/>
</p:tagLst>
</file>

<file path=ppt/tags/tag408.xml><?xml version="1.0" encoding="utf-8"?>
<p:tagLst xmlns:a="http://schemas.openxmlformats.org/drawingml/2006/main" xmlns:r="http://schemas.openxmlformats.org/officeDocument/2006/relationships" xmlns:p="http://schemas.openxmlformats.org/presentationml/2006/main">
  <p:tag name="PA" val="v5.2.11"/>
</p:tagLst>
</file>

<file path=ppt/tags/tag409.xml><?xml version="1.0" encoding="utf-8"?>
<p:tagLst xmlns:a="http://schemas.openxmlformats.org/drawingml/2006/main" xmlns:r="http://schemas.openxmlformats.org/officeDocument/2006/relationships" xmlns:p="http://schemas.openxmlformats.org/presentationml/2006/main">
  <p:tag name="PA" val="v5.2.11"/>
</p:tagLst>
</file>

<file path=ppt/tags/tag410.xml><?xml version="1.0" encoding="utf-8"?>
<p:tagLst xmlns:a="http://schemas.openxmlformats.org/drawingml/2006/main" xmlns:r="http://schemas.openxmlformats.org/officeDocument/2006/relationships" xmlns:p="http://schemas.openxmlformats.org/presentationml/2006/main">
  <p:tag name="PA" val="v5.2.11"/>
</p:tagLst>
</file>

<file path=ppt/tags/tag411.xml><?xml version="1.0" encoding="utf-8"?>
<p:tagLst xmlns:a="http://schemas.openxmlformats.org/drawingml/2006/main" xmlns:r="http://schemas.openxmlformats.org/officeDocument/2006/relationships" xmlns:p="http://schemas.openxmlformats.org/presentationml/2006/main">
  <p:tag name="PA" val="v5.2.11"/>
</p:tagLst>
</file>

<file path=ppt/tags/tag412.xml><?xml version="1.0" encoding="utf-8"?>
<p:tagLst xmlns:a="http://schemas.openxmlformats.org/drawingml/2006/main" xmlns:r="http://schemas.openxmlformats.org/officeDocument/2006/relationships" xmlns:p="http://schemas.openxmlformats.org/presentationml/2006/main">
  <p:tag name="PA" val="v5.2.11"/>
</p:tagLst>
</file>

<file path=ppt/tags/tag413.xml><?xml version="1.0" encoding="utf-8"?>
<p:tagLst xmlns:a="http://schemas.openxmlformats.org/drawingml/2006/main" xmlns:r="http://schemas.openxmlformats.org/officeDocument/2006/relationships" xmlns:p="http://schemas.openxmlformats.org/presentationml/2006/main">
  <p:tag name="PA" val="v5.2.11"/>
</p:tagLst>
</file>

<file path=ppt/tags/tag414.xml><?xml version="1.0" encoding="utf-8"?>
<p:tagLst xmlns:a="http://schemas.openxmlformats.org/drawingml/2006/main" xmlns:r="http://schemas.openxmlformats.org/officeDocument/2006/relationships" xmlns:p="http://schemas.openxmlformats.org/presentationml/2006/main">
  <p:tag name="PA" val="v5.2.11"/>
</p:tagLst>
</file>

<file path=ppt/tags/tag415.xml><?xml version="1.0" encoding="utf-8"?>
<p:tagLst xmlns:a="http://schemas.openxmlformats.org/drawingml/2006/main" xmlns:r="http://schemas.openxmlformats.org/officeDocument/2006/relationships" xmlns:p="http://schemas.openxmlformats.org/presentationml/2006/main">
  <p:tag name="PA" val="v5.2.11"/>
</p:tagLst>
</file>

<file path=ppt/tags/tag416.xml><?xml version="1.0" encoding="utf-8"?>
<p:tagLst xmlns:a="http://schemas.openxmlformats.org/drawingml/2006/main" xmlns:r="http://schemas.openxmlformats.org/officeDocument/2006/relationships" xmlns:p="http://schemas.openxmlformats.org/presentationml/2006/main">
  <p:tag name="PA" val="v5.2.11"/>
</p:tagLst>
</file>

<file path=ppt/tags/tag417.xml><?xml version="1.0" encoding="utf-8"?>
<p:tagLst xmlns:a="http://schemas.openxmlformats.org/drawingml/2006/main" xmlns:r="http://schemas.openxmlformats.org/officeDocument/2006/relationships" xmlns:p="http://schemas.openxmlformats.org/presentationml/2006/main">
  <p:tag name="PA" val="v5.2.11"/>
</p:tagLst>
</file>

<file path=ppt/tags/tag418.xml><?xml version="1.0" encoding="utf-8"?>
<p:tagLst xmlns:a="http://schemas.openxmlformats.org/drawingml/2006/main" xmlns:r="http://schemas.openxmlformats.org/officeDocument/2006/relationships" xmlns:p="http://schemas.openxmlformats.org/presentationml/2006/main">
  <p:tag name="PA" val="v5.2.11"/>
</p:tagLst>
</file>

<file path=ppt/tags/tag419.xml><?xml version="1.0" encoding="utf-8"?>
<p:tagLst xmlns:a="http://schemas.openxmlformats.org/drawingml/2006/main" xmlns:r="http://schemas.openxmlformats.org/officeDocument/2006/relationships" xmlns:p="http://schemas.openxmlformats.org/presentationml/2006/main">
  <p:tag name="PA" val="v5.2.11"/>
</p:tagLst>
</file>

<file path=ppt/tags/tag420.xml><?xml version="1.0" encoding="utf-8"?>
<p:tagLst xmlns:a="http://schemas.openxmlformats.org/drawingml/2006/main" xmlns:r="http://schemas.openxmlformats.org/officeDocument/2006/relationships" xmlns:p="http://schemas.openxmlformats.org/presentationml/2006/main">
  <p:tag name="PA" val="v5.2.11"/>
</p:tagLst>
</file>

<file path=ppt/tags/tag421.xml><?xml version="1.0" encoding="utf-8"?>
<p:tagLst xmlns:a="http://schemas.openxmlformats.org/drawingml/2006/main" xmlns:r="http://schemas.openxmlformats.org/officeDocument/2006/relationships" xmlns:p="http://schemas.openxmlformats.org/presentationml/2006/main">
  <p:tag name="PA" val="v5.2.11"/>
</p:tagLst>
</file>

<file path=ppt/tags/tag422.xml><?xml version="1.0" encoding="utf-8"?>
<p:tagLst xmlns:a="http://schemas.openxmlformats.org/drawingml/2006/main" xmlns:r="http://schemas.openxmlformats.org/officeDocument/2006/relationships" xmlns:p="http://schemas.openxmlformats.org/presentationml/2006/main">
  <p:tag name="PA" val="v5.2.11"/>
</p:tagLst>
</file>

<file path=ppt/tags/tag423.xml><?xml version="1.0" encoding="utf-8"?>
<p:tagLst xmlns:a="http://schemas.openxmlformats.org/drawingml/2006/main" xmlns:r="http://schemas.openxmlformats.org/officeDocument/2006/relationships" xmlns:p="http://schemas.openxmlformats.org/presentationml/2006/main">
  <p:tag name="PA" val="v5.2.11"/>
</p:tagLst>
</file>

<file path=ppt/tags/tag424.xml><?xml version="1.0" encoding="utf-8"?>
<p:tagLst xmlns:a="http://schemas.openxmlformats.org/drawingml/2006/main" xmlns:r="http://schemas.openxmlformats.org/officeDocument/2006/relationships" xmlns:p="http://schemas.openxmlformats.org/presentationml/2006/main">
  <p:tag name="PA" val="v5.2.11"/>
</p:tagLst>
</file>

<file path=ppt/tags/tag425.xml><?xml version="1.0" encoding="utf-8"?>
<p:tagLst xmlns:a="http://schemas.openxmlformats.org/drawingml/2006/main" xmlns:r="http://schemas.openxmlformats.org/officeDocument/2006/relationships" xmlns:p="http://schemas.openxmlformats.org/presentationml/2006/main">
  <p:tag name="PA" val="v5.2.11"/>
</p:tagLst>
</file>

<file path=ppt/tags/tag426.xml><?xml version="1.0" encoding="utf-8"?>
<p:tagLst xmlns:a="http://schemas.openxmlformats.org/drawingml/2006/main" xmlns:r="http://schemas.openxmlformats.org/officeDocument/2006/relationships" xmlns:p="http://schemas.openxmlformats.org/presentationml/2006/main">
  <p:tag name="PA" val="v5.2.11"/>
</p:tagLst>
</file>

<file path=ppt/tags/tag427.xml><?xml version="1.0" encoding="utf-8"?>
<p:tagLst xmlns:a="http://schemas.openxmlformats.org/drawingml/2006/main" xmlns:r="http://schemas.openxmlformats.org/officeDocument/2006/relationships" xmlns:p="http://schemas.openxmlformats.org/presentationml/2006/main">
  <p:tag name="PA" val="v5.2.11"/>
</p:tagLst>
</file>

<file path=ppt/tags/tag428.xml><?xml version="1.0" encoding="utf-8"?>
<p:tagLst xmlns:a="http://schemas.openxmlformats.org/drawingml/2006/main" xmlns:r="http://schemas.openxmlformats.org/officeDocument/2006/relationships" xmlns:p="http://schemas.openxmlformats.org/presentationml/2006/main">
  <p:tag name="PA" val="v5.2.11"/>
</p:tagLst>
</file>

<file path=ppt/tags/tag429.xml><?xml version="1.0" encoding="utf-8"?>
<p:tagLst xmlns:a="http://schemas.openxmlformats.org/drawingml/2006/main" xmlns:r="http://schemas.openxmlformats.org/officeDocument/2006/relationships" xmlns:p="http://schemas.openxmlformats.org/presentationml/2006/main">
  <p:tag name="PA" val="v5.2.11"/>
</p:tagLst>
</file>

<file path=ppt/tags/tag430.xml><?xml version="1.0" encoding="utf-8"?>
<p:tagLst xmlns:a="http://schemas.openxmlformats.org/drawingml/2006/main" xmlns:r="http://schemas.openxmlformats.org/officeDocument/2006/relationships" xmlns:p="http://schemas.openxmlformats.org/presentationml/2006/main">
  <p:tag name="PA" val="v5.2.11"/>
</p:tagLst>
</file>

<file path=ppt/tags/tag431.xml><?xml version="1.0" encoding="utf-8"?>
<p:tagLst xmlns:a="http://schemas.openxmlformats.org/drawingml/2006/main" xmlns:r="http://schemas.openxmlformats.org/officeDocument/2006/relationships" xmlns:p="http://schemas.openxmlformats.org/presentationml/2006/main">
  <p:tag name="PA" val="v5.2.11"/>
</p:tagLst>
</file>

<file path=ppt/tags/tag432.xml><?xml version="1.0" encoding="utf-8"?>
<p:tagLst xmlns:a="http://schemas.openxmlformats.org/drawingml/2006/main" xmlns:r="http://schemas.openxmlformats.org/officeDocument/2006/relationships" xmlns:p="http://schemas.openxmlformats.org/presentationml/2006/main">
  <p:tag name="PA" val="v5.2.11"/>
</p:tagLst>
</file>

<file path=ppt/tags/tag433.xml><?xml version="1.0" encoding="utf-8"?>
<p:tagLst xmlns:a="http://schemas.openxmlformats.org/drawingml/2006/main" xmlns:r="http://schemas.openxmlformats.org/officeDocument/2006/relationships" xmlns:p="http://schemas.openxmlformats.org/presentationml/2006/main">
  <p:tag name="PA" val="v5.2.11"/>
</p:tagLst>
</file>

<file path=ppt/tags/tag434.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5551</Words>
  <Application>Microsoft Office PowerPoint</Application>
  <PresentationFormat>Widescreen</PresentationFormat>
  <Paragraphs>771</Paragraphs>
  <Slides>72</Slides>
  <Notes>14</Notes>
  <HiddenSlides>0</HiddenSlides>
  <MMClips>1</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72</vt:i4>
      </vt:variant>
    </vt:vector>
  </HeadingPairs>
  <TitlesOfParts>
    <vt:vector size="90" baseType="lpstr">
      <vt:lpstr>chalkboardseregular</vt:lpstr>
      <vt:lpstr>GB Pinyinok-D</vt:lpstr>
      <vt:lpstr>HelveticaExt-Normal</vt:lpstr>
      <vt:lpstr>微软雅黑</vt:lpstr>
      <vt:lpstr>宋体</vt:lpstr>
      <vt:lpstr>华文楷体</vt:lpstr>
      <vt:lpstr>华文细黑</vt:lpstr>
      <vt:lpstr>思源黑体 CN Bold</vt:lpstr>
      <vt:lpstr>思源黑体 CN Heavy</vt:lpstr>
      <vt:lpstr>思源黑体 CN Regular</vt:lpstr>
      <vt:lpstr>方正兰亭黑简体</vt:lpstr>
      <vt:lpstr>方正喵呜体</vt:lpstr>
      <vt:lpstr>Arial</vt:lpstr>
      <vt:lpstr>Calibri</vt:lpstr>
      <vt:lpstr>Comic Sans MS</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Hằng Cò</cp:lastModifiedBy>
  <cp:revision>191</cp:revision>
  <dcterms:created xsi:type="dcterms:W3CDTF">2025-02-27T13:10:32Z</dcterms:created>
  <dcterms:modified xsi:type="dcterms:W3CDTF">2025-06-21T04:40:07Z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2052-6.13.2.8918</vt:lpwstr>
  </property>
  <property fmtid="{D5CDD505-2E9C-101B-9397-08002B2CF9AE}" pid="3" name="ICV">
    <vt:lpwstr>6B3EC9FEEFEC43D59DD1BBE06A94EE46</vt:lpwstr>
  </property>
</Properties>
</file>